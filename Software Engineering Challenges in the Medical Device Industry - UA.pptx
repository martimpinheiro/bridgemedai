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omments/modernComment_1ED_92EC48D3.xml" ContentType="application/vnd.ms-powerpoint.comments+xml"/>
  <Override PartName="/ppt/notesSlides/notesSlide20.xml" ContentType="application/vnd.openxmlformats-officedocument.presentationml.notesSlide+xml"/>
  <Override PartName="/ppt/comments/modernComment_1DD_E270BB25.xml" ContentType="application/vnd.ms-powerpoint.comments+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1" r:id="rId4"/>
  </p:sldMasterIdLst>
  <p:notesMasterIdLst>
    <p:notesMasterId r:id="rId44"/>
  </p:notesMasterIdLst>
  <p:handoutMasterIdLst>
    <p:handoutMasterId r:id="rId45"/>
  </p:handoutMasterIdLst>
  <p:sldIdLst>
    <p:sldId id="319" r:id="rId5"/>
    <p:sldId id="487" r:id="rId6"/>
    <p:sldId id="468" r:id="rId7"/>
    <p:sldId id="392" r:id="rId8"/>
    <p:sldId id="393" r:id="rId9"/>
    <p:sldId id="394" r:id="rId10"/>
    <p:sldId id="397" r:id="rId11"/>
    <p:sldId id="381" r:id="rId12"/>
    <p:sldId id="396" r:id="rId13"/>
    <p:sldId id="472" r:id="rId14"/>
    <p:sldId id="497" r:id="rId15"/>
    <p:sldId id="524" r:id="rId16"/>
    <p:sldId id="525" r:id="rId17"/>
    <p:sldId id="526" r:id="rId18"/>
    <p:sldId id="527" r:id="rId19"/>
    <p:sldId id="528" r:id="rId20"/>
    <p:sldId id="473" r:id="rId21"/>
    <p:sldId id="523" r:id="rId22"/>
    <p:sldId id="522" r:id="rId23"/>
    <p:sldId id="496" r:id="rId24"/>
    <p:sldId id="492" r:id="rId25"/>
    <p:sldId id="493" r:id="rId26"/>
    <p:sldId id="477" r:id="rId27"/>
    <p:sldId id="478" r:id="rId28"/>
    <p:sldId id="490" r:id="rId29"/>
    <p:sldId id="516" r:id="rId30"/>
    <p:sldId id="529" r:id="rId31"/>
    <p:sldId id="530" r:id="rId32"/>
    <p:sldId id="507" r:id="rId33"/>
    <p:sldId id="498" r:id="rId34"/>
    <p:sldId id="508" r:id="rId35"/>
    <p:sldId id="509" r:id="rId36"/>
    <p:sldId id="510" r:id="rId37"/>
    <p:sldId id="511" r:id="rId38"/>
    <p:sldId id="512" r:id="rId39"/>
    <p:sldId id="513" r:id="rId40"/>
    <p:sldId id="514" r:id="rId41"/>
    <p:sldId id="515" r:id="rId42"/>
    <p:sldId id="488" r:id="rId43"/>
  </p:sldIdLst>
  <p:sldSz cx="12190413" cy="6858000"/>
  <p:notesSz cx="6731000" cy="9867900"/>
  <p:defaultTextStyle>
    <a:defPPr>
      <a:defRPr lang="de-DE"/>
    </a:defPPr>
    <a:lvl1pPr algn="l" rtl="0" fontAlgn="base">
      <a:spcBef>
        <a:spcPct val="0"/>
      </a:spcBef>
      <a:spcAft>
        <a:spcPct val="40000"/>
      </a:spcAft>
      <a:buFont typeface="Wingdings" pitchFamily="2" charset="2"/>
      <a:defRPr kern="1200">
        <a:solidFill>
          <a:schemeClr val="tx1"/>
        </a:solidFill>
        <a:latin typeface="Frutiger LT Com 55 Roman" pitchFamily="34" charset="0"/>
        <a:ea typeface="+mn-ea"/>
        <a:cs typeface="+mn-cs"/>
      </a:defRPr>
    </a:lvl1pPr>
    <a:lvl2pPr marL="457200" algn="l" rtl="0" fontAlgn="base">
      <a:spcBef>
        <a:spcPct val="0"/>
      </a:spcBef>
      <a:spcAft>
        <a:spcPct val="40000"/>
      </a:spcAft>
      <a:buFont typeface="Wingdings" pitchFamily="2" charset="2"/>
      <a:defRPr kern="1200">
        <a:solidFill>
          <a:schemeClr val="tx1"/>
        </a:solidFill>
        <a:latin typeface="Frutiger LT Com 55 Roman" pitchFamily="34" charset="0"/>
        <a:ea typeface="+mn-ea"/>
        <a:cs typeface="+mn-cs"/>
      </a:defRPr>
    </a:lvl2pPr>
    <a:lvl3pPr marL="914400" algn="l" rtl="0" fontAlgn="base">
      <a:spcBef>
        <a:spcPct val="0"/>
      </a:spcBef>
      <a:spcAft>
        <a:spcPct val="40000"/>
      </a:spcAft>
      <a:buFont typeface="Wingdings" pitchFamily="2" charset="2"/>
      <a:defRPr kern="1200">
        <a:solidFill>
          <a:schemeClr val="tx1"/>
        </a:solidFill>
        <a:latin typeface="Frutiger LT Com 55 Roman" pitchFamily="34" charset="0"/>
        <a:ea typeface="+mn-ea"/>
        <a:cs typeface="+mn-cs"/>
      </a:defRPr>
    </a:lvl3pPr>
    <a:lvl4pPr marL="1371600" algn="l" rtl="0" fontAlgn="base">
      <a:spcBef>
        <a:spcPct val="0"/>
      </a:spcBef>
      <a:spcAft>
        <a:spcPct val="40000"/>
      </a:spcAft>
      <a:buFont typeface="Wingdings" pitchFamily="2" charset="2"/>
      <a:defRPr kern="1200">
        <a:solidFill>
          <a:schemeClr val="tx1"/>
        </a:solidFill>
        <a:latin typeface="Frutiger LT Com 55 Roman" pitchFamily="34" charset="0"/>
        <a:ea typeface="+mn-ea"/>
        <a:cs typeface="+mn-cs"/>
      </a:defRPr>
    </a:lvl4pPr>
    <a:lvl5pPr marL="1828800" algn="l" rtl="0" fontAlgn="base">
      <a:spcBef>
        <a:spcPct val="0"/>
      </a:spcBef>
      <a:spcAft>
        <a:spcPct val="40000"/>
      </a:spcAft>
      <a:buFont typeface="Wingdings" pitchFamily="2" charset="2"/>
      <a:defRPr kern="1200">
        <a:solidFill>
          <a:schemeClr val="tx1"/>
        </a:solidFill>
        <a:latin typeface="Frutiger LT Com 55 Roman" pitchFamily="34" charset="0"/>
        <a:ea typeface="+mn-ea"/>
        <a:cs typeface="+mn-cs"/>
      </a:defRPr>
    </a:lvl5pPr>
    <a:lvl6pPr marL="2286000" algn="l" defTabSz="914400" rtl="0" eaLnBrk="1" latinLnBrk="0" hangingPunct="1">
      <a:defRPr kern="1200">
        <a:solidFill>
          <a:schemeClr val="tx1"/>
        </a:solidFill>
        <a:latin typeface="Frutiger LT Com 55 Roman" pitchFamily="34" charset="0"/>
        <a:ea typeface="+mn-ea"/>
        <a:cs typeface="+mn-cs"/>
      </a:defRPr>
    </a:lvl6pPr>
    <a:lvl7pPr marL="2743200" algn="l" defTabSz="914400" rtl="0" eaLnBrk="1" latinLnBrk="0" hangingPunct="1">
      <a:defRPr kern="1200">
        <a:solidFill>
          <a:schemeClr val="tx1"/>
        </a:solidFill>
        <a:latin typeface="Frutiger LT Com 55 Roman" pitchFamily="34" charset="0"/>
        <a:ea typeface="+mn-ea"/>
        <a:cs typeface="+mn-cs"/>
      </a:defRPr>
    </a:lvl7pPr>
    <a:lvl8pPr marL="3200400" algn="l" defTabSz="914400" rtl="0" eaLnBrk="1" latinLnBrk="0" hangingPunct="1">
      <a:defRPr kern="1200">
        <a:solidFill>
          <a:schemeClr val="tx1"/>
        </a:solidFill>
        <a:latin typeface="Frutiger LT Com 55 Roman" pitchFamily="34" charset="0"/>
        <a:ea typeface="+mn-ea"/>
        <a:cs typeface="+mn-cs"/>
      </a:defRPr>
    </a:lvl8pPr>
    <a:lvl9pPr marL="3657600" algn="l" defTabSz="914400" rtl="0" eaLnBrk="1" latinLnBrk="0" hangingPunct="1">
      <a:defRPr kern="1200">
        <a:solidFill>
          <a:schemeClr val="tx1"/>
        </a:solidFill>
        <a:latin typeface="Frutiger LT Com 55 Roman" pitchFamily="34" charset="0"/>
        <a:ea typeface="+mn-ea"/>
        <a:cs typeface="+mn-cs"/>
      </a:defRPr>
    </a:lvl9pPr>
  </p:defaultTextStyle>
  <p:extLst>
    <p:ext uri="{521415D9-36F7-43E2-AB2F-B90AF26B5E84}">
      <p14:sectionLst xmlns:p14="http://schemas.microsoft.com/office/powerpoint/2010/main">
        <p14:section name="Standardabschnitt" id="{CE26A97A-68FC-471F-8043-0CBAAB0C4FC9}">
          <p14:sldIdLst>
            <p14:sldId id="319"/>
            <p14:sldId id="487"/>
            <p14:sldId id="468"/>
            <p14:sldId id="392"/>
            <p14:sldId id="393"/>
            <p14:sldId id="394"/>
            <p14:sldId id="397"/>
            <p14:sldId id="381"/>
            <p14:sldId id="396"/>
            <p14:sldId id="472"/>
            <p14:sldId id="497"/>
            <p14:sldId id="524"/>
            <p14:sldId id="525"/>
            <p14:sldId id="526"/>
            <p14:sldId id="527"/>
            <p14:sldId id="528"/>
            <p14:sldId id="473"/>
            <p14:sldId id="523"/>
            <p14:sldId id="522"/>
            <p14:sldId id="496"/>
            <p14:sldId id="492"/>
            <p14:sldId id="493"/>
            <p14:sldId id="477"/>
            <p14:sldId id="478"/>
            <p14:sldId id="490"/>
            <p14:sldId id="516"/>
            <p14:sldId id="529"/>
            <p14:sldId id="530"/>
            <p14:sldId id="507"/>
            <p14:sldId id="498"/>
            <p14:sldId id="508"/>
            <p14:sldId id="509"/>
            <p14:sldId id="510"/>
            <p14:sldId id="511"/>
            <p14:sldId id="512"/>
            <p14:sldId id="513"/>
            <p14:sldId id="514"/>
            <p14:sldId id="515"/>
            <p14:sldId id="488"/>
          </p14:sldIdLst>
        </p14:section>
      </p14:sectionLst>
    </p:ext>
    <p:ext uri="{EFAFB233-063F-42B5-8137-9DF3F51BA10A}">
      <p15:sldGuideLst xmlns:p15="http://schemas.microsoft.com/office/powerpoint/2012/main">
        <p15:guide id="1" orient="horz" pos="3793">
          <p15:clr>
            <a:srgbClr val="A4A3A4"/>
          </p15:clr>
        </p15:guide>
        <p15:guide id="2" orient="horz" pos="255">
          <p15:clr>
            <a:srgbClr val="A4A3A4"/>
          </p15:clr>
        </p15:guide>
        <p15:guide id="3" orient="horz" pos="1706">
          <p15:clr>
            <a:srgbClr val="A4A3A4"/>
          </p15:clr>
        </p15:guide>
        <p15:guide id="4" pos="7377">
          <p15:clr>
            <a:srgbClr val="A4A3A4"/>
          </p15:clr>
        </p15:guide>
        <p15:guide id="5" pos="301">
          <p15:clr>
            <a:srgbClr val="A4A3A4"/>
          </p15:clr>
        </p15:guide>
      </p15:sldGuideLst>
    </p:ext>
    <p:ext uri="{2D200454-40CA-4A62-9FC3-DE9A4176ACB9}">
      <p15:notesGuideLst xmlns:p15="http://schemas.microsoft.com/office/powerpoint/2012/main">
        <p15:guide id="1" orient="horz" pos="386">
          <p15:clr>
            <a:srgbClr val="A4A3A4"/>
          </p15:clr>
        </p15:guide>
        <p15:guide id="2" orient="horz" pos="5830">
          <p15:clr>
            <a:srgbClr val="A4A3A4"/>
          </p15:clr>
        </p15:guide>
        <p15:guide id="3" orient="horz" pos="2201">
          <p15:clr>
            <a:srgbClr val="A4A3A4"/>
          </p15:clr>
        </p15:guide>
        <p15:guide id="4" orient="horz" pos="2065">
          <p15:clr>
            <a:srgbClr val="A4A3A4"/>
          </p15:clr>
        </p15:guide>
        <p15:guide id="5" pos="306">
          <p15:clr>
            <a:srgbClr val="A4A3A4"/>
          </p15:clr>
        </p15:guide>
        <p15:guide id="6" pos="3934">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5F20A01-BDB8-C0DE-5CFB-76D9C1B6E61F}" name="Inês Lopes" initials="IL" userId="S::ines.lopes_aicos.fraunhofer.pt#ext#@uapt33090.onmicrosoft.com::08e56c69-365a-40ec-9fbd-5bf1f8a08e16"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9C7D"/>
    <a:srgbClr val="FEEFD6"/>
    <a:srgbClr val="E1E3E3"/>
    <a:srgbClr val="FFFFFF"/>
    <a:srgbClr val="00FDFF"/>
    <a:srgbClr val="FF40FF"/>
    <a:srgbClr val="B1C800"/>
    <a:srgbClr val="E2001A"/>
    <a:srgbClr val="1F82C0"/>
    <a:srgbClr val="F294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2991A01-0415-3447-9ACB-A07EFAD7B1B3}" v="1" dt="2026-03-02T11:57:10.914"/>
    <p1510:client id="{EBB49378-5EAA-AB0B-676D-75F8AAB52BFD}" v="6" dt="2026-03-02T11:58:06.434"/>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Helle Formatvorlag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Helle Formatvorlage 1 - Akz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E8B1032C-EA38-4F05-BA0D-38AFFFC7BED3}" styleName="Helle Formatvorlage 3 - Akz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A488322-F2BA-4B5B-9748-0D474271808F}" styleName="Mittlere Formatvorlage 3 - Akz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08FB837D-C827-4EFA-A057-4D05807E0F7C}" styleName="Designformatvorlage 1 - Akz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6" d="100"/>
          <a:sy n="96" d="100"/>
        </p:scale>
        <p:origin x="60" y="36"/>
      </p:cViewPr>
      <p:guideLst>
        <p:guide orient="horz" pos="3793"/>
        <p:guide orient="horz" pos="255"/>
        <p:guide orient="horz" pos="1706"/>
        <p:guide pos="7377"/>
        <p:guide pos="301"/>
      </p:guideLst>
    </p:cSldViewPr>
  </p:slideViewPr>
  <p:notesTextViewPr>
    <p:cViewPr>
      <p:scale>
        <a:sx n="1" d="1"/>
        <a:sy n="1" d="1"/>
      </p:scale>
      <p:origin x="0" y="0"/>
    </p:cViewPr>
  </p:notesTextViewPr>
  <p:notesViewPr>
    <p:cSldViewPr snapToGrid="0">
      <p:cViewPr>
        <p:scale>
          <a:sx n="1" d="2"/>
          <a:sy n="1" d="2"/>
        </p:scale>
        <p:origin x="0" y="0"/>
      </p:cViewPr>
      <p:guideLst>
        <p:guide orient="horz" pos="386"/>
        <p:guide orient="horz" pos="5830"/>
        <p:guide orient="horz" pos="2201"/>
        <p:guide orient="horz" pos="2065"/>
        <p:guide pos="306"/>
        <p:guide pos="393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viewProps" Target="viewProps.xml"/><Relationship Id="rId50"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heme" Target="theme/theme1.xml"/><Relationship Id="rId8" Type="http://schemas.openxmlformats.org/officeDocument/2006/relationships/slide" Target="slides/slide4.xml"/><Relationship Id="rId51" Type="http://schemas.microsoft.com/office/2018/10/relationships/authors" Target="author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omments/modernComment_1DD_E270BB25.xml><?xml version="1.0" encoding="utf-8"?>
<p188:cmLst xmlns:a="http://schemas.openxmlformats.org/drawingml/2006/main" xmlns:r="http://schemas.openxmlformats.org/officeDocument/2006/relationships" xmlns:p188="http://schemas.microsoft.com/office/powerpoint/2018/8/main">
  <p188:cm id="{E7473DBA-24E9-4127-8277-A37B973C3042}" authorId="{65F20A01-BDB8-C0DE-5CFB-76D9C1B6E61F}" created="2026-03-02T11:56:42.355">
    <ac:deMkLst xmlns:ac="http://schemas.microsoft.com/office/drawing/2013/main/command">
      <pc:docMk xmlns:pc="http://schemas.microsoft.com/office/powerpoint/2013/main/command"/>
      <pc:sldMk xmlns:pc="http://schemas.microsoft.com/office/powerpoint/2013/main/command" cId="3799038757" sldId="477"/>
      <ac:spMk id="2" creationId="{AE2F7C21-AF02-DA95-BC37-0826F7A8D3C4}"/>
    </ac:deMkLst>
    <p188:txBody>
      <a:bodyPr/>
      <a:lstStyle/>
      <a:p>
        <a:r>
          <a:rPr lang="en-US"/>
          <a:t>Atenção!! As datas podem estar desatualizadas. Houve adiamentos da parte da Comissão Europeia.</a:t>
        </a:r>
      </a:p>
    </p188:txBody>
  </p188:cm>
</p188:cmLst>
</file>

<file path=ppt/comments/modernComment_1ED_92EC48D3.xml><?xml version="1.0" encoding="utf-8"?>
<p188:cmLst xmlns:a="http://schemas.openxmlformats.org/drawingml/2006/main" xmlns:r="http://schemas.openxmlformats.org/officeDocument/2006/relationships" xmlns:p188="http://schemas.microsoft.com/office/powerpoint/2018/8/main">
  <p188:cm id="{EEF5A145-BE16-4401-8F5F-30FFD3A1ABA5}" authorId="{65F20A01-BDB8-C0DE-5CFB-76D9C1B6E61F}" created="2026-03-02T11:58:06.434">
    <ac:txMkLst xmlns:ac="http://schemas.microsoft.com/office/drawing/2013/main/command">
      <pc:docMk xmlns:pc="http://schemas.microsoft.com/office/powerpoint/2013/main/command"/>
      <pc:sldMk xmlns:pc="http://schemas.microsoft.com/office/powerpoint/2013/main/command" cId="2464958675" sldId="493"/>
      <ac:spMk id="4" creationId="{8A3DE195-0309-265F-45B2-791B6D3E09FC}"/>
      <ac:txMk cp="255" len="16">
        <ac:context len="432" hash="1673137029"/>
      </ac:txMk>
    </ac:txMkLst>
    <p188:pos x="5387076" y="2535341"/>
    <p188:txBody>
      <a:bodyPr/>
      <a:lstStyle/>
      <a:p>
        <a:r>
          <a:rPr lang="en-US"/>
          <a:t>O nosso caso de estudo será dispositivos médicos que contenham componentes de IA</a:t>
        </a:r>
      </a:p>
    </p188:txBody>
  </p188:cm>
</p188:cmLst>
</file>

<file path=ppt/diagrams/_rels/data3.xml.rels><?xml version="1.0" encoding="UTF-8" standalone="yes"?>
<Relationships xmlns="http://schemas.openxmlformats.org/package/2006/relationships"><Relationship Id="rId8" Type="http://schemas.openxmlformats.org/officeDocument/2006/relationships/image" Target="../media/image41.sv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image" Target="../media/image35.svg"/><Relationship Id="rId1" Type="http://schemas.openxmlformats.org/officeDocument/2006/relationships/image" Target="../media/image34.png"/><Relationship Id="rId6" Type="http://schemas.openxmlformats.org/officeDocument/2006/relationships/image" Target="../media/image39.svg"/><Relationship Id="rId5" Type="http://schemas.openxmlformats.org/officeDocument/2006/relationships/image" Target="../media/image38.png"/><Relationship Id="rId10" Type="http://schemas.openxmlformats.org/officeDocument/2006/relationships/image" Target="../media/image43.svg"/><Relationship Id="rId4" Type="http://schemas.openxmlformats.org/officeDocument/2006/relationships/image" Target="../media/image37.svg"/><Relationship Id="rId9" Type="http://schemas.openxmlformats.org/officeDocument/2006/relationships/image" Target="../media/image42.png"/></Relationships>
</file>

<file path=ppt/diagrams/_rels/drawing3.xml.rels><?xml version="1.0" encoding="UTF-8" standalone="yes"?>
<Relationships xmlns="http://schemas.openxmlformats.org/package/2006/relationships"><Relationship Id="rId8" Type="http://schemas.openxmlformats.org/officeDocument/2006/relationships/image" Target="../media/image41.sv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image" Target="../media/image35.svg"/><Relationship Id="rId1" Type="http://schemas.openxmlformats.org/officeDocument/2006/relationships/image" Target="../media/image34.png"/><Relationship Id="rId6" Type="http://schemas.openxmlformats.org/officeDocument/2006/relationships/image" Target="../media/image39.svg"/><Relationship Id="rId5" Type="http://schemas.openxmlformats.org/officeDocument/2006/relationships/image" Target="../media/image38.png"/><Relationship Id="rId10" Type="http://schemas.openxmlformats.org/officeDocument/2006/relationships/image" Target="../media/image43.svg"/><Relationship Id="rId4" Type="http://schemas.openxmlformats.org/officeDocument/2006/relationships/image" Target="../media/image37.svg"/><Relationship Id="rId9" Type="http://schemas.openxmlformats.org/officeDocument/2006/relationships/image" Target="../media/image42.png"/></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9A3FCC5-588D-944F-BC90-FAC592CCB3B4}" type="doc">
      <dgm:prSet loTypeId="urn:microsoft.com/office/officeart/2005/8/layout/cycle2" loCatId="" qsTypeId="urn:microsoft.com/office/officeart/2005/8/quickstyle/simple1" qsCatId="simple" csTypeId="urn:microsoft.com/office/officeart/2005/8/colors/accent0_3" csCatId="mainScheme" phldr="1"/>
      <dgm:spPr/>
      <dgm:t>
        <a:bodyPr/>
        <a:lstStyle/>
        <a:p>
          <a:endParaRPr lang="en-GB"/>
        </a:p>
      </dgm:t>
    </dgm:pt>
    <dgm:pt modelId="{F7BEB0CD-ADC7-464B-9C29-27532598C480}">
      <dgm:prSet phldrT="[Text]" custT="1"/>
      <dgm:spPr>
        <a:ln>
          <a:noFill/>
        </a:ln>
      </dgm:spPr>
      <dgm:t>
        <a:bodyPr/>
        <a:lstStyle/>
        <a:p>
          <a:endParaRPr lang="en-GB" sz="1100"/>
        </a:p>
      </dgm:t>
    </dgm:pt>
    <dgm:pt modelId="{F536DD5C-A1BF-2B4E-BA41-224190CDACBA}" type="parTrans" cxnId="{7B20FAC0-B151-B44C-A61B-DEA9FFA1B2FD}">
      <dgm:prSet/>
      <dgm:spPr/>
      <dgm:t>
        <a:bodyPr/>
        <a:lstStyle/>
        <a:p>
          <a:endParaRPr lang="en-GB" sz="1800"/>
        </a:p>
      </dgm:t>
    </dgm:pt>
    <dgm:pt modelId="{73112A10-3526-2B42-84C8-8FDD3464A84B}" type="sibTrans" cxnId="{7B20FAC0-B151-B44C-A61B-DEA9FFA1B2FD}">
      <dgm:prSet custT="1"/>
      <dgm:spPr/>
      <dgm:t>
        <a:bodyPr/>
        <a:lstStyle/>
        <a:p>
          <a:endParaRPr lang="en-GB" sz="900"/>
        </a:p>
      </dgm:t>
    </dgm:pt>
    <dgm:pt modelId="{461D8889-AF46-694D-A36C-2AEE5203B328}">
      <dgm:prSet phldrT="[Text]" custT="1"/>
      <dgm:spPr>
        <a:solidFill>
          <a:schemeClr val="accent4"/>
        </a:solidFill>
        <a:ln>
          <a:noFill/>
        </a:ln>
      </dgm:spPr>
      <dgm:t>
        <a:bodyPr/>
        <a:lstStyle/>
        <a:p>
          <a:endParaRPr lang="en-GB" sz="1100"/>
        </a:p>
      </dgm:t>
    </dgm:pt>
    <dgm:pt modelId="{FEF94E81-6784-DC41-9E83-894037A3F007}" type="parTrans" cxnId="{8C9C53D9-16CB-2A4D-92EC-4A69010C9DA9}">
      <dgm:prSet/>
      <dgm:spPr/>
      <dgm:t>
        <a:bodyPr/>
        <a:lstStyle/>
        <a:p>
          <a:endParaRPr lang="en-GB" sz="1800"/>
        </a:p>
      </dgm:t>
    </dgm:pt>
    <dgm:pt modelId="{3BFBD740-0DB0-C44E-A7D4-6CBA06221213}" type="sibTrans" cxnId="{8C9C53D9-16CB-2A4D-92EC-4A69010C9DA9}">
      <dgm:prSet custT="1"/>
      <dgm:spPr/>
      <dgm:t>
        <a:bodyPr/>
        <a:lstStyle/>
        <a:p>
          <a:endParaRPr lang="en-GB" sz="900"/>
        </a:p>
      </dgm:t>
    </dgm:pt>
    <dgm:pt modelId="{D7C4A8AB-BCAE-614B-8814-43431381C496}">
      <dgm:prSet phldrT="[Text]" custT="1"/>
      <dgm:spPr>
        <a:solidFill>
          <a:schemeClr val="accent2"/>
        </a:solidFill>
        <a:ln>
          <a:noFill/>
        </a:ln>
      </dgm:spPr>
      <dgm:t>
        <a:bodyPr/>
        <a:lstStyle/>
        <a:p>
          <a:endParaRPr lang="en-GB" sz="1100"/>
        </a:p>
      </dgm:t>
    </dgm:pt>
    <dgm:pt modelId="{E05DEC1F-DCDE-E749-9971-EE94D953CC49}" type="parTrans" cxnId="{91134CE9-4EBD-9047-A798-321095EF3D24}">
      <dgm:prSet/>
      <dgm:spPr/>
      <dgm:t>
        <a:bodyPr/>
        <a:lstStyle/>
        <a:p>
          <a:endParaRPr lang="en-GB" sz="1800"/>
        </a:p>
      </dgm:t>
    </dgm:pt>
    <dgm:pt modelId="{6E9B01EB-CA76-5F4B-AB09-B3B369BA2342}" type="sibTrans" cxnId="{91134CE9-4EBD-9047-A798-321095EF3D24}">
      <dgm:prSet custT="1"/>
      <dgm:spPr/>
      <dgm:t>
        <a:bodyPr/>
        <a:lstStyle/>
        <a:p>
          <a:endParaRPr lang="en-GB" sz="900"/>
        </a:p>
      </dgm:t>
    </dgm:pt>
    <dgm:pt modelId="{95619A2D-FFA3-3B44-B565-19797EB7B6E1}">
      <dgm:prSet phldrT="[Text]" custT="1"/>
      <dgm:spPr>
        <a:solidFill>
          <a:schemeClr val="accent3"/>
        </a:solidFill>
        <a:ln>
          <a:noFill/>
        </a:ln>
      </dgm:spPr>
      <dgm:t>
        <a:bodyPr/>
        <a:lstStyle/>
        <a:p>
          <a:endParaRPr lang="en-GB" sz="1100"/>
        </a:p>
      </dgm:t>
    </dgm:pt>
    <dgm:pt modelId="{3CD38CC5-C634-D740-8772-585F58AF93D3}" type="parTrans" cxnId="{67C72B99-B2B1-AF49-A5D9-186B18EAF4BF}">
      <dgm:prSet/>
      <dgm:spPr/>
      <dgm:t>
        <a:bodyPr/>
        <a:lstStyle/>
        <a:p>
          <a:endParaRPr lang="en-GB" sz="1800"/>
        </a:p>
      </dgm:t>
    </dgm:pt>
    <dgm:pt modelId="{F3EE5202-94A7-304D-B4E1-11039853A28C}" type="sibTrans" cxnId="{67C72B99-B2B1-AF49-A5D9-186B18EAF4BF}">
      <dgm:prSet custT="1"/>
      <dgm:spPr/>
      <dgm:t>
        <a:bodyPr/>
        <a:lstStyle/>
        <a:p>
          <a:endParaRPr lang="en-GB" sz="900"/>
        </a:p>
      </dgm:t>
    </dgm:pt>
    <dgm:pt modelId="{E60DF383-8F75-8648-AF2D-6980A0E32194}">
      <dgm:prSet phldrT="[Text]" custT="1"/>
      <dgm:spPr>
        <a:solidFill>
          <a:schemeClr val="accent1"/>
        </a:solidFill>
        <a:ln>
          <a:noFill/>
        </a:ln>
      </dgm:spPr>
      <dgm:t>
        <a:bodyPr/>
        <a:lstStyle/>
        <a:p>
          <a:endParaRPr lang="en-GB" sz="1100"/>
        </a:p>
      </dgm:t>
    </dgm:pt>
    <dgm:pt modelId="{958BE234-F927-9748-A067-AF25722BC0FC}" type="parTrans" cxnId="{CE69B24A-7CCA-354A-AA67-C41B3EA29DB4}">
      <dgm:prSet/>
      <dgm:spPr/>
      <dgm:t>
        <a:bodyPr/>
        <a:lstStyle/>
        <a:p>
          <a:endParaRPr lang="en-GB" sz="1800"/>
        </a:p>
      </dgm:t>
    </dgm:pt>
    <dgm:pt modelId="{02F5AFF7-CDD4-3741-9A76-38E2F765F340}" type="sibTrans" cxnId="{CE69B24A-7CCA-354A-AA67-C41B3EA29DB4}">
      <dgm:prSet custT="1"/>
      <dgm:spPr/>
      <dgm:t>
        <a:bodyPr/>
        <a:lstStyle/>
        <a:p>
          <a:endParaRPr lang="en-GB" sz="900"/>
        </a:p>
      </dgm:t>
    </dgm:pt>
    <dgm:pt modelId="{EDD95095-F97D-1B48-B3AD-575D3B543639}" type="pres">
      <dgm:prSet presAssocID="{89A3FCC5-588D-944F-BC90-FAC592CCB3B4}" presName="cycle" presStyleCnt="0">
        <dgm:presLayoutVars>
          <dgm:dir/>
          <dgm:resizeHandles val="exact"/>
        </dgm:presLayoutVars>
      </dgm:prSet>
      <dgm:spPr/>
    </dgm:pt>
    <dgm:pt modelId="{C9F2A17C-0457-804D-ABF8-5959413D5421}" type="pres">
      <dgm:prSet presAssocID="{F7BEB0CD-ADC7-464B-9C29-27532598C480}" presName="node" presStyleLbl="node1" presStyleIdx="0" presStyleCnt="5">
        <dgm:presLayoutVars>
          <dgm:bulletEnabled val="1"/>
        </dgm:presLayoutVars>
      </dgm:prSet>
      <dgm:spPr/>
    </dgm:pt>
    <dgm:pt modelId="{4441EA0B-78E4-D249-A96F-8C8645E849DF}" type="pres">
      <dgm:prSet presAssocID="{73112A10-3526-2B42-84C8-8FDD3464A84B}" presName="sibTrans" presStyleLbl="sibTrans2D1" presStyleIdx="0" presStyleCnt="5"/>
      <dgm:spPr/>
    </dgm:pt>
    <dgm:pt modelId="{7DA7C728-1B86-2349-9250-2CBADA2906E4}" type="pres">
      <dgm:prSet presAssocID="{73112A10-3526-2B42-84C8-8FDD3464A84B}" presName="connectorText" presStyleLbl="sibTrans2D1" presStyleIdx="0" presStyleCnt="5"/>
      <dgm:spPr/>
    </dgm:pt>
    <dgm:pt modelId="{A2B2CAC8-DED7-4448-BCDD-0021BE11FBFA}" type="pres">
      <dgm:prSet presAssocID="{461D8889-AF46-694D-A36C-2AEE5203B328}" presName="node" presStyleLbl="node1" presStyleIdx="1" presStyleCnt="5">
        <dgm:presLayoutVars>
          <dgm:bulletEnabled val="1"/>
        </dgm:presLayoutVars>
      </dgm:prSet>
      <dgm:spPr/>
    </dgm:pt>
    <dgm:pt modelId="{C72436F1-5D0E-3B4F-87D1-E245A90D4222}" type="pres">
      <dgm:prSet presAssocID="{3BFBD740-0DB0-C44E-A7D4-6CBA06221213}" presName="sibTrans" presStyleLbl="sibTrans2D1" presStyleIdx="1" presStyleCnt="5"/>
      <dgm:spPr/>
    </dgm:pt>
    <dgm:pt modelId="{35405F8C-4B80-914C-A0B5-C9BECE5B6FDB}" type="pres">
      <dgm:prSet presAssocID="{3BFBD740-0DB0-C44E-A7D4-6CBA06221213}" presName="connectorText" presStyleLbl="sibTrans2D1" presStyleIdx="1" presStyleCnt="5"/>
      <dgm:spPr/>
    </dgm:pt>
    <dgm:pt modelId="{2ED34D25-6473-974F-804B-2DD19A9D972B}" type="pres">
      <dgm:prSet presAssocID="{D7C4A8AB-BCAE-614B-8814-43431381C496}" presName="node" presStyleLbl="node1" presStyleIdx="2" presStyleCnt="5">
        <dgm:presLayoutVars>
          <dgm:bulletEnabled val="1"/>
        </dgm:presLayoutVars>
      </dgm:prSet>
      <dgm:spPr/>
    </dgm:pt>
    <dgm:pt modelId="{943A7EAD-42FD-3E4E-97A0-4C387A068801}" type="pres">
      <dgm:prSet presAssocID="{6E9B01EB-CA76-5F4B-AB09-B3B369BA2342}" presName="sibTrans" presStyleLbl="sibTrans2D1" presStyleIdx="2" presStyleCnt="5"/>
      <dgm:spPr/>
    </dgm:pt>
    <dgm:pt modelId="{59D21385-02D0-D24C-9EA4-3D6EC358ABDE}" type="pres">
      <dgm:prSet presAssocID="{6E9B01EB-CA76-5F4B-AB09-B3B369BA2342}" presName="connectorText" presStyleLbl="sibTrans2D1" presStyleIdx="2" presStyleCnt="5"/>
      <dgm:spPr/>
    </dgm:pt>
    <dgm:pt modelId="{ADD72F07-6150-6944-846D-8B8E659A707D}" type="pres">
      <dgm:prSet presAssocID="{95619A2D-FFA3-3B44-B565-19797EB7B6E1}" presName="node" presStyleLbl="node1" presStyleIdx="3" presStyleCnt="5">
        <dgm:presLayoutVars>
          <dgm:bulletEnabled val="1"/>
        </dgm:presLayoutVars>
      </dgm:prSet>
      <dgm:spPr/>
    </dgm:pt>
    <dgm:pt modelId="{499FFBE6-6AF5-2C4B-AA76-5556E7BCE212}" type="pres">
      <dgm:prSet presAssocID="{F3EE5202-94A7-304D-B4E1-11039853A28C}" presName="sibTrans" presStyleLbl="sibTrans2D1" presStyleIdx="3" presStyleCnt="5"/>
      <dgm:spPr/>
    </dgm:pt>
    <dgm:pt modelId="{7E3449D9-F616-4641-87A0-B7E613145C5C}" type="pres">
      <dgm:prSet presAssocID="{F3EE5202-94A7-304D-B4E1-11039853A28C}" presName="connectorText" presStyleLbl="sibTrans2D1" presStyleIdx="3" presStyleCnt="5"/>
      <dgm:spPr/>
    </dgm:pt>
    <dgm:pt modelId="{EC5113DD-F69B-E64A-9AB1-88A08F9A8D19}" type="pres">
      <dgm:prSet presAssocID="{E60DF383-8F75-8648-AF2D-6980A0E32194}" presName="node" presStyleLbl="node1" presStyleIdx="4" presStyleCnt="5">
        <dgm:presLayoutVars>
          <dgm:bulletEnabled val="1"/>
        </dgm:presLayoutVars>
      </dgm:prSet>
      <dgm:spPr/>
    </dgm:pt>
    <dgm:pt modelId="{9AD3A655-9D71-A04B-BCCB-167F3BC99011}" type="pres">
      <dgm:prSet presAssocID="{02F5AFF7-CDD4-3741-9A76-38E2F765F340}" presName="sibTrans" presStyleLbl="sibTrans2D1" presStyleIdx="4" presStyleCnt="5"/>
      <dgm:spPr/>
    </dgm:pt>
    <dgm:pt modelId="{1B3C2CB6-A15B-9D41-AEA2-BC1D2A921ED5}" type="pres">
      <dgm:prSet presAssocID="{02F5AFF7-CDD4-3741-9A76-38E2F765F340}" presName="connectorText" presStyleLbl="sibTrans2D1" presStyleIdx="4" presStyleCnt="5"/>
      <dgm:spPr/>
    </dgm:pt>
  </dgm:ptLst>
  <dgm:cxnLst>
    <dgm:cxn modelId="{F41DD906-93F2-C24C-B7AB-EF266FF1D22D}" type="presOf" srcId="{E60DF383-8F75-8648-AF2D-6980A0E32194}" destId="{EC5113DD-F69B-E64A-9AB1-88A08F9A8D19}" srcOrd="0" destOrd="0" presId="urn:microsoft.com/office/officeart/2005/8/layout/cycle2"/>
    <dgm:cxn modelId="{44BACB09-F3B6-384C-B513-C9540A7BC899}" type="presOf" srcId="{73112A10-3526-2B42-84C8-8FDD3464A84B}" destId="{7DA7C728-1B86-2349-9250-2CBADA2906E4}" srcOrd="1" destOrd="0" presId="urn:microsoft.com/office/officeart/2005/8/layout/cycle2"/>
    <dgm:cxn modelId="{F7120B0D-7DA7-A846-B397-6ABD9BE3C733}" type="presOf" srcId="{D7C4A8AB-BCAE-614B-8814-43431381C496}" destId="{2ED34D25-6473-974F-804B-2DD19A9D972B}" srcOrd="0" destOrd="0" presId="urn:microsoft.com/office/officeart/2005/8/layout/cycle2"/>
    <dgm:cxn modelId="{E8A8B413-BC1D-4741-A877-B9CFB8855BBC}" type="presOf" srcId="{6E9B01EB-CA76-5F4B-AB09-B3B369BA2342}" destId="{59D21385-02D0-D24C-9EA4-3D6EC358ABDE}" srcOrd="1" destOrd="0" presId="urn:microsoft.com/office/officeart/2005/8/layout/cycle2"/>
    <dgm:cxn modelId="{FBDDDB26-495E-F548-B869-66CB10B73D54}" type="presOf" srcId="{89A3FCC5-588D-944F-BC90-FAC592CCB3B4}" destId="{EDD95095-F97D-1B48-B3AD-575D3B543639}" srcOrd="0" destOrd="0" presId="urn:microsoft.com/office/officeart/2005/8/layout/cycle2"/>
    <dgm:cxn modelId="{2807AF29-0BAC-5442-A8BA-EA9C3AEB7E1B}" type="presOf" srcId="{F3EE5202-94A7-304D-B4E1-11039853A28C}" destId="{7E3449D9-F616-4641-87A0-B7E613145C5C}" srcOrd="1" destOrd="0" presId="urn:microsoft.com/office/officeart/2005/8/layout/cycle2"/>
    <dgm:cxn modelId="{CE69B24A-7CCA-354A-AA67-C41B3EA29DB4}" srcId="{89A3FCC5-588D-944F-BC90-FAC592CCB3B4}" destId="{E60DF383-8F75-8648-AF2D-6980A0E32194}" srcOrd="4" destOrd="0" parTransId="{958BE234-F927-9748-A067-AF25722BC0FC}" sibTransId="{02F5AFF7-CDD4-3741-9A76-38E2F765F340}"/>
    <dgm:cxn modelId="{67C72B99-B2B1-AF49-A5D9-186B18EAF4BF}" srcId="{89A3FCC5-588D-944F-BC90-FAC592CCB3B4}" destId="{95619A2D-FFA3-3B44-B565-19797EB7B6E1}" srcOrd="3" destOrd="0" parTransId="{3CD38CC5-C634-D740-8772-585F58AF93D3}" sibTransId="{F3EE5202-94A7-304D-B4E1-11039853A28C}"/>
    <dgm:cxn modelId="{19FE9C99-13E5-DB41-8CC9-0E00E3CE3AA4}" type="presOf" srcId="{73112A10-3526-2B42-84C8-8FDD3464A84B}" destId="{4441EA0B-78E4-D249-A96F-8C8645E849DF}" srcOrd="0" destOrd="0" presId="urn:microsoft.com/office/officeart/2005/8/layout/cycle2"/>
    <dgm:cxn modelId="{9E2D8CA1-182A-F642-9119-D09E04762681}" type="presOf" srcId="{6E9B01EB-CA76-5F4B-AB09-B3B369BA2342}" destId="{943A7EAD-42FD-3E4E-97A0-4C387A068801}" srcOrd="0" destOrd="0" presId="urn:microsoft.com/office/officeart/2005/8/layout/cycle2"/>
    <dgm:cxn modelId="{7D6B0EA7-2B56-FB4E-9BB3-4E3866363FF9}" type="presOf" srcId="{461D8889-AF46-694D-A36C-2AEE5203B328}" destId="{A2B2CAC8-DED7-4448-BCDD-0021BE11FBFA}" srcOrd="0" destOrd="0" presId="urn:microsoft.com/office/officeart/2005/8/layout/cycle2"/>
    <dgm:cxn modelId="{830A8EAC-B185-E344-B7DF-D38EC0174D6F}" type="presOf" srcId="{3BFBD740-0DB0-C44E-A7D4-6CBA06221213}" destId="{35405F8C-4B80-914C-A0B5-C9BECE5B6FDB}" srcOrd="1" destOrd="0" presId="urn:microsoft.com/office/officeart/2005/8/layout/cycle2"/>
    <dgm:cxn modelId="{A4B942B5-136E-1B48-9F22-38E81B71E5F5}" type="presOf" srcId="{3BFBD740-0DB0-C44E-A7D4-6CBA06221213}" destId="{C72436F1-5D0E-3B4F-87D1-E245A90D4222}" srcOrd="0" destOrd="0" presId="urn:microsoft.com/office/officeart/2005/8/layout/cycle2"/>
    <dgm:cxn modelId="{7B20FAC0-B151-B44C-A61B-DEA9FFA1B2FD}" srcId="{89A3FCC5-588D-944F-BC90-FAC592CCB3B4}" destId="{F7BEB0CD-ADC7-464B-9C29-27532598C480}" srcOrd="0" destOrd="0" parTransId="{F536DD5C-A1BF-2B4E-BA41-224190CDACBA}" sibTransId="{73112A10-3526-2B42-84C8-8FDD3464A84B}"/>
    <dgm:cxn modelId="{F1E9D6C9-78F8-FA48-AF44-0293A358CE48}" type="presOf" srcId="{02F5AFF7-CDD4-3741-9A76-38E2F765F340}" destId="{9AD3A655-9D71-A04B-BCCB-167F3BC99011}" srcOrd="0" destOrd="0" presId="urn:microsoft.com/office/officeart/2005/8/layout/cycle2"/>
    <dgm:cxn modelId="{208715D5-4A58-DE4D-8592-0E904CE76BB6}" type="presOf" srcId="{F3EE5202-94A7-304D-B4E1-11039853A28C}" destId="{499FFBE6-6AF5-2C4B-AA76-5556E7BCE212}" srcOrd="0" destOrd="0" presId="urn:microsoft.com/office/officeart/2005/8/layout/cycle2"/>
    <dgm:cxn modelId="{8C9C53D9-16CB-2A4D-92EC-4A69010C9DA9}" srcId="{89A3FCC5-588D-944F-BC90-FAC592CCB3B4}" destId="{461D8889-AF46-694D-A36C-2AEE5203B328}" srcOrd="1" destOrd="0" parTransId="{FEF94E81-6784-DC41-9E83-894037A3F007}" sibTransId="{3BFBD740-0DB0-C44E-A7D4-6CBA06221213}"/>
    <dgm:cxn modelId="{D9176FDB-3835-D94E-B5A6-D864FC5B6676}" type="presOf" srcId="{F7BEB0CD-ADC7-464B-9C29-27532598C480}" destId="{C9F2A17C-0457-804D-ABF8-5959413D5421}" srcOrd="0" destOrd="0" presId="urn:microsoft.com/office/officeart/2005/8/layout/cycle2"/>
    <dgm:cxn modelId="{284142DC-1EFE-B848-B8A9-F0959FC4F00E}" type="presOf" srcId="{95619A2D-FFA3-3B44-B565-19797EB7B6E1}" destId="{ADD72F07-6150-6944-846D-8B8E659A707D}" srcOrd="0" destOrd="0" presId="urn:microsoft.com/office/officeart/2005/8/layout/cycle2"/>
    <dgm:cxn modelId="{91134CE9-4EBD-9047-A798-321095EF3D24}" srcId="{89A3FCC5-588D-944F-BC90-FAC592CCB3B4}" destId="{D7C4A8AB-BCAE-614B-8814-43431381C496}" srcOrd="2" destOrd="0" parTransId="{E05DEC1F-DCDE-E749-9971-EE94D953CC49}" sibTransId="{6E9B01EB-CA76-5F4B-AB09-B3B369BA2342}"/>
    <dgm:cxn modelId="{D77576EA-6D74-6745-9870-B2EE13102326}" type="presOf" srcId="{02F5AFF7-CDD4-3741-9A76-38E2F765F340}" destId="{1B3C2CB6-A15B-9D41-AEA2-BC1D2A921ED5}" srcOrd="1" destOrd="0" presId="urn:microsoft.com/office/officeart/2005/8/layout/cycle2"/>
    <dgm:cxn modelId="{D527433C-71A7-5546-926C-23CAB4B20B95}" type="presParOf" srcId="{EDD95095-F97D-1B48-B3AD-575D3B543639}" destId="{C9F2A17C-0457-804D-ABF8-5959413D5421}" srcOrd="0" destOrd="0" presId="urn:microsoft.com/office/officeart/2005/8/layout/cycle2"/>
    <dgm:cxn modelId="{B4CB56F4-95E8-DF4C-9229-6157E640EEA4}" type="presParOf" srcId="{EDD95095-F97D-1B48-B3AD-575D3B543639}" destId="{4441EA0B-78E4-D249-A96F-8C8645E849DF}" srcOrd="1" destOrd="0" presId="urn:microsoft.com/office/officeart/2005/8/layout/cycle2"/>
    <dgm:cxn modelId="{3D719A02-BBC7-7949-A85A-A8C13F3FE4F9}" type="presParOf" srcId="{4441EA0B-78E4-D249-A96F-8C8645E849DF}" destId="{7DA7C728-1B86-2349-9250-2CBADA2906E4}" srcOrd="0" destOrd="0" presId="urn:microsoft.com/office/officeart/2005/8/layout/cycle2"/>
    <dgm:cxn modelId="{7E6A0329-B1A5-D545-8912-6ED3F8F4C63E}" type="presParOf" srcId="{EDD95095-F97D-1B48-B3AD-575D3B543639}" destId="{A2B2CAC8-DED7-4448-BCDD-0021BE11FBFA}" srcOrd="2" destOrd="0" presId="urn:microsoft.com/office/officeart/2005/8/layout/cycle2"/>
    <dgm:cxn modelId="{9287B1CF-2C78-934A-AC85-C95518B46D73}" type="presParOf" srcId="{EDD95095-F97D-1B48-B3AD-575D3B543639}" destId="{C72436F1-5D0E-3B4F-87D1-E245A90D4222}" srcOrd="3" destOrd="0" presId="urn:microsoft.com/office/officeart/2005/8/layout/cycle2"/>
    <dgm:cxn modelId="{3BFD7B66-FF67-4C44-935E-F6ED26D422D1}" type="presParOf" srcId="{C72436F1-5D0E-3B4F-87D1-E245A90D4222}" destId="{35405F8C-4B80-914C-A0B5-C9BECE5B6FDB}" srcOrd="0" destOrd="0" presId="urn:microsoft.com/office/officeart/2005/8/layout/cycle2"/>
    <dgm:cxn modelId="{767531DE-B832-9B43-8D7A-79BECA6A1A1B}" type="presParOf" srcId="{EDD95095-F97D-1B48-B3AD-575D3B543639}" destId="{2ED34D25-6473-974F-804B-2DD19A9D972B}" srcOrd="4" destOrd="0" presId="urn:microsoft.com/office/officeart/2005/8/layout/cycle2"/>
    <dgm:cxn modelId="{87DB1388-6214-AA46-A5C9-2D5A67390B28}" type="presParOf" srcId="{EDD95095-F97D-1B48-B3AD-575D3B543639}" destId="{943A7EAD-42FD-3E4E-97A0-4C387A068801}" srcOrd="5" destOrd="0" presId="urn:microsoft.com/office/officeart/2005/8/layout/cycle2"/>
    <dgm:cxn modelId="{A378C2BD-64E8-A04D-B3ED-C0D7FD896F0E}" type="presParOf" srcId="{943A7EAD-42FD-3E4E-97A0-4C387A068801}" destId="{59D21385-02D0-D24C-9EA4-3D6EC358ABDE}" srcOrd="0" destOrd="0" presId="urn:microsoft.com/office/officeart/2005/8/layout/cycle2"/>
    <dgm:cxn modelId="{F7CA8025-5E18-2F45-9C58-F594C73C539A}" type="presParOf" srcId="{EDD95095-F97D-1B48-B3AD-575D3B543639}" destId="{ADD72F07-6150-6944-846D-8B8E659A707D}" srcOrd="6" destOrd="0" presId="urn:microsoft.com/office/officeart/2005/8/layout/cycle2"/>
    <dgm:cxn modelId="{9C0695C1-1D0E-5B4A-B7B6-E4833F0A9E55}" type="presParOf" srcId="{EDD95095-F97D-1B48-B3AD-575D3B543639}" destId="{499FFBE6-6AF5-2C4B-AA76-5556E7BCE212}" srcOrd="7" destOrd="0" presId="urn:microsoft.com/office/officeart/2005/8/layout/cycle2"/>
    <dgm:cxn modelId="{54BD639F-015C-D449-99F5-5FDFF2098039}" type="presParOf" srcId="{499FFBE6-6AF5-2C4B-AA76-5556E7BCE212}" destId="{7E3449D9-F616-4641-87A0-B7E613145C5C}" srcOrd="0" destOrd="0" presId="urn:microsoft.com/office/officeart/2005/8/layout/cycle2"/>
    <dgm:cxn modelId="{96499CC9-AE7D-B845-AE88-4A16A2A43492}" type="presParOf" srcId="{EDD95095-F97D-1B48-B3AD-575D3B543639}" destId="{EC5113DD-F69B-E64A-9AB1-88A08F9A8D19}" srcOrd="8" destOrd="0" presId="urn:microsoft.com/office/officeart/2005/8/layout/cycle2"/>
    <dgm:cxn modelId="{85915099-C18A-DF4E-9809-C4281D121C0C}" type="presParOf" srcId="{EDD95095-F97D-1B48-B3AD-575D3B543639}" destId="{9AD3A655-9D71-A04B-BCCB-167F3BC99011}" srcOrd="9" destOrd="0" presId="urn:microsoft.com/office/officeart/2005/8/layout/cycle2"/>
    <dgm:cxn modelId="{8B3B9C22-6D5C-4345-929D-139BC7D5B612}" type="presParOf" srcId="{9AD3A655-9D71-A04B-BCCB-167F3BC99011}" destId="{1B3C2CB6-A15B-9D41-AEA2-BC1D2A921ED5}" srcOrd="0" destOrd="0" presId="urn:microsoft.com/office/officeart/2005/8/layout/cycle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9A3FCC5-588D-944F-BC90-FAC592CCB3B4}" type="doc">
      <dgm:prSet loTypeId="urn:microsoft.com/office/officeart/2005/8/layout/cycle2" loCatId="" qsTypeId="urn:microsoft.com/office/officeart/2005/8/quickstyle/simple1" qsCatId="simple" csTypeId="urn:microsoft.com/office/officeart/2005/8/colors/accent0_3" csCatId="mainScheme" phldr="1"/>
      <dgm:spPr/>
      <dgm:t>
        <a:bodyPr/>
        <a:lstStyle/>
        <a:p>
          <a:endParaRPr lang="en-GB"/>
        </a:p>
      </dgm:t>
    </dgm:pt>
    <dgm:pt modelId="{F7BEB0CD-ADC7-464B-9C29-27532598C480}">
      <dgm:prSet phldrT="[Text]" custT="1"/>
      <dgm:spPr>
        <a:ln>
          <a:noFill/>
        </a:ln>
      </dgm:spPr>
      <dgm:t>
        <a:bodyPr/>
        <a:lstStyle/>
        <a:p>
          <a:endParaRPr lang="en-GB" sz="1100"/>
        </a:p>
      </dgm:t>
    </dgm:pt>
    <dgm:pt modelId="{F536DD5C-A1BF-2B4E-BA41-224190CDACBA}" type="parTrans" cxnId="{7B20FAC0-B151-B44C-A61B-DEA9FFA1B2FD}">
      <dgm:prSet/>
      <dgm:spPr/>
      <dgm:t>
        <a:bodyPr/>
        <a:lstStyle/>
        <a:p>
          <a:endParaRPr lang="en-GB" sz="1800"/>
        </a:p>
      </dgm:t>
    </dgm:pt>
    <dgm:pt modelId="{73112A10-3526-2B42-84C8-8FDD3464A84B}" type="sibTrans" cxnId="{7B20FAC0-B151-B44C-A61B-DEA9FFA1B2FD}">
      <dgm:prSet custT="1"/>
      <dgm:spPr/>
      <dgm:t>
        <a:bodyPr/>
        <a:lstStyle/>
        <a:p>
          <a:endParaRPr lang="en-GB" sz="900"/>
        </a:p>
      </dgm:t>
    </dgm:pt>
    <dgm:pt modelId="{461D8889-AF46-694D-A36C-2AEE5203B328}">
      <dgm:prSet phldrT="[Text]" custT="1"/>
      <dgm:spPr>
        <a:solidFill>
          <a:schemeClr val="accent4"/>
        </a:solidFill>
        <a:ln>
          <a:noFill/>
        </a:ln>
      </dgm:spPr>
      <dgm:t>
        <a:bodyPr/>
        <a:lstStyle/>
        <a:p>
          <a:endParaRPr lang="en-GB" sz="1100"/>
        </a:p>
      </dgm:t>
    </dgm:pt>
    <dgm:pt modelId="{FEF94E81-6784-DC41-9E83-894037A3F007}" type="parTrans" cxnId="{8C9C53D9-16CB-2A4D-92EC-4A69010C9DA9}">
      <dgm:prSet/>
      <dgm:spPr/>
      <dgm:t>
        <a:bodyPr/>
        <a:lstStyle/>
        <a:p>
          <a:endParaRPr lang="en-GB" sz="1800"/>
        </a:p>
      </dgm:t>
    </dgm:pt>
    <dgm:pt modelId="{3BFBD740-0DB0-C44E-A7D4-6CBA06221213}" type="sibTrans" cxnId="{8C9C53D9-16CB-2A4D-92EC-4A69010C9DA9}">
      <dgm:prSet custT="1"/>
      <dgm:spPr/>
      <dgm:t>
        <a:bodyPr/>
        <a:lstStyle/>
        <a:p>
          <a:endParaRPr lang="en-GB" sz="900"/>
        </a:p>
      </dgm:t>
    </dgm:pt>
    <dgm:pt modelId="{D7C4A8AB-BCAE-614B-8814-43431381C496}">
      <dgm:prSet phldrT="[Text]" custT="1"/>
      <dgm:spPr>
        <a:solidFill>
          <a:schemeClr val="accent2"/>
        </a:solidFill>
        <a:ln>
          <a:noFill/>
        </a:ln>
      </dgm:spPr>
      <dgm:t>
        <a:bodyPr/>
        <a:lstStyle/>
        <a:p>
          <a:endParaRPr lang="en-GB" sz="1100"/>
        </a:p>
      </dgm:t>
    </dgm:pt>
    <dgm:pt modelId="{E05DEC1F-DCDE-E749-9971-EE94D953CC49}" type="parTrans" cxnId="{91134CE9-4EBD-9047-A798-321095EF3D24}">
      <dgm:prSet/>
      <dgm:spPr/>
      <dgm:t>
        <a:bodyPr/>
        <a:lstStyle/>
        <a:p>
          <a:endParaRPr lang="en-GB" sz="1800"/>
        </a:p>
      </dgm:t>
    </dgm:pt>
    <dgm:pt modelId="{6E9B01EB-CA76-5F4B-AB09-B3B369BA2342}" type="sibTrans" cxnId="{91134CE9-4EBD-9047-A798-321095EF3D24}">
      <dgm:prSet custT="1"/>
      <dgm:spPr/>
      <dgm:t>
        <a:bodyPr/>
        <a:lstStyle/>
        <a:p>
          <a:endParaRPr lang="en-GB" sz="900"/>
        </a:p>
      </dgm:t>
    </dgm:pt>
    <dgm:pt modelId="{95619A2D-FFA3-3B44-B565-19797EB7B6E1}">
      <dgm:prSet phldrT="[Text]" custT="1"/>
      <dgm:spPr>
        <a:solidFill>
          <a:schemeClr val="accent3"/>
        </a:solidFill>
        <a:ln>
          <a:noFill/>
        </a:ln>
      </dgm:spPr>
      <dgm:t>
        <a:bodyPr/>
        <a:lstStyle/>
        <a:p>
          <a:endParaRPr lang="en-GB" sz="1100"/>
        </a:p>
      </dgm:t>
    </dgm:pt>
    <dgm:pt modelId="{3CD38CC5-C634-D740-8772-585F58AF93D3}" type="parTrans" cxnId="{67C72B99-B2B1-AF49-A5D9-186B18EAF4BF}">
      <dgm:prSet/>
      <dgm:spPr/>
      <dgm:t>
        <a:bodyPr/>
        <a:lstStyle/>
        <a:p>
          <a:endParaRPr lang="en-GB" sz="1800"/>
        </a:p>
      </dgm:t>
    </dgm:pt>
    <dgm:pt modelId="{F3EE5202-94A7-304D-B4E1-11039853A28C}" type="sibTrans" cxnId="{67C72B99-B2B1-AF49-A5D9-186B18EAF4BF}">
      <dgm:prSet custT="1"/>
      <dgm:spPr/>
      <dgm:t>
        <a:bodyPr/>
        <a:lstStyle/>
        <a:p>
          <a:endParaRPr lang="en-GB" sz="900"/>
        </a:p>
      </dgm:t>
    </dgm:pt>
    <dgm:pt modelId="{EDD95095-F97D-1B48-B3AD-575D3B543639}" type="pres">
      <dgm:prSet presAssocID="{89A3FCC5-588D-944F-BC90-FAC592CCB3B4}" presName="cycle" presStyleCnt="0">
        <dgm:presLayoutVars>
          <dgm:dir/>
          <dgm:resizeHandles val="exact"/>
        </dgm:presLayoutVars>
      </dgm:prSet>
      <dgm:spPr/>
    </dgm:pt>
    <dgm:pt modelId="{C9F2A17C-0457-804D-ABF8-5959413D5421}" type="pres">
      <dgm:prSet presAssocID="{F7BEB0CD-ADC7-464B-9C29-27532598C480}" presName="node" presStyleLbl="node1" presStyleIdx="0" presStyleCnt="4">
        <dgm:presLayoutVars>
          <dgm:bulletEnabled val="1"/>
        </dgm:presLayoutVars>
      </dgm:prSet>
      <dgm:spPr/>
    </dgm:pt>
    <dgm:pt modelId="{4441EA0B-78E4-D249-A96F-8C8645E849DF}" type="pres">
      <dgm:prSet presAssocID="{73112A10-3526-2B42-84C8-8FDD3464A84B}" presName="sibTrans" presStyleLbl="sibTrans2D1" presStyleIdx="0" presStyleCnt="4"/>
      <dgm:spPr/>
    </dgm:pt>
    <dgm:pt modelId="{7DA7C728-1B86-2349-9250-2CBADA2906E4}" type="pres">
      <dgm:prSet presAssocID="{73112A10-3526-2B42-84C8-8FDD3464A84B}" presName="connectorText" presStyleLbl="sibTrans2D1" presStyleIdx="0" presStyleCnt="4"/>
      <dgm:spPr/>
    </dgm:pt>
    <dgm:pt modelId="{A2B2CAC8-DED7-4448-BCDD-0021BE11FBFA}" type="pres">
      <dgm:prSet presAssocID="{461D8889-AF46-694D-A36C-2AEE5203B328}" presName="node" presStyleLbl="node1" presStyleIdx="1" presStyleCnt="4">
        <dgm:presLayoutVars>
          <dgm:bulletEnabled val="1"/>
        </dgm:presLayoutVars>
      </dgm:prSet>
      <dgm:spPr/>
    </dgm:pt>
    <dgm:pt modelId="{C72436F1-5D0E-3B4F-87D1-E245A90D4222}" type="pres">
      <dgm:prSet presAssocID="{3BFBD740-0DB0-C44E-A7D4-6CBA06221213}" presName="sibTrans" presStyleLbl="sibTrans2D1" presStyleIdx="1" presStyleCnt="4"/>
      <dgm:spPr/>
    </dgm:pt>
    <dgm:pt modelId="{35405F8C-4B80-914C-A0B5-C9BECE5B6FDB}" type="pres">
      <dgm:prSet presAssocID="{3BFBD740-0DB0-C44E-A7D4-6CBA06221213}" presName="connectorText" presStyleLbl="sibTrans2D1" presStyleIdx="1" presStyleCnt="4"/>
      <dgm:spPr/>
    </dgm:pt>
    <dgm:pt modelId="{2ED34D25-6473-974F-804B-2DD19A9D972B}" type="pres">
      <dgm:prSet presAssocID="{D7C4A8AB-BCAE-614B-8814-43431381C496}" presName="node" presStyleLbl="node1" presStyleIdx="2" presStyleCnt="4">
        <dgm:presLayoutVars>
          <dgm:bulletEnabled val="1"/>
        </dgm:presLayoutVars>
      </dgm:prSet>
      <dgm:spPr/>
    </dgm:pt>
    <dgm:pt modelId="{943A7EAD-42FD-3E4E-97A0-4C387A068801}" type="pres">
      <dgm:prSet presAssocID="{6E9B01EB-CA76-5F4B-AB09-B3B369BA2342}" presName="sibTrans" presStyleLbl="sibTrans2D1" presStyleIdx="2" presStyleCnt="4"/>
      <dgm:spPr/>
    </dgm:pt>
    <dgm:pt modelId="{59D21385-02D0-D24C-9EA4-3D6EC358ABDE}" type="pres">
      <dgm:prSet presAssocID="{6E9B01EB-CA76-5F4B-AB09-B3B369BA2342}" presName="connectorText" presStyleLbl="sibTrans2D1" presStyleIdx="2" presStyleCnt="4"/>
      <dgm:spPr/>
    </dgm:pt>
    <dgm:pt modelId="{ADD72F07-6150-6944-846D-8B8E659A707D}" type="pres">
      <dgm:prSet presAssocID="{95619A2D-FFA3-3B44-B565-19797EB7B6E1}" presName="node" presStyleLbl="node1" presStyleIdx="3" presStyleCnt="4">
        <dgm:presLayoutVars>
          <dgm:bulletEnabled val="1"/>
        </dgm:presLayoutVars>
      </dgm:prSet>
      <dgm:spPr/>
    </dgm:pt>
    <dgm:pt modelId="{499FFBE6-6AF5-2C4B-AA76-5556E7BCE212}" type="pres">
      <dgm:prSet presAssocID="{F3EE5202-94A7-304D-B4E1-11039853A28C}" presName="sibTrans" presStyleLbl="sibTrans2D1" presStyleIdx="3" presStyleCnt="4"/>
      <dgm:spPr/>
    </dgm:pt>
    <dgm:pt modelId="{7E3449D9-F616-4641-87A0-B7E613145C5C}" type="pres">
      <dgm:prSet presAssocID="{F3EE5202-94A7-304D-B4E1-11039853A28C}" presName="connectorText" presStyleLbl="sibTrans2D1" presStyleIdx="3" presStyleCnt="4"/>
      <dgm:spPr/>
    </dgm:pt>
  </dgm:ptLst>
  <dgm:cxnLst>
    <dgm:cxn modelId="{44BACB09-F3B6-384C-B513-C9540A7BC899}" type="presOf" srcId="{73112A10-3526-2B42-84C8-8FDD3464A84B}" destId="{7DA7C728-1B86-2349-9250-2CBADA2906E4}" srcOrd="1" destOrd="0" presId="urn:microsoft.com/office/officeart/2005/8/layout/cycle2"/>
    <dgm:cxn modelId="{F7120B0D-7DA7-A846-B397-6ABD9BE3C733}" type="presOf" srcId="{D7C4A8AB-BCAE-614B-8814-43431381C496}" destId="{2ED34D25-6473-974F-804B-2DD19A9D972B}" srcOrd="0" destOrd="0" presId="urn:microsoft.com/office/officeart/2005/8/layout/cycle2"/>
    <dgm:cxn modelId="{E8A8B413-BC1D-4741-A877-B9CFB8855BBC}" type="presOf" srcId="{6E9B01EB-CA76-5F4B-AB09-B3B369BA2342}" destId="{59D21385-02D0-D24C-9EA4-3D6EC358ABDE}" srcOrd="1" destOrd="0" presId="urn:microsoft.com/office/officeart/2005/8/layout/cycle2"/>
    <dgm:cxn modelId="{FBDDDB26-495E-F548-B869-66CB10B73D54}" type="presOf" srcId="{89A3FCC5-588D-944F-BC90-FAC592CCB3B4}" destId="{EDD95095-F97D-1B48-B3AD-575D3B543639}" srcOrd="0" destOrd="0" presId="urn:microsoft.com/office/officeart/2005/8/layout/cycle2"/>
    <dgm:cxn modelId="{2807AF29-0BAC-5442-A8BA-EA9C3AEB7E1B}" type="presOf" srcId="{F3EE5202-94A7-304D-B4E1-11039853A28C}" destId="{7E3449D9-F616-4641-87A0-B7E613145C5C}" srcOrd="1" destOrd="0" presId="urn:microsoft.com/office/officeart/2005/8/layout/cycle2"/>
    <dgm:cxn modelId="{67C72B99-B2B1-AF49-A5D9-186B18EAF4BF}" srcId="{89A3FCC5-588D-944F-BC90-FAC592CCB3B4}" destId="{95619A2D-FFA3-3B44-B565-19797EB7B6E1}" srcOrd="3" destOrd="0" parTransId="{3CD38CC5-C634-D740-8772-585F58AF93D3}" sibTransId="{F3EE5202-94A7-304D-B4E1-11039853A28C}"/>
    <dgm:cxn modelId="{19FE9C99-13E5-DB41-8CC9-0E00E3CE3AA4}" type="presOf" srcId="{73112A10-3526-2B42-84C8-8FDD3464A84B}" destId="{4441EA0B-78E4-D249-A96F-8C8645E849DF}" srcOrd="0" destOrd="0" presId="urn:microsoft.com/office/officeart/2005/8/layout/cycle2"/>
    <dgm:cxn modelId="{9E2D8CA1-182A-F642-9119-D09E04762681}" type="presOf" srcId="{6E9B01EB-CA76-5F4B-AB09-B3B369BA2342}" destId="{943A7EAD-42FD-3E4E-97A0-4C387A068801}" srcOrd="0" destOrd="0" presId="urn:microsoft.com/office/officeart/2005/8/layout/cycle2"/>
    <dgm:cxn modelId="{7D6B0EA7-2B56-FB4E-9BB3-4E3866363FF9}" type="presOf" srcId="{461D8889-AF46-694D-A36C-2AEE5203B328}" destId="{A2B2CAC8-DED7-4448-BCDD-0021BE11FBFA}" srcOrd="0" destOrd="0" presId="urn:microsoft.com/office/officeart/2005/8/layout/cycle2"/>
    <dgm:cxn modelId="{830A8EAC-B185-E344-B7DF-D38EC0174D6F}" type="presOf" srcId="{3BFBD740-0DB0-C44E-A7D4-6CBA06221213}" destId="{35405F8C-4B80-914C-A0B5-C9BECE5B6FDB}" srcOrd="1" destOrd="0" presId="urn:microsoft.com/office/officeart/2005/8/layout/cycle2"/>
    <dgm:cxn modelId="{A4B942B5-136E-1B48-9F22-38E81B71E5F5}" type="presOf" srcId="{3BFBD740-0DB0-C44E-A7D4-6CBA06221213}" destId="{C72436F1-5D0E-3B4F-87D1-E245A90D4222}" srcOrd="0" destOrd="0" presId="urn:microsoft.com/office/officeart/2005/8/layout/cycle2"/>
    <dgm:cxn modelId="{7B20FAC0-B151-B44C-A61B-DEA9FFA1B2FD}" srcId="{89A3FCC5-588D-944F-BC90-FAC592CCB3B4}" destId="{F7BEB0CD-ADC7-464B-9C29-27532598C480}" srcOrd="0" destOrd="0" parTransId="{F536DD5C-A1BF-2B4E-BA41-224190CDACBA}" sibTransId="{73112A10-3526-2B42-84C8-8FDD3464A84B}"/>
    <dgm:cxn modelId="{208715D5-4A58-DE4D-8592-0E904CE76BB6}" type="presOf" srcId="{F3EE5202-94A7-304D-B4E1-11039853A28C}" destId="{499FFBE6-6AF5-2C4B-AA76-5556E7BCE212}" srcOrd="0" destOrd="0" presId="urn:microsoft.com/office/officeart/2005/8/layout/cycle2"/>
    <dgm:cxn modelId="{8C9C53D9-16CB-2A4D-92EC-4A69010C9DA9}" srcId="{89A3FCC5-588D-944F-BC90-FAC592CCB3B4}" destId="{461D8889-AF46-694D-A36C-2AEE5203B328}" srcOrd="1" destOrd="0" parTransId="{FEF94E81-6784-DC41-9E83-894037A3F007}" sibTransId="{3BFBD740-0DB0-C44E-A7D4-6CBA06221213}"/>
    <dgm:cxn modelId="{D9176FDB-3835-D94E-B5A6-D864FC5B6676}" type="presOf" srcId="{F7BEB0CD-ADC7-464B-9C29-27532598C480}" destId="{C9F2A17C-0457-804D-ABF8-5959413D5421}" srcOrd="0" destOrd="0" presId="urn:microsoft.com/office/officeart/2005/8/layout/cycle2"/>
    <dgm:cxn modelId="{284142DC-1EFE-B848-B8A9-F0959FC4F00E}" type="presOf" srcId="{95619A2D-FFA3-3B44-B565-19797EB7B6E1}" destId="{ADD72F07-6150-6944-846D-8B8E659A707D}" srcOrd="0" destOrd="0" presId="urn:microsoft.com/office/officeart/2005/8/layout/cycle2"/>
    <dgm:cxn modelId="{91134CE9-4EBD-9047-A798-321095EF3D24}" srcId="{89A3FCC5-588D-944F-BC90-FAC592CCB3B4}" destId="{D7C4A8AB-BCAE-614B-8814-43431381C496}" srcOrd="2" destOrd="0" parTransId="{E05DEC1F-DCDE-E749-9971-EE94D953CC49}" sibTransId="{6E9B01EB-CA76-5F4B-AB09-B3B369BA2342}"/>
    <dgm:cxn modelId="{D527433C-71A7-5546-926C-23CAB4B20B95}" type="presParOf" srcId="{EDD95095-F97D-1B48-B3AD-575D3B543639}" destId="{C9F2A17C-0457-804D-ABF8-5959413D5421}" srcOrd="0" destOrd="0" presId="urn:microsoft.com/office/officeart/2005/8/layout/cycle2"/>
    <dgm:cxn modelId="{B4CB56F4-95E8-DF4C-9229-6157E640EEA4}" type="presParOf" srcId="{EDD95095-F97D-1B48-B3AD-575D3B543639}" destId="{4441EA0B-78E4-D249-A96F-8C8645E849DF}" srcOrd="1" destOrd="0" presId="urn:microsoft.com/office/officeart/2005/8/layout/cycle2"/>
    <dgm:cxn modelId="{3D719A02-BBC7-7949-A85A-A8C13F3FE4F9}" type="presParOf" srcId="{4441EA0B-78E4-D249-A96F-8C8645E849DF}" destId="{7DA7C728-1B86-2349-9250-2CBADA2906E4}" srcOrd="0" destOrd="0" presId="urn:microsoft.com/office/officeart/2005/8/layout/cycle2"/>
    <dgm:cxn modelId="{7E6A0329-B1A5-D545-8912-6ED3F8F4C63E}" type="presParOf" srcId="{EDD95095-F97D-1B48-B3AD-575D3B543639}" destId="{A2B2CAC8-DED7-4448-BCDD-0021BE11FBFA}" srcOrd="2" destOrd="0" presId="urn:microsoft.com/office/officeart/2005/8/layout/cycle2"/>
    <dgm:cxn modelId="{9287B1CF-2C78-934A-AC85-C95518B46D73}" type="presParOf" srcId="{EDD95095-F97D-1B48-B3AD-575D3B543639}" destId="{C72436F1-5D0E-3B4F-87D1-E245A90D4222}" srcOrd="3" destOrd="0" presId="urn:microsoft.com/office/officeart/2005/8/layout/cycle2"/>
    <dgm:cxn modelId="{3BFD7B66-FF67-4C44-935E-F6ED26D422D1}" type="presParOf" srcId="{C72436F1-5D0E-3B4F-87D1-E245A90D4222}" destId="{35405F8C-4B80-914C-A0B5-C9BECE5B6FDB}" srcOrd="0" destOrd="0" presId="urn:microsoft.com/office/officeart/2005/8/layout/cycle2"/>
    <dgm:cxn modelId="{767531DE-B832-9B43-8D7A-79BECA6A1A1B}" type="presParOf" srcId="{EDD95095-F97D-1B48-B3AD-575D3B543639}" destId="{2ED34D25-6473-974F-804B-2DD19A9D972B}" srcOrd="4" destOrd="0" presId="urn:microsoft.com/office/officeart/2005/8/layout/cycle2"/>
    <dgm:cxn modelId="{87DB1388-6214-AA46-A5C9-2D5A67390B28}" type="presParOf" srcId="{EDD95095-F97D-1B48-B3AD-575D3B543639}" destId="{943A7EAD-42FD-3E4E-97A0-4C387A068801}" srcOrd="5" destOrd="0" presId="urn:microsoft.com/office/officeart/2005/8/layout/cycle2"/>
    <dgm:cxn modelId="{A378C2BD-64E8-A04D-B3ED-C0D7FD896F0E}" type="presParOf" srcId="{943A7EAD-42FD-3E4E-97A0-4C387A068801}" destId="{59D21385-02D0-D24C-9EA4-3D6EC358ABDE}" srcOrd="0" destOrd="0" presId="urn:microsoft.com/office/officeart/2005/8/layout/cycle2"/>
    <dgm:cxn modelId="{F7CA8025-5E18-2F45-9C58-F594C73C539A}" type="presParOf" srcId="{EDD95095-F97D-1B48-B3AD-575D3B543639}" destId="{ADD72F07-6150-6944-846D-8B8E659A707D}" srcOrd="6" destOrd="0" presId="urn:microsoft.com/office/officeart/2005/8/layout/cycle2"/>
    <dgm:cxn modelId="{9C0695C1-1D0E-5B4A-B7B6-E4833F0A9E55}" type="presParOf" srcId="{EDD95095-F97D-1B48-B3AD-575D3B543639}" destId="{499FFBE6-6AF5-2C4B-AA76-5556E7BCE212}" srcOrd="7" destOrd="0" presId="urn:microsoft.com/office/officeart/2005/8/layout/cycle2"/>
    <dgm:cxn modelId="{54BD639F-015C-D449-99F5-5FDFF2098039}" type="presParOf" srcId="{499FFBE6-6AF5-2C4B-AA76-5556E7BCE212}" destId="{7E3449D9-F616-4641-87A0-B7E613145C5C}" srcOrd="0" destOrd="0" presId="urn:microsoft.com/office/officeart/2005/8/layout/cycle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0DC747A-BD56-44F0-99E5-AE260B379E15}"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A35ADA84-1106-45CE-B1E6-764C7D7EA748}">
      <dgm:prSet custT="1"/>
      <dgm:spPr/>
      <dgm:t>
        <a:bodyPr/>
        <a:lstStyle/>
        <a:p>
          <a:pPr>
            <a:lnSpc>
              <a:spcPct val="100000"/>
            </a:lnSpc>
          </a:pPr>
          <a:r>
            <a:rPr lang="en-US" sz="1800" b="1"/>
            <a:t>Purpose</a:t>
          </a:r>
          <a:r>
            <a:rPr lang="en-US" sz="1800"/>
            <a:t>: Protects the personal data and privacy of EU citizens, applying to any organization that processes their data, globally.</a:t>
          </a:r>
        </a:p>
      </dgm:t>
    </dgm:pt>
    <dgm:pt modelId="{471FBBE6-E047-4851-8134-0AF48483C52A}" type="parTrans" cxnId="{ED809D2A-ACD9-4F31-87D7-B915CD647318}">
      <dgm:prSet/>
      <dgm:spPr/>
      <dgm:t>
        <a:bodyPr/>
        <a:lstStyle/>
        <a:p>
          <a:endParaRPr lang="en-US" sz="2000"/>
        </a:p>
      </dgm:t>
    </dgm:pt>
    <dgm:pt modelId="{E02E1E9B-ABAE-4C1F-85C1-195B4B7F561C}" type="sibTrans" cxnId="{ED809D2A-ACD9-4F31-87D7-B915CD647318}">
      <dgm:prSet/>
      <dgm:spPr/>
      <dgm:t>
        <a:bodyPr/>
        <a:lstStyle/>
        <a:p>
          <a:endParaRPr lang="en-US" sz="2000"/>
        </a:p>
      </dgm:t>
    </dgm:pt>
    <dgm:pt modelId="{CB254E1C-B6B0-4DDC-A49A-FB638426A331}">
      <dgm:prSet custT="1"/>
      <dgm:spPr/>
      <dgm:t>
        <a:bodyPr/>
        <a:lstStyle/>
        <a:p>
          <a:pPr>
            <a:lnSpc>
              <a:spcPct val="100000"/>
            </a:lnSpc>
          </a:pPr>
          <a:r>
            <a:rPr lang="en-US" sz="1800" b="1"/>
            <a:t>Key Principles</a:t>
          </a:r>
          <a:r>
            <a:rPr lang="en-US" sz="1800"/>
            <a:t>: </a:t>
          </a:r>
          <a:r>
            <a:rPr lang="en-US" sz="1800" b="0"/>
            <a:t>Lawfulness, Fairness &amp; Transparency; Data Minimization; Purpose Limitation; Accuracy; Security; Storage Limitation.</a:t>
          </a:r>
        </a:p>
      </dgm:t>
    </dgm:pt>
    <dgm:pt modelId="{0260F263-40CB-4814-BB20-D2B70780A18C}" type="parTrans" cxnId="{838D7FBA-A3DA-4671-A4C1-ACA50C819F9A}">
      <dgm:prSet/>
      <dgm:spPr/>
      <dgm:t>
        <a:bodyPr/>
        <a:lstStyle/>
        <a:p>
          <a:endParaRPr lang="en-US" sz="2000"/>
        </a:p>
      </dgm:t>
    </dgm:pt>
    <dgm:pt modelId="{A598A2D7-004C-463D-91B5-29A4DBB5A728}" type="sibTrans" cxnId="{838D7FBA-A3DA-4671-A4C1-ACA50C819F9A}">
      <dgm:prSet/>
      <dgm:spPr/>
      <dgm:t>
        <a:bodyPr/>
        <a:lstStyle/>
        <a:p>
          <a:endParaRPr lang="en-US" sz="2000"/>
        </a:p>
      </dgm:t>
    </dgm:pt>
    <dgm:pt modelId="{E0D687AB-DF32-4755-96DF-D935A1B19F66}">
      <dgm:prSet custT="1"/>
      <dgm:spPr/>
      <dgm:t>
        <a:bodyPr/>
        <a:lstStyle/>
        <a:p>
          <a:pPr>
            <a:lnSpc>
              <a:spcPct val="100000"/>
            </a:lnSpc>
          </a:pPr>
          <a:r>
            <a:rPr lang="en-US" sz="1800" b="1"/>
            <a:t>Data Subject Rights</a:t>
          </a:r>
          <a:r>
            <a:rPr lang="en-US" sz="1800"/>
            <a:t>: </a:t>
          </a:r>
          <a:r>
            <a:rPr lang="en-US" sz="1800" b="0"/>
            <a:t>Access, Rectification, Erasure (Right to be Forgotten), Portability, Object, Restrict.</a:t>
          </a:r>
        </a:p>
      </dgm:t>
    </dgm:pt>
    <dgm:pt modelId="{B057F0FC-EDF0-4886-8D3D-4201152A8DFD}" type="parTrans" cxnId="{926B0EBF-841F-4714-BD81-E3E13D03A94B}">
      <dgm:prSet/>
      <dgm:spPr/>
      <dgm:t>
        <a:bodyPr/>
        <a:lstStyle/>
        <a:p>
          <a:endParaRPr lang="en-US" sz="2000"/>
        </a:p>
      </dgm:t>
    </dgm:pt>
    <dgm:pt modelId="{2E7A999C-06B8-467D-831E-9E3EB0A849CA}" type="sibTrans" cxnId="{926B0EBF-841F-4714-BD81-E3E13D03A94B}">
      <dgm:prSet/>
      <dgm:spPr/>
      <dgm:t>
        <a:bodyPr/>
        <a:lstStyle/>
        <a:p>
          <a:endParaRPr lang="en-US" sz="2000"/>
        </a:p>
      </dgm:t>
    </dgm:pt>
    <dgm:pt modelId="{D8EEC121-B370-4447-A17E-19C89DD46376}">
      <dgm:prSet custT="1"/>
      <dgm:spPr/>
      <dgm:t>
        <a:bodyPr/>
        <a:lstStyle/>
        <a:p>
          <a:pPr>
            <a:lnSpc>
              <a:spcPct val="100000"/>
            </a:lnSpc>
          </a:pPr>
          <a:r>
            <a:rPr lang="en-US" sz="1800" b="1"/>
            <a:t>Breach Reporting</a:t>
          </a:r>
          <a:r>
            <a:rPr lang="en-US" sz="1800"/>
            <a:t>: Notify authorities within 72 hours of a data breach.</a:t>
          </a:r>
        </a:p>
      </dgm:t>
    </dgm:pt>
    <dgm:pt modelId="{0A6C1F2C-1EED-4A9C-B92F-CFFAE7DFF3AE}" type="parTrans" cxnId="{AB4A2D41-19A1-4864-8F80-E3F349A9D617}">
      <dgm:prSet/>
      <dgm:spPr/>
      <dgm:t>
        <a:bodyPr/>
        <a:lstStyle/>
        <a:p>
          <a:endParaRPr lang="en-US" sz="2000"/>
        </a:p>
      </dgm:t>
    </dgm:pt>
    <dgm:pt modelId="{CF6B967D-53BB-4BD1-A83C-53AA945BE102}" type="sibTrans" cxnId="{AB4A2D41-19A1-4864-8F80-E3F349A9D617}">
      <dgm:prSet/>
      <dgm:spPr/>
      <dgm:t>
        <a:bodyPr/>
        <a:lstStyle/>
        <a:p>
          <a:endParaRPr lang="en-US" sz="2000"/>
        </a:p>
      </dgm:t>
    </dgm:pt>
    <dgm:pt modelId="{A1C73863-A5FD-4A76-8E98-339B08FAF0EA}">
      <dgm:prSet custT="1"/>
      <dgm:spPr/>
      <dgm:t>
        <a:bodyPr/>
        <a:lstStyle/>
        <a:p>
          <a:pPr>
            <a:lnSpc>
              <a:spcPct val="100000"/>
            </a:lnSpc>
          </a:pPr>
          <a:r>
            <a:rPr lang="en-US" sz="1800" b="1"/>
            <a:t>Accountability</a:t>
          </a:r>
          <a:r>
            <a:rPr lang="en-US" sz="1800"/>
            <a:t>: Keep detailed records and ensure compliance via </a:t>
          </a:r>
          <a:r>
            <a:rPr lang="en-US" sz="1800" b="1"/>
            <a:t>Data Protection Impact Assessments (DPIAs)</a:t>
          </a:r>
          <a:r>
            <a:rPr lang="en-US" sz="1800"/>
            <a:t> and </a:t>
          </a:r>
          <a:r>
            <a:rPr lang="en-US" sz="1800" b="1"/>
            <a:t>Data Processing Agreements (DPAs)</a:t>
          </a:r>
          <a:r>
            <a:rPr lang="en-US" sz="1800"/>
            <a:t> with third parties.</a:t>
          </a:r>
        </a:p>
      </dgm:t>
    </dgm:pt>
    <dgm:pt modelId="{868E19A9-0AE9-43FD-86B4-D3681DF8A0EC}" type="parTrans" cxnId="{51FB2F12-52F4-477E-BAB2-AD57A90B077A}">
      <dgm:prSet/>
      <dgm:spPr/>
      <dgm:t>
        <a:bodyPr/>
        <a:lstStyle/>
        <a:p>
          <a:endParaRPr lang="en-US" sz="2000"/>
        </a:p>
      </dgm:t>
    </dgm:pt>
    <dgm:pt modelId="{FD833A8B-6D7D-4564-89F3-07EB356D7FB2}" type="sibTrans" cxnId="{51FB2F12-52F4-477E-BAB2-AD57A90B077A}">
      <dgm:prSet/>
      <dgm:spPr/>
      <dgm:t>
        <a:bodyPr/>
        <a:lstStyle/>
        <a:p>
          <a:endParaRPr lang="en-US" sz="2000"/>
        </a:p>
      </dgm:t>
    </dgm:pt>
    <dgm:pt modelId="{895C7DD0-ADEA-4E44-9875-081FE06E4E8A}" type="pres">
      <dgm:prSet presAssocID="{D0DC747A-BD56-44F0-99E5-AE260B379E15}" presName="root" presStyleCnt="0">
        <dgm:presLayoutVars>
          <dgm:dir/>
          <dgm:resizeHandles val="exact"/>
        </dgm:presLayoutVars>
      </dgm:prSet>
      <dgm:spPr/>
    </dgm:pt>
    <dgm:pt modelId="{85B42C21-4773-4EC8-B72D-1C8D278382A3}" type="pres">
      <dgm:prSet presAssocID="{A35ADA84-1106-45CE-B1E6-764C7D7EA748}" presName="compNode" presStyleCnt="0"/>
      <dgm:spPr/>
    </dgm:pt>
    <dgm:pt modelId="{9C660982-C981-4686-9B77-B730B4AF0FBB}" type="pres">
      <dgm:prSet presAssocID="{A35ADA84-1106-45CE-B1E6-764C7D7EA748}" presName="bgRect" presStyleLbl="bgShp" presStyleIdx="0" presStyleCnt="5"/>
      <dgm:spPr>
        <a:noFill/>
      </dgm:spPr>
    </dgm:pt>
    <dgm:pt modelId="{B9E90562-3340-4C82-869C-6B3D044E3BE5}" type="pres">
      <dgm:prSet presAssocID="{A35ADA84-1106-45CE-B1E6-764C7D7EA748}"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ock"/>
        </a:ext>
      </dgm:extLst>
    </dgm:pt>
    <dgm:pt modelId="{051E7917-D17D-4D19-8951-B8050E2A91AD}" type="pres">
      <dgm:prSet presAssocID="{A35ADA84-1106-45CE-B1E6-764C7D7EA748}" presName="spaceRect" presStyleCnt="0"/>
      <dgm:spPr/>
    </dgm:pt>
    <dgm:pt modelId="{006BBBCA-5F69-420D-9268-48F91445E52E}" type="pres">
      <dgm:prSet presAssocID="{A35ADA84-1106-45CE-B1E6-764C7D7EA748}" presName="parTx" presStyleLbl="revTx" presStyleIdx="0" presStyleCnt="5">
        <dgm:presLayoutVars>
          <dgm:chMax val="0"/>
          <dgm:chPref val="0"/>
        </dgm:presLayoutVars>
      </dgm:prSet>
      <dgm:spPr/>
    </dgm:pt>
    <dgm:pt modelId="{40F3A37C-2138-4291-A61F-3443C9F9CFD7}" type="pres">
      <dgm:prSet presAssocID="{E02E1E9B-ABAE-4C1F-85C1-195B4B7F561C}" presName="sibTrans" presStyleCnt="0"/>
      <dgm:spPr/>
    </dgm:pt>
    <dgm:pt modelId="{7C2986DD-8C26-4796-9FE3-E5553BA50D3A}" type="pres">
      <dgm:prSet presAssocID="{CB254E1C-B6B0-4DDC-A49A-FB638426A331}" presName="compNode" presStyleCnt="0"/>
      <dgm:spPr/>
    </dgm:pt>
    <dgm:pt modelId="{5B324F69-5023-49A5-BD05-707FA2C8FCDA}" type="pres">
      <dgm:prSet presAssocID="{CB254E1C-B6B0-4DDC-A49A-FB638426A331}" presName="bgRect" presStyleLbl="bgShp" presStyleIdx="1" presStyleCnt="5"/>
      <dgm:spPr>
        <a:noFill/>
      </dgm:spPr>
    </dgm:pt>
    <dgm:pt modelId="{7D8F4337-10FF-476B-9688-2C307460FEBD}" type="pres">
      <dgm:prSet presAssocID="{CB254E1C-B6B0-4DDC-A49A-FB638426A331}"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cales of Justice"/>
        </a:ext>
      </dgm:extLst>
    </dgm:pt>
    <dgm:pt modelId="{085B6430-547E-4DD8-9193-B2CBB531058F}" type="pres">
      <dgm:prSet presAssocID="{CB254E1C-B6B0-4DDC-A49A-FB638426A331}" presName="spaceRect" presStyleCnt="0"/>
      <dgm:spPr/>
    </dgm:pt>
    <dgm:pt modelId="{E58501C4-3237-4B9B-A78B-2E82312DD869}" type="pres">
      <dgm:prSet presAssocID="{CB254E1C-B6B0-4DDC-A49A-FB638426A331}" presName="parTx" presStyleLbl="revTx" presStyleIdx="1" presStyleCnt="5">
        <dgm:presLayoutVars>
          <dgm:chMax val="0"/>
          <dgm:chPref val="0"/>
        </dgm:presLayoutVars>
      </dgm:prSet>
      <dgm:spPr/>
    </dgm:pt>
    <dgm:pt modelId="{A4CB1A3B-2540-4FF1-987E-DC1C19BD46B3}" type="pres">
      <dgm:prSet presAssocID="{A598A2D7-004C-463D-91B5-29A4DBB5A728}" presName="sibTrans" presStyleCnt="0"/>
      <dgm:spPr/>
    </dgm:pt>
    <dgm:pt modelId="{FE7CF5A7-962B-44B4-B760-F083C871F584}" type="pres">
      <dgm:prSet presAssocID="{E0D687AB-DF32-4755-96DF-D935A1B19F66}" presName="compNode" presStyleCnt="0"/>
      <dgm:spPr/>
    </dgm:pt>
    <dgm:pt modelId="{612A9B33-4927-4076-B251-FC6920326995}" type="pres">
      <dgm:prSet presAssocID="{E0D687AB-DF32-4755-96DF-D935A1B19F66}" presName="bgRect" presStyleLbl="bgShp" presStyleIdx="2" presStyleCnt="5"/>
      <dgm:spPr>
        <a:noFill/>
      </dgm:spPr>
    </dgm:pt>
    <dgm:pt modelId="{67ECFCCA-A825-4D69-B28A-60E424DAFDD0}" type="pres">
      <dgm:prSet presAssocID="{E0D687AB-DF32-4755-96DF-D935A1B19F66}"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isconnected"/>
        </a:ext>
      </dgm:extLst>
    </dgm:pt>
    <dgm:pt modelId="{2DF5EF83-33D7-4C71-A06D-ABE52C579802}" type="pres">
      <dgm:prSet presAssocID="{E0D687AB-DF32-4755-96DF-D935A1B19F66}" presName="spaceRect" presStyleCnt="0"/>
      <dgm:spPr/>
    </dgm:pt>
    <dgm:pt modelId="{A7CB620A-D2BE-4100-8C29-1D81F6921DFB}" type="pres">
      <dgm:prSet presAssocID="{E0D687AB-DF32-4755-96DF-D935A1B19F66}" presName="parTx" presStyleLbl="revTx" presStyleIdx="2" presStyleCnt="5">
        <dgm:presLayoutVars>
          <dgm:chMax val="0"/>
          <dgm:chPref val="0"/>
        </dgm:presLayoutVars>
      </dgm:prSet>
      <dgm:spPr/>
    </dgm:pt>
    <dgm:pt modelId="{FF06A823-FDE4-4278-9C86-395D8D98EF6B}" type="pres">
      <dgm:prSet presAssocID="{2E7A999C-06B8-467D-831E-9E3EB0A849CA}" presName="sibTrans" presStyleCnt="0"/>
      <dgm:spPr/>
    </dgm:pt>
    <dgm:pt modelId="{2E9CCCCE-2686-4CA8-8C0E-7848F42D82FE}" type="pres">
      <dgm:prSet presAssocID="{D8EEC121-B370-4447-A17E-19C89DD46376}" presName="compNode" presStyleCnt="0"/>
      <dgm:spPr/>
    </dgm:pt>
    <dgm:pt modelId="{667A191D-D10A-4C1A-B0F1-88E198145CEA}" type="pres">
      <dgm:prSet presAssocID="{D8EEC121-B370-4447-A17E-19C89DD46376}" presName="bgRect" presStyleLbl="bgShp" presStyleIdx="3" presStyleCnt="5"/>
      <dgm:spPr>
        <a:noFill/>
      </dgm:spPr>
    </dgm:pt>
    <dgm:pt modelId="{AAB4829F-079A-40C6-8180-A44B04571A31}" type="pres">
      <dgm:prSet presAssocID="{D8EEC121-B370-4447-A17E-19C89DD46376}"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Gavel"/>
        </a:ext>
      </dgm:extLst>
    </dgm:pt>
    <dgm:pt modelId="{D1D91582-3026-416D-8236-E642012DE83B}" type="pres">
      <dgm:prSet presAssocID="{D8EEC121-B370-4447-A17E-19C89DD46376}" presName="spaceRect" presStyleCnt="0"/>
      <dgm:spPr/>
    </dgm:pt>
    <dgm:pt modelId="{DC231A57-A06B-4455-A797-F999F4A7BC09}" type="pres">
      <dgm:prSet presAssocID="{D8EEC121-B370-4447-A17E-19C89DD46376}" presName="parTx" presStyleLbl="revTx" presStyleIdx="3" presStyleCnt="5">
        <dgm:presLayoutVars>
          <dgm:chMax val="0"/>
          <dgm:chPref val="0"/>
        </dgm:presLayoutVars>
      </dgm:prSet>
      <dgm:spPr/>
    </dgm:pt>
    <dgm:pt modelId="{06F2720B-2373-460A-9243-AFDDEE731476}" type="pres">
      <dgm:prSet presAssocID="{CF6B967D-53BB-4BD1-A83C-53AA945BE102}" presName="sibTrans" presStyleCnt="0"/>
      <dgm:spPr/>
    </dgm:pt>
    <dgm:pt modelId="{64FD6425-396C-4261-BF35-DF361B3D4DD6}" type="pres">
      <dgm:prSet presAssocID="{A1C73863-A5FD-4A76-8E98-339B08FAF0EA}" presName="compNode" presStyleCnt="0"/>
      <dgm:spPr/>
    </dgm:pt>
    <dgm:pt modelId="{EEFA5D4F-2915-4EEF-9D5F-402AC15BF563}" type="pres">
      <dgm:prSet presAssocID="{A1C73863-A5FD-4A76-8E98-339B08FAF0EA}" presName="bgRect" presStyleLbl="bgShp" presStyleIdx="4" presStyleCnt="5"/>
      <dgm:spPr>
        <a:noFill/>
      </dgm:spPr>
    </dgm:pt>
    <dgm:pt modelId="{D46BECFA-EF51-4818-A1DE-9B4D282E063B}" type="pres">
      <dgm:prSet presAssocID="{A1C73863-A5FD-4A76-8E98-339B08FAF0EA}"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ontract"/>
        </a:ext>
      </dgm:extLst>
    </dgm:pt>
    <dgm:pt modelId="{78436CF6-0670-4639-9DDF-880ACDFC2C90}" type="pres">
      <dgm:prSet presAssocID="{A1C73863-A5FD-4A76-8E98-339B08FAF0EA}" presName="spaceRect" presStyleCnt="0"/>
      <dgm:spPr/>
    </dgm:pt>
    <dgm:pt modelId="{9A60997C-9D30-4977-A1FA-6FCD077B1922}" type="pres">
      <dgm:prSet presAssocID="{A1C73863-A5FD-4A76-8E98-339B08FAF0EA}" presName="parTx" presStyleLbl="revTx" presStyleIdx="4" presStyleCnt="5">
        <dgm:presLayoutVars>
          <dgm:chMax val="0"/>
          <dgm:chPref val="0"/>
        </dgm:presLayoutVars>
      </dgm:prSet>
      <dgm:spPr/>
    </dgm:pt>
  </dgm:ptLst>
  <dgm:cxnLst>
    <dgm:cxn modelId="{51FB2F12-52F4-477E-BAB2-AD57A90B077A}" srcId="{D0DC747A-BD56-44F0-99E5-AE260B379E15}" destId="{A1C73863-A5FD-4A76-8E98-339B08FAF0EA}" srcOrd="4" destOrd="0" parTransId="{868E19A9-0AE9-43FD-86B4-D3681DF8A0EC}" sibTransId="{FD833A8B-6D7D-4564-89F3-07EB356D7FB2}"/>
    <dgm:cxn modelId="{65BB0517-9127-47EF-8027-2A3993325887}" type="presOf" srcId="{E0D687AB-DF32-4755-96DF-D935A1B19F66}" destId="{A7CB620A-D2BE-4100-8C29-1D81F6921DFB}" srcOrd="0" destOrd="0" presId="urn:microsoft.com/office/officeart/2018/2/layout/IconVerticalSolidList"/>
    <dgm:cxn modelId="{ED809D2A-ACD9-4F31-87D7-B915CD647318}" srcId="{D0DC747A-BD56-44F0-99E5-AE260B379E15}" destId="{A35ADA84-1106-45CE-B1E6-764C7D7EA748}" srcOrd="0" destOrd="0" parTransId="{471FBBE6-E047-4851-8134-0AF48483C52A}" sibTransId="{E02E1E9B-ABAE-4C1F-85C1-195B4B7F561C}"/>
    <dgm:cxn modelId="{EEF2222F-C547-4700-AC5D-DA104BAC06FF}" type="presOf" srcId="{D8EEC121-B370-4447-A17E-19C89DD46376}" destId="{DC231A57-A06B-4455-A797-F999F4A7BC09}" srcOrd="0" destOrd="0" presId="urn:microsoft.com/office/officeart/2018/2/layout/IconVerticalSolidList"/>
    <dgm:cxn modelId="{AB4A2D41-19A1-4864-8F80-E3F349A9D617}" srcId="{D0DC747A-BD56-44F0-99E5-AE260B379E15}" destId="{D8EEC121-B370-4447-A17E-19C89DD46376}" srcOrd="3" destOrd="0" parTransId="{0A6C1F2C-1EED-4A9C-B92F-CFFAE7DFF3AE}" sibTransId="{CF6B967D-53BB-4BD1-A83C-53AA945BE102}"/>
    <dgm:cxn modelId="{D0BA9145-F257-43E8-B5AF-908BB7356457}" type="presOf" srcId="{A1C73863-A5FD-4A76-8E98-339B08FAF0EA}" destId="{9A60997C-9D30-4977-A1FA-6FCD077B1922}" srcOrd="0" destOrd="0" presId="urn:microsoft.com/office/officeart/2018/2/layout/IconVerticalSolidList"/>
    <dgm:cxn modelId="{838D7FBA-A3DA-4671-A4C1-ACA50C819F9A}" srcId="{D0DC747A-BD56-44F0-99E5-AE260B379E15}" destId="{CB254E1C-B6B0-4DDC-A49A-FB638426A331}" srcOrd="1" destOrd="0" parTransId="{0260F263-40CB-4814-BB20-D2B70780A18C}" sibTransId="{A598A2D7-004C-463D-91B5-29A4DBB5A728}"/>
    <dgm:cxn modelId="{B440DABD-B221-4A89-A98A-AA7D83232B28}" type="presOf" srcId="{D0DC747A-BD56-44F0-99E5-AE260B379E15}" destId="{895C7DD0-ADEA-4E44-9875-081FE06E4E8A}" srcOrd="0" destOrd="0" presId="urn:microsoft.com/office/officeart/2018/2/layout/IconVerticalSolidList"/>
    <dgm:cxn modelId="{926B0EBF-841F-4714-BD81-E3E13D03A94B}" srcId="{D0DC747A-BD56-44F0-99E5-AE260B379E15}" destId="{E0D687AB-DF32-4755-96DF-D935A1B19F66}" srcOrd="2" destOrd="0" parTransId="{B057F0FC-EDF0-4886-8D3D-4201152A8DFD}" sibTransId="{2E7A999C-06B8-467D-831E-9E3EB0A849CA}"/>
    <dgm:cxn modelId="{4C7E00C6-C754-4594-A2CB-0096554915CF}" type="presOf" srcId="{CB254E1C-B6B0-4DDC-A49A-FB638426A331}" destId="{E58501C4-3237-4B9B-A78B-2E82312DD869}" srcOrd="0" destOrd="0" presId="urn:microsoft.com/office/officeart/2018/2/layout/IconVerticalSolidList"/>
    <dgm:cxn modelId="{47D5F5D8-A43D-4177-8F0B-75C537D39E7D}" type="presOf" srcId="{A35ADA84-1106-45CE-B1E6-764C7D7EA748}" destId="{006BBBCA-5F69-420D-9268-48F91445E52E}" srcOrd="0" destOrd="0" presId="urn:microsoft.com/office/officeart/2018/2/layout/IconVerticalSolidList"/>
    <dgm:cxn modelId="{DDCA872D-8BCF-491A-AAA7-9DDD8BEF92E0}" type="presParOf" srcId="{895C7DD0-ADEA-4E44-9875-081FE06E4E8A}" destId="{85B42C21-4773-4EC8-B72D-1C8D278382A3}" srcOrd="0" destOrd="0" presId="urn:microsoft.com/office/officeart/2018/2/layout/IconVerticalSolidList"/>
    <dgm:cxn modelId="{9A7A3FF2-1D2D-4ACC-A158-2B663780528A}" type="presParOf" srcId="{85B42C21-4773-4EC8-B72D-1C8D278382A3}" destId="{9C660982-C981-4686-9B77-B730B4AF0FBB}" srcOrd="0" destOrd="0" presId="urn:microsoft.com/office/officeart/2018/2/layout/IconVerticalSolidList"/>
    <dgm:cxn modelId="{B2C213A7-11DD-4C3D-8D3C-EF7B95FF32F5}" type="presParOf" srcId="{85B42C21-4773-4EC8-B72D-1C8D278382A3}" destId="{B9E90562-3340-4C82-869C-6B3D044E3BE5}" srcOrd="1" destOrd="0" presId="urn:microsoft.com/office/officeart/2018/2/layout/IconVerticalSolidList"/>
    <dgm:cxn modelId="{DD750628-4834-451E-B483-AD746713F30E}" type="presParOf" srcId="{85B42C21-4773-4EC8-B72D-1C8D278382A3}" destId="{051E7917-D17D-4D19-8951-B8050E2A91AD}" srcOrd="2" destOrd="0" presId="urn:microsoft.com/office/officeart/2018/2/layout/IconVerticalSolidList"/>
    <dgm:cxn modelId="{C48FE00B-F25D-4676-BBC0-99511D1051BD}" type="presParOf" srcId="{85B42C21-4773-4EC8-B72D-1C8D278382A3}" destId="{006BBBCA-5F69-420D-9268-48F91445E52E}" srcOrd="3" destOrd="0" presId="urn:microsoft.com/office/officeart/2018/2/layout/IconVerticalSolidList"/>
    <dgm:cxn modelId="{E3DD1A8A-16FD-47D2-8B5F-347A698CA752}" type="presParOf" srcId="{895C7DD0-ADEA-4E44-9875-081FE06E4E8A}" destId="{40F3A37C-2138-4291-A61F-3443C9F9CFD7}" srcOrd="1" destOrd="0" presId="urn:microsoft.com/office/officeart/2018/2/layout/IconVerticalSolidList"/>
    <dgm:cxn modelId="{E821099F-861C-46C9-94DF-C91A1F9D3A9D}" type="presParOf" srcId="{895C7DD0-ADEA-4E44-9875-081FE06E4E8A}" destId="{7C2986DD-8C26-4796-9FE3-E5553BA50D3A}" srcOrd="2" destOrd="0" presId="urn:microsoft.com/office/officeart/2018/2/layout/IconVerticalSolidList"/>
    <dgm:cxn modelId="{9475BC84-A967-47A3-980C-A556658704F7}" type="presParOf" srcId="{7C2986DD-8C26-4796-9FE3-E5553BA50D3A}" destId="{5B324F69-5023-49A5-BD05-707FA2C8FCDA}" srcOrd="0" destOrd="0" presId="urn:microsoft.com/office/officeart/2018/2/layout/IconVerticalSolidList"/>
    <dgm:cxn modelId="{E23FC207-7A11-454C-A449-47DC1EDF5EB5}" type="presParOf" srcId="{7C2986DD-8C26-4796-9FE3-E5553BA50D3A}" destId="{7D8F4337-10FF-476B-9688-2C307460FEBD}" srcOrd="1" destOrd="0" presId="urn:microsoft.com/office/officeart/2018/2/layout/IconVerticalSolidList"/>
    <dgm:cxn modelId="{7BF93C35-5F15-401E-B927-057C2FF15FFC}" type="presParOf" srcId="{7C2986DD-8C26-4796-9FE3-E5553BA50D3A}" destId="{085B6430-547E-4DD8-9193-B2CBB531058F}" srcOrd="2" destOrd="0" presId="urn:microsoft.com/office/officeart/2018/2/layout/IconVerticalSolidList"/>
    <dgm:cxn modelId="{7EBA9167-9380-438B-8E38-1D312AC67A02}" type="presParOf" srcId="{7C2986DD-8C26-4796-9FE3-E5553BA50D3A}" destId="{E58501C4-3237-4B9B-A78B-2E82312DD869}" srcOrd="3" destOrd="0" presId="urn:microsoft.com/office/officeart/2018/2/layout/IconVerticalSolidList"/>
    <dgm:cxn modelId="{04F8CF0D-E13F-4EC0-9B3E-ECE8ACCAA6F2}" type="presParOf" srcId="{895C7DD0-ADEA-4E44-9875-081FE06E4E8A}" destId="{A4CB1A3B-2540-4FF1-987E-DC1C19BD46B3}" srcOrd="3" destOrd="0" presId="urn:microsoft.com/office/officeart/2018/2/layout/IconVerticalSolidList"/>
    <dgm:cxn modelId="{DF7BB793-6A96-40F2-AE32-1ABD107509FD}" type="presParOf" srcId="{895C7DD0-ADEA-4E44-9875-081FE06E4E8A}" destId="{FE7CF5A7-962B-44B4-B760-F083C871F584}" srcOrd="4" destOrd="0" presId="urn:microsoft.com/office/officeart/2018/2/layout/IconVerticalSolidList"/>
    <dgm:cxn modelId="{261E9AAB-B23B-48B1-9667-E1F280264215}" type="presParOf" srcId="{FE7CF5A7-962B-44B4-B760-F083C871F584}" destId="{612A9B33-4927-4076-B251-FC6920326995}" srcOrd="0" destOrd="0" presId="urn:microsoft.com/office/officeart/2018/2/layout/IconVerticalSolidList"/>
    <dgm:cxn modelId="{8F5DB10B-15CF-4110-BC8B-C76DAD1BCC6C}" type="presParOf" srcId="{FE7CF5A7-962B-44B4-B760-F083C871F584}" destId="{67ECFCCA-A825-4D69-B28A-60E424DAFDD0}" srcOrd="1" destOrd="0" presId="urn:microsoft.com/office/officeart/2018/2/layout/IconVerticalSolidList"/>
    <dgm:cxn modelId="{B95F10E6-BB12-4142-9784-2294883790EB}" type="presParOf" srcId="{FE7CF5A7-962B-44B4-B760-F083C871F584}" destId="{2DF5EF83-33D7-4C71-A06D-ABE52C579802}" srcOrd="2" destOrd="0" presId="urn:microsoft.com/office/officeart/2018/2/layout/IconVerticalSolidList"/>
    <dgm:cxn modelId="{0EF80446-4240-4F1E-B58C-1933F7A6D773}" type="presParOf" srcId="{FE7CF5A7-962B-44B4-B760-F083C871F584}" destId="{A7CB620A-D2BE-4100-8C29-1D81F6921DFB}" srcOrd="3" destOrd="0" presId="urn:microsoft.com/office/officeart/2018/2/layout/IconVerticalSolidList"/>
    <dgm:cxn modelId="{3AE6EDA3-F9E1-4632-9271-FCC61864E0FD}" type="presParOf" srcId="{895C7DD0-ADEA-4E44-9875-081FE06E4E8A}" destId="{FF06A823-FDE4-4278-9C86-395D8D98EF6B}" srcOrd="5" destOrd="0" presId="urn:microsoft.com/office/officeart/2018/2/layout/IconVerticalSolidList"/>
    <dgm:cxn modelId="{4B2C6515-50ED-4501-AC91-3218A349CB1C}" type="presParOf" srcId="{895C7DD0-ADEA-4E44-9875-081FE06E4E8A}" destId="{2E9CCCCE-2686-4CA8-8C0E-7848F42D82FE}" srcOrd="6" destOrd="0" presId="urn:microsoft.com/office/officeart/2018/2/layout/IconVerticalSolidList"/>
    <dgm:cxn modelId="{332EA730-A256-4C8B-AA57-E91F6DECAA0B}" type="presParOf" srcId="{2E9CCCCE-2686-4CA8-8C0E-7848F42D82FE}" destId="{667A191D-D10A-4C1A-B0F1-88E198145CEA}" srcOrd="0" destOrd="0" presId="urn:microsoft.com/office/officeart/2018/2/layout/IconVerticalSolidList"/>
    <dgm:cxn modelId="{335C7D23-2236-454F-9879-5D27BBFDE4B9}" type="presParOf" srcId="{2E9CCCCE-2686-4CA8-8C0E-7848F42D82FE}" destId="{AAB4829F-079A-40C6-8180-A44B04571A31}" srcOrd="1" destOrd="0" presId="urn:microsoft.com/office/officeart/2018/2/layout/IconVerticalSolidList"/>
    <dgm:cxn modelId="{2351BF62-AFE8-4ED3-8799-B85B5B4C077C}" type="presParOf" srcId="{2E9CCCCE-2686-4CA8-8C0E-7848F42D82FE}" destId="{D1D91582-3026-416D-8236-E642012DE83B}" srcOrd="2" destOrd="0" presId="urn:microsoft.com/office/officeart/2018/2/layout/IconVerticalSolidList"/>
    <dgm:cxn modelId="{3C89AEC8-3ECE-4DC4-842F-760ADA3B2520}" type="presParOf" srcId="{2E9CCCCE-2686-4CA8-8C0E-7848F42D82FE}" destId="{DC231A57-A06B-4455-A797-F999F4A7BC09}" srcOrd="3" destOrd="0" presId="urn:microsoft.com/office/officeart/2018/2/layout/IconVerticalSolidList"/>
    <dgm:cxn modelId="{9B2C0AA3-B5A5-4476-B862-0FAE6092D3FC}" type="presParOf" srcId="{895C7DD0-ADEA-4E44-9875-081FE06E4E8A}" destId="{06F2720B-2373-460A-9243-AFDDEE731476}" srcOrd="7" destOrd="0" presId="urn:microsoft.com/office/officeart/2018/2/layout/IconVerticalSolidList"/>
    <dgm:cxn modelId="{F37B5923-B59B-4F69-A8A8-195C8ADD19DE}" type="presParOf" srcId="{895C7DD0-ADEA-4E44-9875-081FE06E4E8A}" destId="{64FD6425-396C-4261-BF35-DF361B3D4DD6}" srcOrd="8" destOrd="0" presId="urn:microsoft.com/office/officeart/2018/2/layout/IconVerticalSolidList"/>
    <dgm:cxn modelId="{A1A2DC9A-FEC8-4076-ABB5-5C9CEB9D6CD3}" type="presParOf" srcId="{64FD6425-396C-4261-BF35-DF361B3D4DD6}" destId="{EEFA5D4F-2915-4EEF-9D5F-402AC15BF563}" srcOrd="0" destOrd="0" presId="urn:microsoft.com/office/officeart/2018/2/layout/IconVerticalSolidList"/>
    <dgm:cxn modelId="{5C2BD3F8-D044-4AE9-BCD7-8684E4515E82}" type="presParOf" srcId="{64FD6425-396C-4261-BF35-DF361B3D4DD6}" destId="{D46BECFA-EF51-4818-A1DE-9B4D282E063B}" srcOrd="1" destOrd="0" presId="urn:microsoft.com/office/officeart/2018/2/layout/IconVerticalSolidList"/>
    <dgm:cxn modelId="{DA6290CF-4E4D-44A3-9D99-F6552B6D507D}" type="presParOf" srcId="{64FD6425-396C-4261-BF35-DF361B3D4DD6}" destId="{78436CF6-0670-4639-9DDF-880ACDFC2C90}" srcOrd="2" destOrd="0" presId="urn:microsoft.com/office/officeart/2018/2/layout/IconVerticalSolidList"/>
    <dgm:cxn modelId="{07B0C162-6E81-43F4-9B44-7EADEBB48903}" type="presParOf" srcId="{64FD6425-396C-4261-BF35-DF361B3D4DD6}" destId="{9A60997C-9D30-4977-A1FA-6FCD077B1922}"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E25AB90-3C5A-436F-B9D0-A43E83EA73E9}" type="doc">
      <dgm:prSet loTypeId="urn:microsoft.com/office/officeart/2017/3/layout/DropPinTimeline" loCatId="process" qsTypeId="urn:microsoft.com/office/officeart/2005/8/quickstyle/simple1" qsCatId="simple" csTypeId="urn:microsoft.com/office/officeart/2005/8/colors/accent0_2" csCatId="mainScheme" phldr="1"/>
      <dgm:spPr/>
      <dgm:t>
        <a:bodyPr/>
        <a:lstStyle/>
        <a:p>
          <a:endParaRPr lang="en-US"/>
        </a:p>
      </dgm:t>
    </dgm:pt>
    <dgm:pt modelId="{2E0104D4-5FBD-4515-A283-CEB074B2A0EA}">
      <dgm:prSet/>
      <dgm:spPr/>
      <dgm:t>
        <a:bodyPr/>
        <a:lstStyle/>
        <a:p>
          <a:pPr>
            <a:defRPr b="1"/>
          </a:pPr>
          <a:r>
            <a:rPr lang="en-US"/>
            <a:t>2 Aug. 2024</a:t>
          </a:r>
        </a:p>
      </dgm:t>
    </dgm:pt>
    <dgm:pt modelId="{BA91DB27-D14A-489D-B16B-0888584E00E5}" type="parTrans" cxnId="{EE2971DA-2883-45E9-B39B-AEAB955680C5}">
      <dgm:prSet/>
      <dgm:spPr/>
      <dgm:t>
        <a:bodyPr/>
        <a:lstStyle/>
        <a:p>
          <a:endParaRPr lang="en-US"/>
        </a:p>
      </dgm:t>
    </dgm:pt>
    <dgm:pt modelId="{FF858692-8374-47FE-99C0-5B15F52D4EE3}" type="sibTrans" cxnId="{EE2971DA-2883-45E9-B39B-AEAB955680C5}">
      <dgm:prSet/>
      <dgm:spPr/>
      <dgm:t>
        <a:bodyPr/>
        <a:lstStyle/>
        <a:p>
          <a:endParaRPr lang="en-US"/>
        </a:p>
      </dgm:t>
    </dgm:pt>
    <dgm:pt modelId="{C4BF9E99-3EE2-4F4D-8FE4-B2E1F5EB65D3}">
      <dgm:prSet/>
      <dgm:spPr/>
      <dgm:t>
        <a:bodyPr/>
        <a:lstStyle/>
        <a:p>
          <a:r>
            <a:rPr lang="en-US"/>
            <a:t>Entry into force</a:t>
          </a:r>
        </a:p>
      </dgm:t>
    </dgm:pt>
    <dgm:pt modelId="{631F06C4-07D0-4CAA-9C9B-5294E2A98470}" type="parTrans" cxnId="{155CC55D-040A-4A5D-BB54-19BC5EBDF2C0}">
      <dgm:prSet/>
      <dgm:spPr/>
      <dgm:t>
        <a:bodyPr/>
        <a:lstStyle/>
        <a:p>
          <a:endParaRPr lang="en-US"/>
        </a:p>
      </dgm:t>
    </dgm:pt>
    <dgm:pt modelId="{B1C59643-77B8-4D8E-AE74-D7FBEBFBE66C}" type="sibTrans" cxnId="{155CC55D-040A-4A5D-BB54-19BC5EBDF2C0}">
      <dgm:prSet/>
      <dgm:spPr/>
      <dgm:t>
        <a:bodyPr/>
        <a:lstStyle/>
        <a:p>
          <a:endParaRPr lang="en-US"/>
        </a:p>
      </dgm:t>
    </dgm:pt>
    <dgm:pt modelId="{EB8FD03A-F409-4F84-9E31-83F101CA5721}">
      <dgm:prSet/>
      <dgm:spPr/>
      <dgm:t>
        <a:bodyPr/>
        <a:lstStyle/>
        <a:p>
          <a:pPr>
            <a:defRPr b="1"/>
          </a:pPr>
          <a:r>
            <a:rPr lang="en-US"/>
            <a:t>2 Feb. 2025</a:t>
          </a:r>
        </a:p>
      </dgm:t>
    </dgm:pt>
    <dgm:pt modelId="{2A7E54AF-2231-4D09-8192-809EF01A24FD}" type="parTrans" cxnId="{4E625456-3F51-4B38-B44E-0CE5BBE856F2}">
      <dgm:prSet/>
      <dgm:spPr/>
      <dgm:t>
        <a:bodyPr/>
        <a:lstStyle/>
        <a:p>
          <a:endParaRPr lang="en-US"/>
        </a:p>
      </dgm:t>
    </dgm:pt>
    <dgm:pt modelId="{AD8FA83D-1974-4DD9-9A84-82F339697A31}" type="sibTrans" cxnId="{4E625456-3F51-4B38-B44E-0CE5BBE856F2}">
      <dgm:prSet/>
      <dgm:spPr/>
      <dgm:t>
        <a:bodyPr/>
        <a:lstStyle/>
        <a:p>
          <a:endParaRPr lang="en-US"/>
        </a:p>
      </dgm:t>
    </dgm:pt>
    <dgm:pt modelId="{1EA7608D-A9E5-402B-8B5E-6130FC34A19A}">
      <dgm:prSet/>
      <dgm:spPr/>
      <dgm:t>
        <a:bodyPr/>
        <a:lstStyle/>
        <a:p>
          <a:r>
            <a:rPr lang="en-US"/>
            <a:t>Ban on AI systems with unacceptable risk</a:t>
          </a:r>
        </a:p>
      </dgm:t>
    </dgm:pt>
    <dgm:pt modelId="{35673431-EDC6-4761-A87E-B42744ACD821}" type="parTrans" cxnId="{C0F5C02C-90FC-4AAF-81FA-30333D4EDA8D}">
      <dgm:prSet/>
      <dgm:spPr/>
      <dgm:t>
        <a:bodyPr/>
        <a:lstStyle/>
        <a:p>
          <a:endParaRPr lang="en-US"/>
        </a:p>
      </dgm:t>
    </dgm:pt>
    <dgm:pt modelId="{24D3B2C6-DEEE-451C-A22D-CE9C249D0ED8}" type="sibTrans" cxnId="{C0F5C02C-90FC-4AAF-81FA-30333D4EDA8D}">
      <dgm:prSet/>
      <dgm:spPr/>
      <dgm:t>
        <a:bodyPr/>
        <a:lstStyle/>
        <a:p>
          <a:endParaRPr lang="en-US"/>
        </a:p>
      </dgm:t>
    </dgm:pt>
    <dgm:pt modelId="{F91E12E2-F8E2-4FE3-B463-CE17326C7CDB}">
      <dgm:prSet/>
      <dgm:spPr/>
      <dgm:t>
        <a:bodyPr/>
        <a:lstStyle/>
        <a:p>
          <a:pPr>
            <a:defRPr b="1"/>
          </a:pPr>
          <a:r>
            <a:rPr lang="en-US"/>
            <a:t>2 May 2025</a:t>
          </a:r>
        </a:p>
      </dgm:t>
    </dgm:pt>
    <dgm:pt modelId="{9B5D87D9-5B1D-4BF2-AC91-B4D896C3BA68}" type="parTrans" cxnId="{C5C3651E-8CA8-4D51-8D23-0A7CB0B7C29A}">
      <dgm:prSet/>
      <dgm:spPr/>
      <dgm:t>
        <a:bodyPr/>
        <a:lstStyle/>
        <a:p>
          <a:endParaRPr lang="en-US"/>
        </a:p>
      </dgm:t>
    </dgm:pt>
    <dgm:pt modelId="{1F1D2C0B-7BC0-4967-91B6-2553DBEF8DEE}" type="sibTrans" cxnId="{C5C3651E-8CA8-4D51-8D23-0A7CB0B7C29A}">
      <dgm:prSet/>
      <dgm:spPr/>
      <dgm:t>
        <a:bodyPr/>
        <a:lstStyle/>
        <a:p>
          <a:endParaRPr lang="en-US"/>
        </a:p>
      </dgm:t>
    </dgm:pt>
    <dgm:pt modelId="{51EAA78E-CFD2-471D-B984-F1E441EFD343}">
      <dgm:prSet/>
      <dgm:spPr/>
      <dgm:t>
        <a:bodyPr/>
        <a:lstStyle/>
        <a:p>
          <a:r>
            <a:rPr lang="en-US"/>
            <a:t>Codes of conduct are applied</a:t>
          </a:r>
        </a:p>
      </dgm:t>
    </dgm:pt>
    <dgm:pt modelId="{E684D526-CA9D-4AB9-9B88-B5E68F99B364}" type="parTrans" cxnId="{89B50B0F-8079-4183-8825-69F71226968D}">
      <dgm:prSet/>
      <dgm:spPr/>
      <dgm:t>
        <a:bodyPr/>
        <a:lstStyle/>
        <a:p>
          <a:endParaRPr lang="en-US"/>
        </a:p>
      </dgm:t>
    </dgm:pt>
    <dgm:pt modelId="{C5E61B10-B0F3-4FC2-B19D-7B50308E8C5A}" type="sibTrans" cxnId="{89B50B0F-8079-4183-8825-69F71226968D}">
      <dgm:prSet/>
      <dgm:spPr/>
      <dgm:t>
        <a:bodyPr/>
        <a:lstStyle/>
        <a:p>
          <a:endParaRPr lang="en-US"/>
        </a:p>
      </dgm:t>
    </dgm:pt>
    <dgm:pt modelId="{01A004EE-DFC1-4EAF-A98E-01EB7A20D328}">
      <dgm:prSet/>
      <dgm:spPr/>
      <dgm:t>
        <a:bodyPr/>
        <a:lstStyle/>
        <a:p>
          <a:pPr>
            <a:defRPr b="1"/>
          </a:pPr>
          <a:r>
            <a:rPr lang="en-US"/>
            <a:t>2 Aug. 2025</a:t>
          </a:r>
        </a:p>
      </dgm:t>
    </dgm:pt>
    <dgm:pt modelId="{21015795-E774-480B-8906-2A928F8BCB6F}" type="parTrans" cxnId="{816AA1A0-90D0-42D4-9449-EF6915627997}">
      <dgm:prSet/>
      <dgm:spPr/>
      <dgm:t>
        <a:bodyPr/>
        <a:lstStyle/>
        <a:p>
          <a:endParaRPr lang="en-US"/>
        </a:p>
      </dgm:t>
    </dgm:pt>
    <dgm:pt modelId="{3515245C-9B48-4C51-9533-40C45A93828D}" type="sibTrans" cxnId="{816AA1A0-90D0-42D4-9449-EF6915627997}">
      <dgm:prSet/>
      <dgm:spPr/>
      <dgm:t>
        <a:bodyPr/>
        <a:lstStyle/>
        <a:p>
          <a:endParaRPr lang="en-US"/>
        </a:p>
      </dgm:t>
    </dgm:pt>
    <dgm:pt modelId="{EC5F5798-E889-46CF-B4B0-2646A3E4CBB4}">
      <dgm:prSet/>
      <dgm:spPr/>
      <dgm:t>
        <a:bodyPr/>
        <a:lstStyle/>
        <a:p>
          <a:r>
            <a:rPr lang="en-US"/>
            <a:t>Governance rules and obligations for General Purpose AI (GPAI) become applicable</a:t>
          </a:r>
        </a:p>
      </dgm:t>
    </dgm:pt>
    <dgm:pt modelId="{77DCE485-2C98-4B48-9F9D-676885973368}" type="parTrans" cxnId="{E9367006-F3BC-4811-977C-86ED3CF44F4C}">
      <dgm:prSet/>
      <dgm:spPr/>
      <dgm:t>
        <a:bodyPr/>
        <a:lstStyle/>
        <a:p>
          <a:endParaRPr lang="en-US"/>
        </a:p>
      </dgm:t>
    </dgm:pt>
    <dgm:pt modelId="{87A7CFD5-2488-4C8E-98EF-998F7F6730BA}" type="sibTrans" cxnId="{E9367006-F3BC-4811-977C-86ED3CF44F4C}">
      <dgm:prSet/>
      <dgm:spPr/>
      <dgm:t>
        <a:bodyPr/>
        <a:lstStyle/>
        <a:p>
          <a:endParaRPr lang="en-US"/>
        </a:p>
      </dgm:t>
    </dgm:pt>
    <dgm:pt modelId="{E54F6A01-4FC0-4AA5-9D92-D6EC0D7A8EE8}">
      <dgm:prSet/>
      <dgm:spPr/>
      <dgm:t>
        <a:bodyPr/>
        <a:lstStyle/>
        <a:p>
          <a:pPr>
            <a:defRPr b="1"/>
          </a:pPr>
          <a:r>
            <a:rPr lang="en-US"/>
            <a:t>2 Aug. 2026</a:t>
          </a:r>
        </a:p>
      </dgm:t>
    </dgm:pt>
    <dgm:pt modelId="{7F9F220C-3096-4B0A-ACAD-1C274B12020F}" type="parTrans" cxnId="{F0C62BBA-B82F-46E9-A3C9-1807507209C6}">
      <dgm:prSet/>
      <dgm:spPr/>
      <dgm:t>
        <a:bodyPr/>
        <a:lstStyle/>
        <a:p>
          <a:endParaRPr lang="en-US"/>
        </a:p>
      </dgm:t>
    </dgm:pt>
    <dgm:pt modelId="{91937807-4F65-468B-ABDC-F12E52AA8AB2}" type="sibTrans" cxnId="{F0C62BBA-B82F-46E9-A3C9-1807507209C6}">
      <dgm:prSet/>
      <dgm:spPr/>
      <dgm:t>
        <a:bodyPr/>
        <a:lstStyle/>
        <a:p>
          <a:endParaRPr lang="en-US"/>
        </a:p>
      </dgm:t>
    </dgm:pt>
    <dgm:pt modelId="{FAD22AA3-D79C-4C6F-A244-C102248CB5D8}">
      <dgm:prSet/>
      <dgm:spPr/>
      <dgm:t>
        <a:bodyPr/>
        <a:lstStyle/>
        <a:p>
          <a:r>
            <a:rPr lang="en-US"/>
            <a:t>Start of application of the EU AI Act for high-risk AI systems</a:t>
          </a:r>
        </a:p>
      </dgm:t>
    </dgm:pt>
    <dgm:pt modelId="{81CE14AA-0F6B-4530-ABC9-DB943DA03411}" type="parTrans" cxnId="{C3084AD7-CAAD-445B-9121-05815E03573F}">
      <dgm:prSet/>
      <dgm:spPr/>
      <dgm:t>
        <a:bodyPr/>
        <a:lstStyle/>
        <a:p>
          <a:endParaRPr lang="en-US"/>
        </a:p>
      </dgm:t>
    </dgm:pt>
    <dgm:pt modelId="{423E8C61-E25B-4A49-AC8D-460636C24170}" type="sibTrans" cxnId="{C3084AD7-CAAD-445B-9121-05815E03573F}">
      <dgm:prSet/>
      <dgm:spPr/>
      <dgm:t>
        <a:bodyPr/>
        <a:lstStyle/>
        <a:p>
          <a:endParaRPr lang="en-US"/>
        </a:p>
      </dgm:t>
    </dgm:pt>
    <dgm:pt modelId="{3AEABD6D-525F-4D4B-BF04-9FAB2E8B1151}">
      <dgm:prSet/>
      <dgm:spPr/>
      <dgm:t>
        <a:bodyPr/>
        <a:lstStyle/>
        <a:p>
          <a:pPr>
            <a:defRPr b="1"/>
          </a:pPr>
          <a:r>
            <a:rPr lang="en-US"/>
            <a:t>2 Aug. 2027</a:t>
          </a:r>
        </a:p>
      </dgm:t>
    </dgm:pt>
    <dgm:pt modelId="{054DB981-B905-4F16-A0D2-CFB68429C582}" type="parTrans" cxnId="{9F8BBBD4-D8FA-4E02-B725-AABD7DA08E6A}">
      <dgm:prSet/>
      <dgm:spPr/>
      <dgm:t>
        <a:bodyPr/>
        <a:lstStyle/>
        <a:p>
          <a:endParaRPr lang="en-US"/>
        </a:p>
      </dgm:t>
    </dgm:pt>
    <dgm:pt modelId="{2A6542DD-4039-414D-892C-8E94AFAD7390}" type="sibTrans" cxnId="{9F8BBBD4-D8FA-4E02-B725-AABD7DA08E6A}">
      <dgm:prSet/>
      <dgm:spPr/>
      <dgm:t>
        <a:bodyPr/>
        <a:lstStyle/>
        <a:p>
          <a:endParaRPr lang="en-US"/>
        </a:p>
      </dgm:t>
    </dgm:pt>
    <dgm:pt modelId="{171F6D7F-C522-433C-A7DD-7FDF19462D2B}">
      <dgm:prSet/>
      <dgm:spPr/>
      <dgm:t>
        <a:bodyPr/>
        <a:lstStyle/>
        <a:p>
          <a:r>
            <a:rPr lang="en-US"/>
            <a:t>Application of the entire EU AI Act for all risk categories</a:t>
          </a:r>
        </a:p>
      </dgm:t>
    </dgm:pt>
    <dgm:pt modelId="{E4731D24-C5BD-4E1E-9560-1CA90D73BAA7}" type="parTrans" cxnId="{29C3E0E6-13AB-4C9D-AF9E-51D82EDF0489}">
      <dgm:prSet/>
      <dgm:spPr/>
      <dgm:t>
        <a:bodyPr/>
        <a:lstStyle/>
        <a:p>
          <a:endParaRPr lang="en-US"/>
        </a:p>
      </dgm:t>
    </dgm:pt>
    <dgm:pt modelId="{919379CF-547D-4E3C-A332-5B51638A186E}" type="sibTrans" cxnId="{29C3E0E6-13AB-4C9D-AF9E-51D82EDF0489}">
      <dgm:prSet/>
      <dgm:spPr/>
      <dgm:t>
        <a:bodyPr/>
        <a:lstStyle/>
        <a:p>
          <a:endParaRPr lang="en-US"/>
        </a:p>
      </dgm:t>
    </dgm:pt>
    <dgm:pt modelId="{3EDC8817-2E5F-436F-914E-50C2F627686D}" type="pres">
      <dgm:prSet presAssocID="{BE25AB90-3C5A-436F-B9D0-A43E83EA73E9}" presName="root" presStyleCnt="0">
        <dgm:presLayoutVars>
          <dgm:chMax/>
          <dgm:chPref/>
          <dgm:animLvl val="lvl"/>
        </dgm:presLayoutVars>
      </dgm:prSet>
      <dgm:spPr/>
    </dgm:pt>
    <dgm:pt modelId="{241599C8-8860-4853-8A2A-E39CEAF96E96}" type="pres">
      <dgm:prSet presAssocID="{BE25AB90-3C5A-436F-B9D0-A43E83EA73E9}" presName="divider" presStyleLbl="fgAcc1" presStyleIdx="0" presStyleCnt="7"/>
      <dgm:spPr>
        <a:solidFill>
          <a:schemeClr val="dk2">
            <a:alpha val="90000"/>
            <a:tint val="40000"/>
            <a:hueOff val="0"/>
            <a:satOff val="0"/>
            <a:lumOff val="0"/>
            <a:alphaOff val="0"/>
          </a:schemeClr>
        </a:solidFill>
        <a:ln w="19050" cap="flat" cmpd="sng" algn="ctr">
          <a:solidFill>
            <a:schemeClr val="dk2">
              <a:hueOff val="0"/>
              <a:satOff val="0"/>
              <a:lumOff val="0"/>
              <a:alphaOff val="0"/>
            </a:schemeClr>
          </a:solidFill>
          <a:prstDash val="solid"/>
          <a:tailEnd type="triangle" w="lg" len="lg"/>
        </a:ln>
        <a:effectLst/>
      </dgm:spPr>
    </dgm:pt>
    <dgm:pt modelId="{2233A1DB-BC22-4FBA-9DD2-E97F9DCF1523}" type="pres">
      <dgm:prSet presAssocID="{BE25AB90-3C5A-436F-B9D0-A43E83EA73E9}" presName="nodes" presStyleCnt="0">
        <dgm:presLayoutVars>
          <dgm:chMax/>
          <dgm:chPref/>
          <dgm:animLvl val="lvl"/>
        </dgm:presLayoutVars>
      </dgm:prSet>
      <dgm:spPr/>
    </dgm:pt>
    <dgm:pt modelId="{FE016A40-4CFD-42AB-A3BC-DD9801716ED1}" type="pres">
      <dgm:prSet presAssocID="{2E0104D4-5FBD-4515-A283-CEB074B2A0EA}" presName="composite" presStyleCnt="0"/>
      <dgm:spPr/>
    </dgm:pt>
    <dgm:pt modelId="{2D4FFD0E-B36D-4C24-A530-A2FCBFFA5DED}" type="pres">
      <dgm:prSet presAssocID="{2E0104D4-5FBD-4515-A283-CEB074B2A0EA}" presName="ConnectorPoint" presStyleLbl="lnNode1" presStyleIdx="0" presStyleCnt="6"/>
      <dgm:spPr>
        <a:solidFill>
          <a:schemeClr val="lt1">
            <a:hueOff val="0"/>
            <a:satOff val="0"/>
            <a:lumOff val="0"/>
            <a:alphaOff val="0"/>
          </a:schemeClr>
        </a:solidFill>
        <a:ln w="6350" cap="flat" cmpd="sng" algn="ctr">
          <a:solidFill>
            <a:schemeClr val="dk2">
              <a:shade val="80000"/>
              <a:hueOff val="0"/>
              <a:satOff val="0"/>
              <a:lumOff val="0"/>
              <a:alphaOff val="0"/>
            </a:schemeClr>
          </a:solidFill>
          <a:prstDash val="solid"/>
        </a:ln>
        <a:effectLst/>
      </dgm:spPr>
    </dgm:pt>
    <dgm:pt modelId="{54E66D7A-9B83-4EA6-8E78-90BD087D5845}" type="pres">
      <dgm:prSet presAssocID="{2E0104D4-5FBD-4515-A283-CEB074B2A0EA}" presName="DropPinPlaceHolder" presStyleCnt="0"/>
      <dgm:spPr/>
    </dgm:pt>
    <dgm:pt modelId="{823CA8E7-FC2C-49ED-877E-9D54D671061F}" type="pres">
      <dgm:prSet presAssocID="{2E0104D4-5FBD-4515-A283-CEB074B2A0EA}" presName="DropPin" presStyleLbl="alignNode1" presStyleIdx="0" presStyleCnt="6"/>
      <dgm:spPr/>
    </dgm:pt>
    <dgm:pt modelId="{1265B756-3C28-43ED-9F99-60D6EEB9F5F0}" type="pres">
      <dgm:prSet presAssocID="{2E0104D4-5FBD-4515-A283-CEB074B2A0EA}" presName="Ellipse" presStyleLbl="fgAcc1" presStyleIdx="1" presStyleCnt="7"/>
      <dgm:spPr>
        <a:solidFill>
          <a:schemeClr val="dk2">
            <a:alpha val="90000"/>
            <a:tint val="40000"/>
            <a:hueOff val="0"/>
            <a:satOff val="0"/>
            <a:lumOff val="0"/>
            <a:alphaOff val="0"/>
          </a:schemeClr>
        </a:solidFill>
        <a:ln w="25400" cap="flat" cmpd="sng" algn="ctr">
          <a:noFill/>
          <a:prstDash val="solid"/>
        </a:ln>
        <a:effectLst/>
      </dgm:spPr>
    </dgm:pt>
    <dgm:pt modelId="{E1438818-01A9-4CD9-B22C-EC6AD1379A8A}" type="pres">
      <dgm:prSet presAssocID="{2E0104D4-5FBD-4515-A283-CEB074B2A0EA}" presName="L2TextContainer" presStyleLbl="revTx" presStyleIdx="0" presStyleCnt="12">
        <dgm:presLayoutVars>
          <dgm:bulletEnabled val="1"/>
        </dgm:presLayoutVars>
      </dgm:prSet>
      <dgm:spPr/>
    </dgm:pt>
    <dgm:pt modelId="{A57F8C80-6A98-404E-8DFD-8087EEDAE1A5}" type="pres">
      <dgm:prSet presAssocID="{2E0104D4-5FBD-4515-A283-CEB074B2A0EA}" presName="L1TextContainer" presStyleLbl="revTx" presStyleIdx="1" presStyleCnt="12">
        <dgm:presLayoutVars>
          <dgm:chMax val="1"/>
          <dgm:chPref val="1"/>
          <dgm:bulletEnabled val="1"/>
        </dgm:presLayoutVars>
      </dgm:prSet>
      <dgm:spPr/>
    </dgm:pt>
    <dgm:pt modelId="{B286BDC8-F326-499B-9F2B-F678F93D1388}" type="pres">
      <dgm:prSet presAssocID="{2E0104D4-5FBD-4515-A283-CEB074B2A0EA}" presName="ConnectLine" presStyleLbl="sibTrans1D1" presStyleIdx="0" presStyleCnt="6"/>
      <dgm:spPr>
        <a:noFill/>
        <a:ln w="12700" cap="flat" cmpd="sng" algn="ctr">
          <a:solidFill>
            <a:schemeClr val="dk2">
              <a:hueOff val="0"/>
              <a:satOff val="0"/>
              <a:lumOff val="0"/>
              <a:alphaOff val="0"/>
            </a:schemeClr>
          </a:solidFill>
          <a:prstDash val="dash"/>
        </a:ln>
        <a:effectLst/>
      </dgm:spPr>
    </dgm:pt>
    <dgm:pt modelId="{0590AD76-F46E-4A97-B3A3-80437940F543}" type="pres">
      <dgm:prSet presAssocID="{2E0104D4-5FBD-4515-A283-CEB074B2A0EA}" presName="EmptyPlaceHolder" presStyleCnt="0"/>
      <dgm:spPr/>
    </dgm:pt>
    <dgm:pt modelId="{4C01BAFE-D981-4940-A656-6635DD26B467}" type="pres">
      <dgm:prSet presAssocID="{FF858692-8374-47FE-99C0-5B15F52D4EE3}" presName="spaceBetweenRectangles" presStyleCnt="0"/>
      <dgm:spPr/>
    </dgm:pt>
    <dgm:pt modelId="{4C42AFEA-5CE2-4FCE-A716-7C76E96C4B25}" type="pres">
      <dgm:prSet presAssocID="{EB8FD03A-F409-4F84-9E31-83F101CA5721}" presName="composite" presStyleCnt="0"/>
      <dgm:spPr/>
    </dgm:pt>
    <dgm:pt modelId="{DDAA742F-C208-4FEB-9036-42565E1EBDC9}" type="pres">
      <dgm:prSet presAssocID="{EB8FD03A-F409-4F84-9E31-83F101CA5721}" presName="ConnectorPoint" presStyleLbl="lnNode1" presStyleIdx="1" presStyleCnt="6"/>
      <dgm:spPr>
        <a:solidFill>
          <a:schemeClr val="lt1">
            <a:hueOff val="0"/>
            <a:satOff val="0"/>
            <a:lumOff val="0"/>
            <a:alphaOff val="0"/>
          </a:schemeClr>
        </a:solidFill>
        <a:ln w="6350" cap="flat" cmpd="sng" algn="ctr">
          <a:solidFill>
            <a:schemeClr val="dk2">
              <a:shade val="80000"/>
              <a:hueOff val="0"/>
              <a:satOff val="0"/>
              <a:lumOff val="0"/>
              <a:alphaOff val="0"/>
            </a:schemeClr>
          </a:solidFill>
          <a:prstDash val="solid"/>
        </a:ln>
        <a:effectLst/>
      </dgm:spPr>
    </dgm:pt>
    <dgm:pt modelId="{1E11796E-BABD-4DEF-95DD-7DF9A3538020}" type="pres">
      <dgm:prSet presAssocID="{EB8FD03A-F409-4F84-9E31-83F101CA5721}" presName="DropPinPlaceHolder" presStyleCnt="0"/>
      <dgm:spPr/>
    </dgm:pt>
    <dgm:pt modelId="{85353DE1-C460-4DA3-BCE7-E31AB017E837}" type="pres">
      <dgm:prSet presAssocID="{EB8FD03A-F409-4F84-9E31-83F101CA5721}" presName="DropPin" presStyleLbl="alignNode1" presStyleIdx="1" presStyleCnt="6"/>
      <dgm:spPr/>
    </dgm:pt>
    <dgm:pt modelId="{F5785E9E-DF91-4CB6-8465-36DB8E65988D}" type="pres">
      <dgm:prSet presAssocID="{EB8FD03A-F409-4F84-9E31-83F101CA5721}" presName="Ellipse" presStyleLbl="fgAcc1" presStyleIdx="2" presStyleCnt="7"/>
      <dgm:spPr>
        <a:solidFill>
          <a:schemeClr val="dk2">
            <a:alpha val="90000"/>
            <a:tint val="40000"/>
            <a:hueOff val="0"/>
            <a:satOff val="0"/>
            <a:lumOff val="0"/>
            <a:alphaOff val="0"/>
          </a:schemeClr>
        </a:solidFill>
        <a:ln w="25400" cap="flat" cmpd="sng" algn="ctr">
          <a:noFill/>
          <a:prstDash val="solid"/>
        </a:ln>
        <a:effectLst/>
      </dgm:spPr>
    </dgm:pt>
    <dgm:pt modelId="{AED31608-0D6A-462A-970C-B5342475089C}" type="pres">
      <dgm:prSet presAssocID="{EB8FD03A-F409-4F84-9E31-83F101CA5721}" presName="L2TextContainer" presStyleLbl="revTx" presStyleIdx="2" presStyleCnt="12">
        <dgm:presLayoutVars>
          <dgm:bulletEnabled val="1"/>
        </dgm:presLayoutVars>
      </dgm:prSet>
      <dgm:spPr/>
    </dgm:pt>
    <dgm:pt modelId="{C6957BFC-959E-42DC-BF84-736C957D1F12}" type="pres">
      <dgm:prSet presAssocID="{EB8FD03A-F409-4F84-9E31-83F101CA5721}" presName="L1TextContainer" presStyleLbl="revTx" presStyleIdx="3" presStyleCnt="12">
        <dgm:presLayoutVars>
          <dgm:chMax val="1"/>
          <dgm:chPref val="1"/>
          <dgm:bulletEnabled val="1"/>
        </dgm:presLayoutVars>
      </dgm:prSet>
      <dgm:spPr/>
    </dgm:pt>
    <dgm:pt modelId="{8E008218-4CC5-4974-883A-D39BA8E7F905}" type="pres">
      <dgm:prSet presAssocID="{EB8FD03A-F409-4F84-9E31-83F101CA5721}" presName="ConnectLine" presStyleLbl="sibTrans1D1" presStyleIdx="1" presStyleCnt="6"/>
      <dgm:spPr>
        <a:noFill/>
        <a:ln w="12700" cap="flat" cmpd="sng" algn="ctr">
          <a:solidFill>
            <a:schemeClr val="dk2">
              <a:hueOff val="0"/>
              <a:satOff val="0"/>
              <a:lumOff val="0"/>
              <a:alphaOff val="0"/>
            </a:schemeClr>
          </a:solidFill>
          <a:prstDash val="dash"/>
        </a:ln>
        <a:effectLst/>
      </dgm:spPr>
    </dgm:pt>
    <dgm:pt modelId="{07BC5364-03AB-4814-8C6C-22C43AD32472}" type="pres">
      <dgm:prSet presAssocID="{EB8FD03A-F409-4F84-9E31-83F101CA5721}" presName="EmptyPlaceHolder" presStyleCnt="0"/>
      <dgm:spPr/>
    </dgm:pt>
    <dgm:pt modelId="{1974773D-A1A9-42D8-BB19-CE9970F7851E}" type="pres">
      <dgm:prSet presAssocID="{AD8FA83D-1974-4DD9-9A84-82F339697A31}" presName="spaceBetweenRectangles" presStyleCnt="0"/>
      <dgm:spPr/>
    </dgm:pt>
    <dgm:pt modelId="{06D9587A-9EEA-40FD-A254-01F92EC6D8BD}" type="pres">
      <dgm:prSet presAssocID="{F91E12E2-F8E2-4FE3-B463-CE17326C7CDB}" presName="composite" presStyleCnt="0"/>
      <dgm:spPr/>
    </dgm:pt>
    <dgm:pt modelId="{4849C873-50DB-434C-877C-FFB372F959CF}" type="pres">
      <dgm:prSet presAssocID="{F91E12E2-F8E2-4FE3-B463-CE17326C7CDB}" presName="ConnectorPoint" presStyleLbl="lnNode1" presStyleIdx="2" presStyleCnt="6"/>
      <dgm:spPr>
        <a:solidFill>
          <a:schemeClr val="lt1">
            <a:hueOff val="0"/>
            <a:satOff val="0"/>
            <a:lumOff val="0"/>
            <a:alphaOff val="0"/>
          </a:schemeClr>
        </a:solidFill>
        <a:ln w="6350" cap="flat" cmpd="sng" algn="ctr">
          <a:solidFill>
            <a:schemeClr val="dk2">
              <a:shade val="80000"/>
              <a:hueOff val="0"/>
              <a:satOff val="0"/>
              <a:lumOff val="0"/>
              <a:alphaOff val="0"/>
            </a:schemeClr>
          </a:solidFill>
          <a:prstDash val="solid"/>
        </a:ln>
        <a:effectLst/>
      </dgm:spPr>
    </dgm:pt>
    <dgm:pt modelId="{5B785011-4876-4707-A35F-6D3DADD3FA59}" type="pres">
      <dgm:prSet presAssocID="{F91E12E2-F8E2-4FE3-B463-CE17326C7CDB}" presName="DropPinPlaceHolder" presStyleCnt="0"/>
      <dgm:spPr/>
    </dgm:pt>
    <dgm:pt modelId="{66E9E6A3-E446-468F-A099-03C0C289276E}" type="pres">
      <dgm:prSet presAssocID="{F91E12E2-F8E2-4FE3-B463-CE17326C7CDB}" presName="DropPin" presStyleLbl="alignNode1" presStyleIdx="2" presStyleCnt="6"/>
      <dgm:spPr/>
    </dgm:pt>
    <dgm:pt modelId="{503C8413-32FD-4CF3-B87A-27F69A9C8E7E}" type="pres">
      <dgm:prSet presAssocID="{F91E12E2-F8E2-4FE3-B463-CE17326C7CDB}" presName="Ellipse" presStyleLbl="fgAcc1" presStyleIdx="3" presStyleCnt="7"/>
      <dgm:spPr>
        <a:solidFill>
          <a:schemeClr val="dk2">
            <a:alpha val="90000"/>
            <a:tint val="40000"/>
            <a:hueOff val="0"/>
            <a:satOff val="0"/>
            <a:lumOff val="0"/>
            <a:alphaOff val="0"/>
          </a:schemeClr>
        </a:solidFill>
        <a:ln w="25400" cap="flat" cmpd="sng" algn="ctr">
          <a:noFill/>
          <a:prstDash val="solid"/>
        </a:ln>
        <a:effectLst/>
      </dgm:spPr>
    </dgm:pt>
    <dgm:pt modelId="{64F94FDE-F391-4BED-8B46-439E871A1EFA}" type="pres">
      <dgm:prSet presAssocID="{F91E12E2-F8E2-4FE3-B463-CE17326C7CDB}" presName="L2TextContainer" presStyleLbl="revTx" presStyleIdx="4" presStyleCnt="12">
        <dgm:presLayoutVars>
          <dgm:bulletEnabled val="1"/>
        </dgm:presLayoutVars>
      </dgm:prSet>
      <dgm:spPr/>
    </dgm:pt>
    <dgm:pt modelId="{9DBC8AD1-74C2-46D9-AAF6-2621ED210C61}" type="pres">
      <dgm:prSet presAssocID="{F91E12E2-F8E2-4FE3-B463-CE17326C7CDB}" presName="L1TextContainer" presStyleLbl="revTx" presStyleIdx="5" presStyleCnt="12">
        <dgm:presLayoutVars>
          <dgm:chMax val="1"/>
          <dgm:chPref val="1"/>
          <dgm:bulletEnabled val="1"/>
        </dgm:presLayoutVars>
      </dgm:prSet>
      <dgm:spPr/>
    </dgm:pt>
    <dgm:pt modelId="{819B2662-BD69-40AA-A0FF-0070FFEFD18C}" type="pres">
      <dgm:prSet presAssocID="{F91E12E2-F8E2-4FE3-B463-CE17326C7CDB}" presName="ConnectLine" presStyleLbl="sibTrans1D1" presStyleIdx="2" presStyleCnt="6"/>
      <dgm:spPr>
        <a:noFill/>
        <a:ln w="12700" cap="flat" cmpd="sng" algn="ctr">
          <a:solidFill>
            <a:schemeClr val="dk2">
              <a:hueOff val="0"/>
              <a:satOff val="0"/>
              <a:lumOff val="0"/>
              <a:alphaOff val="0"/>
            </a:schemeClr>
          </a:solidFill>
          <a:prstDash val="dash"/>
        </a:ln>
        <a:effectLst/>
      </dgm:spPr>
    </dgm:pt>
    <dgm:pt modelId="{BEFE19E1-ED73-427A-B907-40AF1365092A}" type="pres">
      <dgm:prSet presAssocID="{F91E12E2-F8E2-4FE3-B463-CE17326C7CDB}" presName="EmptyPlaceHolder" presStyleCnt="0"/>
      <dgm:spPr/>
    </dgm:pt>
    <dgm:pt modelId="{1DD94C0F-DD37-47CB-B2B8-A34B7B0E8545}" type="pres">
      <dgm:prSet presAssocID="{1F1D2C0B-7BC0-4967-91B6-2553DBEF8DEE}" presName="spaceBetweenRectangles" presStyleCnt="0"/>
      <dgm:spPr/>
    </dgm:pt>
    <dgm:pt modelId="{3347E69C-2954-4EED-9526-69D3AB440420}" type="pres">
      <dgm:prSet presAssocID="{01A004EE-DFC1-4EAF-A98E-01EB7A20D328}" presName="composite" presStyleCnt="0"/>
      <dgm:spPr/>
    </dgm:pt>
    <dgm:pt modelId="{F46529B2-79B7-4A7A-AE1A-8D792D5B4382}" type="pres">
      <dgm:prSet presAssocID="{01A004EE-DFC1-4EAF-A98E-01EB7A20D328}" presName="ConnectorPoint" presStyleLbl="lnNode1" presStyleIdx="3" presStyleCnt="6"/>
      <dgm:spPr>
        <a:solidFill>
          <a:schemeClr val="lt1">
            <a:hueOff val="0"/>
            <a:satOff val="0"/>
            <a:lumOff val="0"/>
            <a:alphaOff val="0"/>
          </a:schemeClr>
        </a:solidFill>
        <a:ln w="6350" cap="flat" cmpd="sng" algn="ctr">
          <a:solidFill>
            <a:schemeClr val="dk2">
              <a:shade val="80000"/>
              <a:hueOff val="0"/>
              <a:satOff val="0"/>
              <a:lumOff val="0"/>
              <a:alphaOff val="0"/>
            </a:schemeClr>
          </a:solidFill>
          <a:prstDash val="solid"/>
        </a:ln>
        <a:effectLst/>
      </dgm:spPr>
    </dgm:pt>
    <dgm:pt modelId="{A4C66577-2278-4537-89BE-62F55CCC2E4C}" type="pres">
      <dgm:prSet presAssocID="{01A004EE-DFC1-4EAF-A98E-01EB7A20D328}" presName="DropPinPlaceHolder" presStyleCnt="0"/>
      <dgm:spPr/>
    </dgm:pt>
    <dgm:pt modelId="{DB323808-29A2-4106-A138-FB7DEFEDEAAF}" type="pres">
      <dgm:prSet presAssocID="{01A004EE-DFC1-4EAF-A98E-01EB7A20D328}" presName="DropPin" presStyleLbl="alignNode1" presStyleIdx="3" presStyleCnt="6"/>
      <dgm:spPr/>
    </dgm:pt>
    <dgm:pt modelId="{F5CD0FFC-D4C9-47C6-9CE7-79C4CB7DC7DB}" type="pres">
      <dgm:prSet presAssocID="{01A004EE-DFC1-4EAF-A98E-01EB7A20D328}" presName="Ellipse" presStyleLbl="fgAcc1" presStyleIdx="4" presStyleCnt="7"/>
      <dgm:spPr>
        <a:solidFill>
          <a:schemeClr val="dk2">
            <a:alpha val="90000"/>
            <a:tint val="40000"/>
            <a:hueOff val="0"/>
            <a:satOff val="0"/>
            <a:lumOff val="0"/>
            <a:alphaOff val="0"/>
          </a:schemeClr>
        </a:solidFill>
        <a:ln w="25400" cap="flat" cmpd="sng" algn="ctr">
          <a:noFill/>
          <a:prstDash val="solid"/>
        </a:ln>
        <a:effectLst/>
      </dgm:spPr>
    </dgm:pt>
    <dgm:pt modelId="{11B0D83E-D261-4EA9-B315-679CB3D65291}" type="pres">
      <dgm:prSet presAssocID="{01A004EE-DFC1-4EAF-A98E-01EB7A20D328}" presName="L2TextContainer" presStyleLbl="revTx" presStyleIdx="6" presStyleCnt="12">
        <dgm:presLayoutVars>
          <dgm:bulletEnabled val="1"/>
        </dgm:presLayoutVars>
      </dgm:prSet>
      <dgm:spPr/>
    </dgm:pt>
    <dgm:pt modelId="{ABE79B10-27A1-44C1-84C4-BC84DD852F80}" type="pres">
      <dgm:prSet presAssocID="{01A004EE-DFC1-4EAF-A98E-01EB7A20D328}" presName="L1TextContainer" presStyleLbl="revTx" presStyleIdx="7" presStyleCnt="12">
        <dgm:presLayoutVars>
          <dgm:chMax val="1"/>
          <dgm:chPref val="1"/>
          <dgm:bulletEnabled val="1"/>
        </dgm:presLayoutVars>
      </dgm:prSet>
      <dgm:spPr/>
    </dgm:pt>
    <dgm:pt modelId="{374F98AC-BE34-49E5-BB47-9AC558494D4D}" type="pres">
      <dgm:prSet presAssocID="{01A004EE-DFC1-4EAF-A98E-01EB7A20D328}" presName="ConnectLine" presStyleLbl="sibTrans1D1" presStyleIdx="3" presStyleCnt="6"/>
      <dgm:spPr>
        <a:noFill/>
        <a:ln w="12700" cap="flat" cmpd="sng" algn="ctr">
          <a:solidFill>
            <a:schemeClr val="dk2">
              <a:hueOff val="0"/>
              <a:satOff val="0"/>
              <a:lumOff val="0"/>
              <a:alphaOff val="0"/>
            </a:schemeClr>
          </a:solidFill>
          <a:prstDash val="dash"/>
        </a:ln>
        <a:effectLst/>
      </dgm:spPr>
    </dgm:pt>
    <dgm:pt modelId="{85ABA382-9D3D-4A7C-BC8C-B1FE9E0605C1}" type="pres">
      <dgm:prSet presAssocID="{01A004EE-DFC1-4EAF-A98E-01EB7A20D328}" presName="EmptyPlaceHolder" presStyleCnt="0"/>
      <dgm:spPr/>
    </dgm:pt>
    <dgm:pt modelId="{133B1845-11A4-42AE-A58B-65A7F6CC1577}" type="pres">
      <dgm:prSet presAssocID="{3515245C-9B48-4C51-9533-40C45A93828D}" presName="spaceBetweenRectangles" presStyleCnt="0"/>
      <dgm:spPr/>
    </dgm:pt>
    <dgm:pt modelId="{16EED609-6A21-46CE-8A87-40F52CE6BC51}" type="pres">
      <dgm:prSet presAssocID="{E54F6A01-4FC0-4AA5-9D92-D6EC0D7A8EE8}" presName="composite" presStyleCnt="0"/>
      <dgm:spPr/>
    </dgm:pt>
    <dgm:pt modelId="{9CD3F4A0-FDAE-4E8F-98D8-484AF0B9D20E}" type="pres">
      <dgm:prSet presAssocID="{E54F6A01-4FC0-4AA5-9D92-D6EC0D7A8EE8}" presName="ConnectorPoint" presStyleLbl="lnNode1" presStyleIdx="4" presStyleCnt="6"/>
      <dgm:spPr>
        <a:solidFill>
          <a:schemeClr val="lt1">
            <a:hueOff val="0"/>
            <a:satOff val="0"/>
            <a:lumOff val="0"/>
            <a:alphaOff val="0"/>
          </a:schemeClr>
        </a:solidFill>
        <a:ln w="6350" cap="flat" cmpd="sng" algn="ctr">
          <a:solidFill>
            <a:schemeClr val="dk2">
              <a:shade val="80000"/>
              <a:hueOff val="0"/>
              <a:satOff val="0"/>
              <a:lumOff val="0"/>
              <a:alphaOff val="0"/>
            </a:schemeClr>
          </a:solidFill>
          <a:prstDash val="solid"/>
        </a:ln>
        <a:effectLst/>
      </dgm:spPr>
    </dgm:pt>
    <dgm:pt modelId="{57B55309-4BCB-478F-9D8F-7E3C0714E8F8}" type="pres">
      <dgm:prSet presAssocID="{E54F6A01-4FC0-4AA5-9D92-D6EC0D7A8EE8}" presName="DropPinPlaceHolder" presStyleCnt="0"/>
      <dgm:spPr/>
    </dgm:pt>
    <dgm:pt modelId="{E3D0EC7B-7FA0-4CFB-9CC5-A0BF8E4F0DBD}" type="pres">
      <dgm:prSet presAssocID="{E54F6A01-4FC0-4AA5-9D92-D6EC0D7A8EE8}" presName="DropPin" presStyleLbl="alignNode1" presStyleIdx="4" presStyleCnt="6"/>
      <dgm:spPr/>
    </dgm:pt>
    <dgm:pt modelId="{EDB46217-5F46-4FDA-9FA3-B04A0B3061D8}" type="pres">
      <dgm:prSet presAssocID="{E54F6A01-4FC0-4AA5-9D92-D6EC0D7A8EE8}" presName="Ellipse" presStyleLbl="fgAcc1" presStyleIdx="5" presStyleCnt="7"/>
      <dgm:spPr>
        <a:solidFill>
          <a:schemeClr val="dk2">
            <a:alpha val="90000"/>
            <a:tint val="40000"/>
            <a:hueOff val="0"/>
            <a:satOff val="0"/>
            <a:lumOff val="0"/>
            <a:alphaOff val="0"/>
          </a:schemeClr>
        </a:solidFill>
        <a:ln w="25400" cap="flat" cmpd="sng" algn="ctr">
          <a:noFill/>
          <a:prstDash val="solid"/>
        </a:ln>
        <a:effectLst/>
      </dgm:spPr>
    </dgm:pt>
    <dgm:pt modelId="{2D5D3A41-FB75-4D0E-826E-D3510A38B56B}" type="pres">
      <dgm:prSet presAssocID="{E54F6A01-4FC0-4AA5-9D92-D6EC0D7A8EE8}" presName="L2TextContainer" presStyleLbl="revTx" presStyleIdx="8" presStyleCnt="12">
        <dgm:presLayoutVars>
          <dgm:bulletEnabled val="1"/>
        </dgm:presLayoutVars>
      </dgm:prSet>
      <dgm:spPr/>
    </dgm:pt>
    <dgm:pt modelId="{40C256D7-6644-4E20-9CA2-730A2A06837C}" type="pres">
      <dgm:prSet presAssocID="{E54F6A01-4FC0-4AA5-9D92-D6EC0D7A8EE8}" presName="L1TextContainer" presStyleLbl="revTx" presStyleIdx="9" presStyleCnt="12">
        <dgm:presLayoutVars>
          <dgm:chMax val="1"/>
          <dgm:chPref val="1"/>
          <dgm:bulletEnabled val="1"/>
        </dgm:presLayoutVars>
      </dgm:prSet>
      <dgm:spPr/>
    </dgm:pt>
    <dgm:pt modelId="{BC6890D1-E87A-40D6-9111-F34CD5606E9B}" type="pres">
      <dgm:prSet presAssocID="{E54F6A01-4FC0-4AA5-9D92-D6EC0D7A8EE8}" presName="ConnectLine" presStyleLbl="sibTrans1D1" presStyleIdx="4" presStyleCnt="6"/>
      <dgm:spPr>
        <a:noFill/>
        <a:ln w="12700" cap="flat" cmpd="sng" algn="ctr">
          <a:solidFill>
            <a:schemeClr val="dk2">
              <a:hueOff val="0"/>
              <a:satOff val="0"/>
              <a:lumOff val="0"/>
              <a:alphaOff val="0"/>
            </a:schemeClr>
          </a:solidFill>
          <a:prstDash val="dash"/>
        </a:ln>
        <a:effectLst/>
      </dgm:spPr>
    </dgm:pt>
    <dgm:pt modelId="{5F055EDE-79B4-4289-A2C6-60B90FF2DFAC}" type="pres">
      <dgm:prSet presAssocID="{E54F6A01-4FC0-4AA5-9D92-D6EC0D7A8EE8}" presName="EmptyPlaceHolder" presStyleCnt="0"/>
      <dgm:spPr/>
    </dgm:pt>
    <dgm:pt modelId="{549D846C-68CC-47D9-8410-E833E5F18D97}" type="pres">
      <dgm:prSet presAssocID="{91937807-4F65-468B-ABDC-F12E52AA8AB2}" presName="spaceBetweenRectangles" presStyleCnt="0"/>
      <dgm:spPr/>
    </dgm:pt>
    <dgm:pt modelId="{EEFB2C12-D5BC-488E-ACAD-368A428FA404}" type="pres">
      <dgm:prSet presAssocID="{3AEABD6D-525F-4D4B-BF04-9FAB2E8B1151}" presName="composite" presStyleCnt="0"/>
      <dgm:spPr/>
    </dgm:pt>
    <dgm:pt modelId="{4C74507B-53F6-4DC5-9DBD-40878C8E47A2}" type="pres">
      <dgm:prSet presAssocID="{3AEABD6D-525F-4D4B-BF04-9FAB2E8B1151}" presName="ConnectorPoint" presStyleLbl="lnNode1" presStyleIdx="5" presStyleCnt="6"/>
      <dgm:spPr>
        <a:solidFill>
          <a:schemeClr val="lt1">
            <a:hueOff val="0"/>
            <a:satOff val="0"/>
            <a:lumOff val="0"/>
            <a:alphaOff val="0"/>
          </a:schemeClr>
        </a:solidFill>
        <a:ln w="6350" cap="flat" cmpd="sng" algn="ctr">
          <a:solidFill>
            <a:schemeClr val="dk2">
              <a:shade val="80000"/>
              <a:hueOff val="0"/>
              <a:satOff val="0"/>
              <a:lumOff val="0"/>
              <a:alphaOff val="0"/>
            </a:schemeClr>
          </a:solidFill>
          <a:prstDash val="solid"/>
        </a:ln>
        <a:effectLst/>
      </dgm:spPr>
    </dgm:pt>
    <dgm:pt modelId="{02B5264E-A79A-49E6-BBE5-DCAB9CFA4584}" type="pres">
      <dgm:prSet presAssocID="{3AEABD6D-525F-4D4B-BF04-9FAB2E8B1151}" presName="DropPinPlaceHolder" presStyleCnt="0"/>
      <dgm:spPr/>
    </dgm:pt>
    <dgm:pt modelId="{9671E805-0CC2-495C-B8D7-3E82D4109DC8}" type="pres">
      <dgm:prSet presAssocID="{3AEABD6D-525F-4D4B-BF04-9FAB2E8B1151}" presName="DropPin" presStyleLbl="alignNode1" presStyleIdx="5" presStyleCnt="6"/>
      <dgm:spPr/>
    </dgm:pt>
    <dgm:pt modelId="{E8A7E428-2F38-4973-AAC5-33AA0257C430}" type="pres">
      <dgm:prSet presAssocID="{3AEABD6D-525F-4D4B-BF04-9FAB2E8B1151}" presName="Ellipse" presStyleLbl="fgAcc1" presStyleIdx="6" presStyleCnt="7"/>
      <dgm:spPr>
        <a:solidFill>
          <a:schemeClr val="dk2">
            <a:alpha val="90000"/>
            <a:tint val="40000"/>
            <a:hueOff val="0"/>
            <a:satOff val="0"/>
            <a:lumOff val="0"/>
            <a:alphaOff val="0"/>
          </a:schemeClr>
        </a:solidFill>
        <a:ln w="25400" cap="flat" cmpd="sng" algn="ctr">
          <a:noFill/>
          <a:prstDash val="solid"/>
        </a:ln>
        <a:effectLst/>
      </dgm:spPr>
    </dgm:pt>
    <dgm:pt modelId="{644CCE9B-1091-4470-94AA-AEBD1D06A43D}" type="pres">
      <dgm:prSet presAssocID="{3AEABD6D-525F-4D4B-BF04-9FAB2E8B1151}" presName="L2TextContainer" presStyleLbl="revTx" presStyleIdx="10" presStyleCnt="12">
        <dgm:presLayoutVars>
          <dgm:bulletEnabled val="1"/>
        </dgm:presLayoutVars>
      </dgm:prSet>
      <dgm:spPr/>
    </dgm:pt>
    <dgm:pt modelId="{3B52C48D-92F4-4370-9B06-06BB2981B2E2}" type="pres">
      <dgm:prSet presAssocID="{3AEABD6D-525F-4D4B-BF04-9FAB2E8B1151}" presName="L1TextContainer" presStyleLbl="revTx" presStyleIdx="11" presStyleCnt="12">
        <dgm:presLayoutVars>
          <dgm:chMax val="1"/>
          <dgm:chPref val="1"/>
          <dgm:bulletEnabled val="1"/>
        </dgm:presLayoutVars>
      </dgm:prSet>
      <dgm:spPr/>
    </dgm:pt>
    <dgm:pt modelId="{52B70483-F67F-494E-B2D0-589717F70B94}" type="pres">
      <dgm:prSet presAssocID="{3AEABD6D-525F-4D4B-BF04-9FAB2E8B1151}" presName="ConnectLine" presStyleLbl="sibTrans1D1" presStyleIdx="5" presStyleCnt="6"/>
      <dgm:spPr>
        <a:noFill/>
        <a:ln w="12700" cap="flat" cmpd="sng" algn="ctr">
          <a:solidFill>
            <a:schemeClr val="dk2">
              <a:hueOff val="0"/>
              <a:satOff val="0"/>
              <a:lumOff val="0"/>
              <a:alphaOff val="0"/>
            </a:schemeClr>
          </a:solidFill>
          <a:prstDash val="dash"/>
        </a:ln>
        <a:effectLst/>
      </dgm:spPr>
    </dgm:pt>
    <dgm:pt modelId="{230A46EB-2710-400F-B221-0F63573A37A9}" type="pres">
      <dgm:prSet presAssocID="{3AEABD6D-525F-4D4B-BF04-9FAB2E8B1151}" presName="EmptyPlaceHolder" presStyleCnt="0"/>
      <dgm:spPr/>
    </dgm:pt>
  </dgm:ptLst>
  <dgm:cxnLst>
    <dgm:cxn modelId="{E9367006-F3BC-4811-977C-86ED3CF44F4C}" srcId="{01A004EE-DFC1-4EAF-A98E-01EB7A20D328}" destId="{EC5F5798-E889-46CF-B4B0-2646A3E4CBB4}" srcOrd="0" destOrd="0" parTransId="{77DCE485-2C98-4B48-9F9D-676885973368}" sibTransId="{87A7CFD5-2488-4C8E-98EF-998F7F6730BA}"/>
    <dgm:cxn modelId="{B2449807-DD18-49A2-8903-DA41488649E6}" type="presOf" srcId="{F91E12E2-F8E2-4FE3-B463-CE17326C7CDB}" destId="{9DBC8AD1-74C2-46D9-AAF6-2621ED210C61}" srcOrd="0" destOrd="0" presId="urn:microsoft.com/office/officeart/2017/3/layout/DropPinTimeline"/>
    <dgm:cxn modelId="{89B50B0F-8079-4183-8825-69F71226968D}" srcId="{F91E12E2-F8E2-4FE3-B463-CE17326C7CDB}" destId="{51EAA78E-CFD2-471D-B984-F1E441EFD343}" srcOrd="0" destOrd="0" parTransId="{E684D526-CA9D-4AB9-9B88-B5E68F99B364}" sibTransId="{C5E61B10-B0F3-4FC2-B19D-7B50308E8C5A}"/>
    <dgm:cxn modelId="{C5C3651E-8CA8-4D51-8D23-0A7CB0B7C29A}" srcId="{BE25AB90-3C5A-436F-B9D0-A43E83EA73E9}" destId="{F91E12E2-F8E2-4FE3-B463-CE17326C7CDB}" srcOrd="2" destOrd="0" parTransId="{9B5D87D9-5B1D-4BF2-AC91-B4D896C3BA68}" sibTransId="{1F1D2C0B-7BC0-4967-91B6-2553DBEF8DEE}"/>
    <dgm:cxn modelId="{2584F022-373A-43F8-85AD-3818E7B7F57E}" type="presOf" srcId="{1EA7608D-A9E5-402B-8B5E-6130FC34A19A}" destId="{AED31608-0D6A-462A-970C-B5342475089C}" srcOrd="0" destOrd="0" presId="urn:microsoft.com/office/officeart/2017/3/layout/DropPinTimeline"/>
    <dgm:cxn modelId="{C0F5C02C-90FC-4AAF-81FA-30333D4EDA8D}" srcId="{EB8FD03A-F409-4F84-9E31-83F101CA5721}" destId="{1EA7608D-A9E5-402B-8B5E-6130FC34A19A}" srcOrd="0" destOrd="0" parTransId="{35673431-EDC6-4761-A87E-B42744ACD821}" sibTransId="{24D3B2C6-DEEE-451C-A22D-CE9C249D0ED8}"/>
    <dgm:cxn modelId="{F6072837-73B1-498A-BA96-10E2C4EAC21B}" type="presOf" srcId="{BE25AB90-3C5A-436F-B9D0-A43E83EA73E9}" destId="{3EDC8817-2E5F-436F-914E-50C2F627686D}" srcOrd="0" destOrd="0" presId="urn:microsoft.com/office/officeart/2017/3/layout/DropPinTimeline"/>
    <dgm:cxn modelId="{63D5CA3A-33A1-4E7C-8E2B-43963B572DB5}" type="presOf" srcId="{171F6D7F-C522-433C-A7DD-7FDF19462D2B}" destId="{644CCE9B-1091-4470-94AA-AEBD1D06A43D}" srcOrd="0" destOrd="0" presId="urn:microsoft.com/office/officeart/2017/3/layout/DropPinTimeline"/>
    <dgm:cxn modelId="{155CC55D-040A-4A5D-BB54-19BC5EBDF2C0}" srcId="{2E0104D4-5FBD-4515-A283-CEB074B2A0EA}" destId="{C4BF9E99-3EE2-4F4D-8FE4-B2E1F5EB65D3}" srcOrd="0" destOrd="0" parTransId="{631F06C4-07D0-4CAA-9C9B-5294E2A98470}" sibTransId="{B1C59643-77B8-4D8E-AE74-D7FBEBFBE66C}"/>
    <dgm:cxn modelId="{4BDA5452-B363-4D9E-9898-DECF3009486C}" type="presOf" srcId="{FAD22AA3-D79C-4C6F-A244-C102248CB5D8}" destId="{2D5D3A41-FB75-4D0E-826E-D3510A38B56B}" srcOrd="0" destOrd="0" presId="urn:microsoft.com/office/officeart/2017/3/layout/DropPinTimeline"/>
    <dgm:cxn modelId="{307E2874-F4F2-4764-932F-1ECD6770D40C}" type="presOf" srcId="{E54F6A01-4FC0-4AA5-9D92-D6EC0D7A8EE8}" destId="{40C256D7-6644-4E20-9CA2-730A2A06837C}" srcOrd="0" destOrd="0" presId="urn:microsoft.com/office/officeart/2017/3/layout/DropPinTimeline"/>
    <dgm:cxn modelId="{4E625456-3F51-4B38-B44E-0CE5BBE856F2}" srcId="{BE25AB90-3C5A-436F-B9D0-A43E83EA73E9}" destId="{EB8FD03A-F409-4F84-9E31-83F101CA5721}" srcOrd="1" destOrd="0" parTransId="{2A7E54AF-2231-4D09-8192-809EF01A24FD}" sibTransId="{AD8FA83D-1974-4DD9-9A84-82F339697A31}"/>
    <dgm:cxn modelId="{8352E38B-678C-4885-8FE3-ACD79FDC26B8}" type="presOf" srcId="{3AEABD6D-525F-4D4B-BF04-9FAB2E8B1151}" destId="{3B52C48D-92F4-4370-9B06-06BB2981B2E2}" srcOrd="0" destOrd="0" presId="urn:microsoft.com/office/officeart/2017/3/layout/DropPinTimeline"/>
    <dgm:cxn modelId="{461F2C94-9E80-4FAD-A088-E972520A85CB}" type="presOf" srcId="{EC5F5798-E889-46CF-B4B0-2646A3E4CBB4}" destId="{11B0D83E-D261-4EA9-B315-679CB3D65291}" srcOrd="0" destOrd="0" presId="urn:microsoft.com/office/officeart/2017/3/layout/DropPinTimeline"/>
    <dgm:cxn modelId="{5AFF9899-6622-4DA5-B532-EAB7006B9AE5}" type="presOf" srcId="{51EAA78E-CFD2-471D-B984-F1E441EFD343}" destId="{64F94FDE-F391-4BED-8B46-439E871A1EFA}" srcOrd="0" destOrd="0" presId="urn:microsoft.com/office/officeart/2017/3/layout/DropPinTimeline"/>
    <dgm:cxn modelId="{816AA1A0-90D0-42D4-9449-EF6915627997}" srcId="{BE25AB90-3C5A-436F-B9D0-A43E83EA73E9}" destId="{01A004EE-DFC1-4EAF-A98E-01EB7A20D328}" srcOrd="3" destOrd="0" parTransId="{21015795-E774-480B-8906-2A928F8BCB6F}" sibTransId="{3515245C-9B48-4C51-9533-40C45A93828D}"/>
    <dgm:cxn modelId="{0489BBA2-AFE0-4CF5-B935-D43061836EE0}" type="presOf" srcId="{EB8FD03A-F409-4F84-9E31-83F101CA5721}" destId="{C6957BFC-959E-42DC-BF84-736C957D1F12}" srcOrd="0" destOrd="0" presId="urn:microsoft.com/office/officeart/2017/3/layout/DropPinTimeline"/>
    <dgm:cxn modelId="{C64330B8-DD69-4A80-A9CB-4822BE587DA6}" type="presOf" srcId="{01A004EE-DFC1-4EAF-A98E-01EB7A20D328}" destId="{ABE79B10-27A1-44C1-84C4-BC84DD852F80}" srcOrd="0" destOrd="0" presId="urn:microsoft.com/office/officeart/2017/3/layout/DropPinTimeline"/>
    <dgm:cxn modelId="{F0C62BBA-B82F-46E9-A3C9-1807507209C6}" srcId="{BE25AB90-3C5A-436F-B9D0-A43E83EA73E9}" destId="{E54F6A01-4FC0-4AA5-9D92-D6EC0D7A8EE8}" srcOrd="4" destOrd="0" parTransId="{7F9F220C-3096-4B0A-ACAD-1C274B12020F}" sibTransId="{91937807-4F65-468B-ABDC-F12E52AA8AB2}"/>
    <dgm:cxn modelId="{BF34A7CB-887D-44A3-A1E7-0EB0570FF429}" type="presOf" srcId="{C4BF9E99-3EE2-4F4D-8FE4-B2E1F5EB65D3}" destId="{E1438818-01A9-4CD9-B22C-EC6AD1379A8A}" srcOrd="0" destOrd="0" presId="urn:microsoft.com/office/officeart/2017/3/layout/DropPinTimeline"/>
    <dgm:cxn modelId="{5927F0CE-23E4-402C-94D5-6CA14B0D2DF6}" type="presOf" srcId="{2E0104D4-5FBD-4515-A283-CEB074B2A0EA}" destId="{A57F8C80-6A98-404E-8DFD-8087EEDAE1A5}" srcOrd="0" destOrd="0" presId="urn:microsoft.com/office/officeart/2017/3/layout/DropPinTimeline"/>
    <dgm:cxn modelId="{9F8BBBD4-D8FA-4E02-B725-AABD7DA08E6A}" srcId="{BE25AB90-3C5A-436F-B9D0-A43E83EA73E9}" destId="{3AEABD6D-525F-4D4B-BF04-9FAB2E8B1151}" srcOrd="5" destOrd="0" parTransId="{054DB981-B905-4F16-A0D2-CFB68429C582}" sibTransId="{2A6542DD-4039-414D-892C-8E94AFAD7390}"/>
    <dgm:cxn modelId="{C3084AD7-CAAD-445B-9121-05815E03573F}" srcId="{E54F6A01-4FC0-4AA5-9D92-D6EC0D7A8EE8}" destId="{FAD22AA3-D79C-4C6F-A244-C102248CB5D8}" srcOrd="0" destOrd="0" parTransId="{81CE14AA-0F6B-4530-ABC9-DB943DA03411}" sibTransId="{423E8C61-E25B-4A49-AC8D-460636C24170}"/>
    <dgm:cxn modelId="{EE2971DA-2883-45E9-B39B-AEAB955680C5}" srcId="{BE25AB90-3C5A-436F-B9D0-A43E83EA73E9}" destId="{2E0104D4-5FBD-4515-A283-CEB074B2A0EA}" srcOrd="0" destOrd="0" parTransId="{BA91DB27-D14A-489D-B16B-0888584E00E5}" sibTransId="{FF858692-8374-47FE-99C0-5B15F52D4EE3}"/>
    <dgm:cxn modelId="{29C3E0E6-13AB-4C9D-AF9E-51D82EDF0489}" srcId="{3AEABD6D-525F-4D4B-BF04-9FAB2E8B1151}" destId="{171F6D7F-C522-433C-A7DD-7FDF19462D2B}" srcOrd="0" destOrd="0" parTransId="{E4731D24-C5BD-4E1E-9560-1CA90D73BAA7}" sibTransId="{919379CF-547D-4E3C-A332-5B51638A186E}"/>
    <dgm:cxn modelId="{0135012E-D028-46CE-AC29-84287E700ABA}" type="presParOf" srcId="{3EDC8817-2E5F-436F-914E-50C2F627686D}" destId="{241599C8-8860-4853-8A2A-E39CEAF96E96}" srcOrd="0" destOrd="0" presId="urn:microsoft.com/office/officeart/2017/3/layout/DropPinTimeline"/>
    <dgm:cxn modelId="{42396669-0861-4429-B2E9-75179BDF763F}" type="presParOf" srcId="{3EDC8817-2E5F-436F-914E-50C2F627686D}" destId="{2233A1DB-BC22-4FBA-9DD2-E97F9DCF1523}" srcOrd="1" destOrd="0" presId="urn:microsoft.com/office/officeart/2017/3/layout/DropPinTimeline"/>
    <dgm:cxn modelId="{754F30F8-B2C4-4EFA-A9B7-598CED01B3C1}" type="presParOf" srcId="{2233A1DB-BC22-4FBA-9DD2-E97F9DCF1523}" destId="{FE016A40-4CFD-42AB-A3BC-DD9801716ED1}" srcOrd="0" destOrd="0" presId="urn:microsoft.com/office/officeart/2017/3/layout/DropPinTimeline"/>
    <dgm:cxn modelId="{7036D57F-1A1D-4EB0-9953-0CD937CABB43}" type="presParOf" srcId="{FE016A40-4CFD-42AB-A3BC-DD9801716ED1}" destId="{2D4FFD0E-B36D-4C24-A530-A2FCBFFA5DED}" srcOrd="0" destOrd="0" presId="urn:microsoft.com/office/officeart/2017/3/layout/DropPinTimeline"/>
    <dgm:cxn modelId="{5025AEE7-DCB8-4D6F-B27C-F2065425887C}" type="presParOf" srcId="{FE016A40-4CFD-42AB-A3BC-DD9801716ED1}" destId="{54E66D7A-9B83-4EA6-8E78-90BD087D5845}" srcOrd="1" destOrd="0" presId="urn:microsoft.com/office/officeart/2017/3/layout/DropPinTimeline"/>
    <dgm:cxn modelId="{40BB1CB7-894F-4142-9748-4E820B5DA06D}" type="presParOf" srcId="{54E66D7A-9B83-4EA6-8E78-90BD087D5845}" destId="{823CA8E7-FC2C-49ED-877E-9D54D671061F}" srcOrd="0" destOrd="0" presId="urn:microsoft.com/office/officeart/2017/3/layout/DropPinTimeline"/>
    <dgm:cxn modelId="{17DCA8D0-52F4-4EA5-88A8-FB42E8C05613}" type="presParOf" srcId="{54E66D7A-9B83-4EA6-8E78-90BD087D5845}" destId="{1265B756-3C28-43ED-9F99-60D6EEB9F5F0}" srcOrd="1" destOrd="0" presId="urn:microsoft.com/office/officeart/2017/3/layout/DropPinTimeline"/>
    <dgm:cxn modelId="{9A508CE4-5ACA-4623-8BB2-D29803005FD9}" type="presParOf" srcId="{FE016A40-4CFD-42AB-A3BC-DD9801716ED1}" destId="{E1438818-01A9-4CD9-B22C-EC6AD1379A8A}" srcOrd="2" destOrd="0" presId="urn:microsoft.com/office/officeart/2017/3/layout/DropPinTimeline"/>
    <dgm:cxn modelId="{A0E8E1A1-DE4D-4F42-8395-79A0C393C31B}" type="presParOf" srcId="{FE016A40-4CFD-42AB-A3BC-DD9801716ED1}" destId="{A57F8C80-6A98-404E-8DFD-8087EEDAE1A5}" srcOrd="3" destOrd="0" presId="urn:microsoft.com/office/officeart/2017/3/layout/DropPinTimeline"/>
    <dgm:cxn modelId="{7C371B73-BC73-41F5-9BDC-E3BBC86A482B}" type="presParOf" srcId="{FE016A40-4CFD-42AB-A3BC-DD9801716ED1}" destId="{B286BDC8-F326-499B-9F2B-F678F93D1388}" srcOrd="4" destOrd="0" presId="urn:microsoft.com/office/officeart/2017/3/layout/DropPinTimeline"/>
    <dgm:cxn modelId="{5B661381-3D77-4A01-9172-05B80B1EA993}" type="presParOf" srcId="{FE016A40-4CFD-42AB-A3BC-DD9801716ED1}" destId="{0590AD76-F46E-4A97-B3A3-80437940F543}" srcOrd="5" destOrd="0" presId="urn:microsoft.com/office/officeart/2017/3/layout/DropPinTimeline"/>
    <dgm:cxn modelId="{6DA962CA-69DB-4A56-B8C3-F544C0AD8FE1}" type="presParOf" srcId="{2233A1DB-BC22-4FBA-9DD2-E97F9DCF1523}" destId="{4C01BAFE-D981-4940-A656-6635DD26B467}" srcOrd="1" destOrd="0" presId="urn:microsoft.com/office/officeart/2017/3/layout/DropPinTimeline"/>
    <dgm:cxn modelId="{EB2A4A82-9B70-45DD-808E-877FA04812BC}" type="presParOf" srcId="{2233A1DB-BC22-4FBA-9DD2-E97F9DCF1523}" destId="{4C42AFEA-5CE2-4FCE-A716-7C76E96C4B25}" srcOrd="2" destOrd="0" presId="urn:microsoft.com/office/officeart/2017/3/layout/DropPinTimeline"/>
    <dgm:cxn modelId="{4B11780A-B640-462B-948E-2754E2394935}" type="presParOf" srcId="{4C42AFEA-5CE2-4FCE-A716-7C76E96C4B25}" destId="{DDAA742F-C208-4FEB-9036-42565E1EBDC9}" srcOrd="0" destOrd="0" presId="urn:microsoft.com/office/officeart/2017/3/layout/DropPinTimeline"/>
    <dgm:cxn modelId="{8225382A-7FED-4857-8DD6-EC6CA5005F2E}" type="presParOf" srcId="{4C42AFEA-5CE2-4FCE-A716-7C76E96C4B25}" destId="{1E11796E-BABD-4DEF-95DD-7DF9A3538020}" srcOrd="1" destOrd="0" presId="urn:microsoft.com/office/officeart/2017/3/layout/DropPinTimeline"/>
    <dgm:cxn modelId="{6DA6F7F0-52AA-41B1-9173-6F155FB329C5}" type="presParOf" srcId="{1E11796E-BABD-4DEF-95DD-7DF9A3538020}" destId="{85353DE1-C460-4DA3-BCE7-E31AB017E837}" srcOrd="0" destOrd="0" presId="urn:microsoft.com/office/officeart/2017/3/layout/DropPinTimeline"/>
    <dgm:cxn modelId="{F86DAE94-7BB5-4A50-A294-F3C5CBB36BF6}" type="presParOf" srcId="{1E11796E-BABD-4DEF-95DD-7DF9A3538020}" destId="{F5785E9E-DF91-4CB6-8465-36DB8E65988D}" srcOrd="1" destOrd="0" presId="urn:microsoft.com/office/officeart/2017/3/layout/DropPinTimeline"/>
    <dgm:cxn modelId="{18B0706A-3B3D-48EF-8A73-59C5664B0378}" type="presParOf" srcId="{4C42AFEA-5CE2-4FCE-A716-7C76E96C4B25}" destId="{AED31608-0D6A-462A-970C-B5342475089C}" srcOrd="2" destOrd="0" presId="urn:microsoft.com/office/officeart/2017/3/layout/DropPinTimeline"/>
    <dgm:cxn modelId="{87F5C8C0-01EC-42AB-86B9-1D3CB51CC0E7}" type="presParOf" srcId="{4C42AFEA-5CE2-4FCE-A716-7C76E96C4B25}" destId="{C6957BFC-959E-42DC-BF84-736C957D1F12}" srcOrd="3" destOrd="0" presId="urn:microsoft.com/office/officeart/2017/3/layout/DropPinTimeline"/>
    <dgm:cxn modelId="{D7D222C4-2E30-487A-88AE-00E26010C528}" type="presParOf" srcId="{4C42AFEA-5CE2-4FCE-A716-7C76E96C4B25}" destId="{8E008218-4CC5-4974-883A-D39BA8E7F905}" srcOrd="4" destOrd="0" presId="urn:microsoft.com/office/officeart/2017/3/layout/DropPinTimeline"/>
    <dgm:cxn modelId="{A8B764D0-8CA3-4E3D-B549-9AEDEAE461C0}" type="presParOf" srcId="{4C42AFEA-5CE2-4FCE-A716-7C76E96C4B25}" destId="{07BC5364-03AB-4814-8C6C-22C43AD32472}" srcOrd="5" destOrd="0" presId="urn:microsoft.com/office/officeart/2017/3/layout/DropPinTimeline"/>
    <dgm:cxn modelId="{7AA355B3-958B-44A9-B040-50224865E411}" type="presParOf" srcId="{2233A1DB-BC22-4FBA-9DD2-E97F9DCF1523}" destId="{1974773D-A1A9-42D8-BB19-CE9970F7851E}" srcOrd="3" destOrd="0" presId="urn:microsoft.com/office/officeart/2017/3/layout/DropPinTimeline"/>
    <dgm:cxn modelId="{B25FEDB5-8B05-4FB0-A87C-2F34B0565A2A}" type="presParOf" srcId="{2233A1DB-BC22-4FBA-9DD2-E97F9DCF1523}" destId="{06D9587A-9EEA-40FD-A254-01F92EC6D8BD}" srcOrd="4" destOrd="0" presId="urn:microsoft.com/office/officeart/2017/3/layout/DropPinTimeline"/>
    <dgm:cxn modelId="{CAF213DB-9447-4809-A305-5D59E66217AE}" type="presParOf" srcId="{06D9587A-9EEA-40FD-A254-01F92EC6D8BD}" destId="{4849C873-50DB-434C-877C-FFB372F959CF}" srcOrd="0" destOrd="0" presId="urn:microsoft.com/office/officeart/2017/3/layout/DropPinTimeline"/>
    <dgm:cxn modelId="{F1538C49-13AD-445B-8F96-CD0D1B666BEF}" type="presParOf" srcId="{06D9587A-9EEA-40FD-A254-01F92EC6D8BD}" destId="{5B785011-4876-4707-A35F-6D3DADD3FA59}" srcOrd="1" destOrd="0" presId="urn:microsoft.com/office/officeart/2017/3/layout/DropPinTimeline"/>
    <dgm:cxn modelId="{44BA7D6D-EC02-4B07-9B83-0DF8388CCE0D}" type="presParOf" srcId="{5B785011-4876-4707-A35F-6D3DADD3FA59}" destId="{66E9E6A3-E446-468F-A099-03C0C289276E}" srcOrd="0" destOrd="0" presId="urn:microsoft.com/office/officeart/2017/3/layout/DropPinTimeline"/>
    <dgm:cxn modelId="{BB76DB6C-482E-4BED-9D7E-6C6DA9211C2C}" type="presParOf" srcId="{5B785011-4876-4707-A35F-6D3DADD3FA59}" destId="{503C8413-32FD-4CF3-B87A-27F69A9C8E7E}" srcOrd="1" destOrd="0" presId="urn:microsoft.com/office/officeart/2017/3/layout/DropPinTimeline"/>
    <dgm:cxn modelId="{880429B7-287C-4714-9F67-26AC29203D80}" type="presParOf" srcId="{06D9587A-9EEA-40FD-A254-01F92EC6D8BD}" destId="{64F94FDE-F391-4BED-8B46-439E871A1EFA}" srcOrd="2" destOrd="0" presId="urn:microsoft.com/office/officeart/2017/3/layout/DropPinTimeline"/>
    <dgm:cxn modelId="{6F0265CD-942A-425E-8255-DF30B95A3127}" type="presParOf" srcId="{06D9587A-9EEA-40FD-A254-01F92EC6D8BD}" destId="{9DBC8AD1-74C2-46D9-AAF6-2621ED210C61}" srcOrd="3" destOrd="0" presId="urn:microsoft.com/office/officeart/2017/3/layout/DropPinTimeline"/>
    <dgm:cxn modelId="{786CD6F8-40CC-4EEB-A1E6-06C20940F85D}" type="presParOf" srcId="{06D9587A-9EEA-40FD-A254-01F92EC6D8BD}" destId="{819B2662-BD69-40AA-A0FF-0070FFEFD18C}" srcOrd="4" destOrd="0" presId="urn:microsoft.com/office/officeart/2017/3/layout/DropPinTimeline"/>
    <dgm:cxn modelId="{6DBC77B5-0A4F-42E3-9784-7848AE45ACD3}" type="presParOf" srcId="{06D9587A-9EEA-40FD-A254-01F92EC6D8BD}" destId="{BEFE19E1-ED73-427A-B907-40AF1365092A}" srcOrd="5" destOrd="0" presId="urn:microsoft.com/office/officeart/2017/3/layout/DropPinTimeline"/>
    <dgm:cxn modelId="{0A048B88-605D-4B2C-95C1-20EE2EDA4CC4}" type="presParOf" srcId="{2233A1DB-BC22-4FBA-9DD2-E97F9DCF1523}" destId="{1DD94C0F-DD37-47CB-B2B8-A34B7B0E8545}" srcOrd="5" destOrd="0" presId="urn:microsoft.com/office/officeart/2017/3/layout/DropPinTimeline"/>
    <dgm:cxn modelId="{796DB1BA-E2AB-4893-8CDA-C03B62F2103D}" type="presParOf" srcId="{2233A1DB-BC22-4FBA-9DD2-E97F9DCF1523}" destId="{3347E69C-2954-4EED-9526-69D3AB440420}" srcOrd="6" destOrd="0" presId="urn:microsoft.com/office/officeart/2017/3/layout/DropPinTimeline"/>
    <dgm:cxn modelId="{3D0A5FF7-D3FD-4E74-A7EF-0A26955AD82A}" type="presParOf" srcId="{3347E69C-2954-4EED-9526-69D3AB440420}" destId="{F46529B2-79B7-4A7A-AE1A-8D792D5B4382}" srcOrd="0" destOrd="0" presId="urn:microsoft.com/office/officeart/2017/3/layout/DropPinTimeline"/>
    <dgm:cxn modelId="{4F9C31C4-5E1E-4D1E-B711-C03237723247}" type="presParOf" srcId="{3347E69C-2954-4EED-9526-69D3AB440420}" destId="{A4C66577-2278-4537-89BE-62F55CCC2E4C}" srcOrd="1" destOrd="0" presId="urn:microsoft.com/office/officeart/2017/3/layout/DropPinTimeline"/>
    <dgm:cxn modelId="{42D7D5C0-B233-4A22-AD5B-1ACF913734EE}" type="presParOf" srcId="{A4C66577-2278-4537-89BE-62F55CCC2E4C}" destId="{DB323808-29A2-4106-A138-FB7DEFEDEAAF}" srcOrd="0" destOrd="0" presId="urn:microsoft.com/office/officeart/2017/3/layout/DropPinTimeline"/>
    <dgm:cxn modelId="{93359274-542E-405C-9FBB-C799E32F5BBA}" type="presParOf" srcId="{A4C66577-2278-4537-89BE-62F55CCC2E4C}" destId="{F5CD0FFC-D4C9-47C6-9CE7-79C4CB7DC7DB}" srcOrd="1" destOrd="0" presId="urn:microsoft.com/office/officeart/2017/3/layout/DropPinTimeline"/>
    <dgm:cxn modelId="{544956B5-EF14-48A9-A13D-2A9D0D81A950}" type="presParOf" srcId="{3347E69C-2954-4EED-9526-69D3AB440420}" destId="{11B0D83E-D261-4EA9-B315-679CB3D65291}" srcOrd="2" destOrd="0" presId="urn:microsoft.com/office/officeart/2017/3/layout/DropPinTimeline"/>
    <dgm:cxn modelId="{CE3C00B5-ECC6-4003-B6C4-0A3E25D2249B}" type="presParOf" srcId="{3347E69C-2954-4EED-9526-69D3AB440420}" destId="{ABE79B10-27A1-44C1-84C4-BC84DD852F80}" srcOrd="3" destOrd="0" presId="urn:microsoft.com/office/officeart/2017/3/layout/DropPinTimeline"/>
    <dgm:cxn modelId="{9D63BE8A-A7ED-42F7-B8D2-428C188DC7F6}" type="presParOf" srcId="{3347E69C-2954-4EED-9526-69D3AB440420}" destId="{374F98AC-BE34-49E5-BB47-9AC558494D4D}" srcOrd="4" destOrd="0" presId="urn:microsoft.com/office/officeart/2017/3/layout/DropPinTimeline"/>
    <dgm:cxn modelId="{0A0123DD-7FB5-4C11-AE0F-15F7E4E6DEF9}" type="presParOf" srcId="{3347E69C-2954-4EED-9526-69D3AB440420}" destId="{85ABA382-9D3D-4A7C-BC8C-B1FE9E0605C1}" srcOrd="5" destOrd="0" presId="urn:microsoft.com/office/officeart/2017/3/layout/DropPinTimeline"/>
    <dgm:cxn modelId="{D3B56FEC-D50F-4B0C-9D1E-A4A3C41FD581}" type="presParOf" srcId="{2233A1DB-BC22-4FBA-9DD2-E97F9DCF1523}" destId="{133B1845-11A4-42AE-A58B-65A7F6CC1577}" srcOrd="7" destOrd="0" presId="urn:microsoft.com/office/officeart/2017/3/layout/DropPinTimeline"/>
    <dgm:cxn modelId="{DD0914E6-C1AA-4CD0-9D6D-46072995D196}" type="presParOf" srcId="{2233A1DB-BC22-4FBA-9DD2-E97F9DCF1523}" destId="{16EED609-6A21-46CE-8A87-40F52CE6BC51}" srcOrd="8" destOrd="0" presId="urn:microsoft.com/office/officeart/2017/3/layout/DropPinTimeline"/>
    <dgm:cxn modelId="{6D45E836-4B82-4E82-AF0B-EFA7A796F476}" type="presParOf" srcId="{16EED609-6A21-46CE-8A87-40F52CE6BC51}" destId="{9CD3F4A0-FDAE-4E8F-98D8-484AF0B9D20E}" srcOrd="0" destOrd="0" presId="urn:microsoft.com/office/officeart/2017/3/layout/DropPinTimeline"/>
    <dgm:cxn modelId="{301CC81C-55BA-41A0-A8FD-25BF978E1FD0}" type="presParOf" srcId="{16EED609-6A21-46CE-8A87-40F52CE6BC51}" destId="{57B55309-4BCB-478F-9D8F-7E3C0714E8F8}" srcOrd="1" destOrd="0" presId="urn:microsoft.com/office/officeart/2017/3/layout/DropPinTimeline"/>
    <dgm:cxn modelId="{7D7930B2-5DC4-4CB6-A472-31F4C73DF89E}" type="presParOf" srcId="{57B55309-4BCB-478F-9D8F-7E3C0714E8F8}" destId="{E3D0EC7B-7FA0-4CFB-9CC5-A0BF8E4F0DBD}" srcOrd="0" destOrd="0" presId="urn:microsoft.com/office/officeart/2017/3/layout/DropPinTimeline"/>
    <dgm:cxn modelId="{F58D2677-E973-4DAF-861F-D77307141AB5}" type="presParOf" srcId="{57B55309-4BCB-478F-9D8F-7E3C0714E8F8}" destId="{EDB46217-5F46-4FDA-9FA3-B04A0B3061D8}" srcOrd="1" destOrd="0" presId="urn:microsoft.com/office/officeart/2017/3/layout/DropPinTimeline"/>
    <dgm:cxn modelId="{35749558-C4AB-46F9-A5BF-5B16A9C5340D}" type="presParOf" srcId="{16EED609-6A21-46CE-8A87-40F52CE6BC51}" destId="{2D5D3A41-FB75-4D0E-826E-D3510A38B56B}" srcOrd="2" destOrd="0" presId="urn:microsoft.com/office/officeart/2017/3/layout/DropPinTimeline"/>
    <dgm:cxn modelId="{12CA881C-556A-415D-8FB4-C96D69830DD0}" type="presParOf" srcId="{16EED609-6A21-46CE-8A87-40F52CE6BC51}" destId="{40C256D7-6644-4E20-9CA2-730A2A06837C}" srcOrd="3" destOrd="0" presId="urn:microsoft.com/office/officeart/2017/3/layout/DropPinTimeline"/>
    <dgm:cxn modelId="{3BCEE625-4C8E-4C6F-8518-1AFBC0200518}" type="presParOf" srcId="{16EED609-6A21-46CE-8A87-40F52CE6BC51}" destId="{BC6890D1-E87A-40D6-9111-F34CD5606E9B}" srcOrd="4" destOrd="0" presId="urn:microsoft.com/office/officeart/2017/3/layout/DropPinTimeline"/>
    <dgm:cxn modelId="{47EE4E2A-EAA1-4FF0-B970-E61AC64E1BBA}" type="presParOf" srcId="{16EED609-6A21-46CE-8A87-40F52CE6BC51}" destId="{5F055EDE-79B4-4289-A2C6-60B90FF2DFAC}" srcOrd="5" destOrd="0" presId="urn:microsoft.com/office/officeart/2017/3/layout/DropPinTimeline"/>
    <dgm:cxn modelId="{BDA0DFF7-927C-4C6A-B916-B20239CFC492}" type="presParOf" srcId="{2233A1DB-BC22-4FBA-9DD2-E97F9DCF1523}" destId="{549D846C-68CC-47D9-8410-E833E5F18D97}" srcOrd="9" destOrd="0" presId="urn:microsoft.com/office/officeart/2017/3/layout/DropPinTimeline"/>
    <dgm:cxn modelId="{C9491E14-B72B-42A7-AAF1-423703C1C751}" type="presParOf" srcId="{2233A1DB-BC22-4FBA-9DD2-E97F9DCF1523}" destId="{EEFB2C12-D5BC-488E-ACAD-368A428FA404}" srcOrd="10" destOrd="0" presId="urn:microsoft.com/office/officeart/2017/3/layout/DropPinTimeline"/>
    <dgm:cxn modelId="{AF41461D-2837-413A-A3B1-BD1594D844B2}" type="presParOf" srcId="{EEFB2C12-D5BC-488E-ACAD-368A428FA404}" destId="{4C74507B-53F6-4DC5-9DBD-40878C8E47A2}" srcOrd="0" destOrd="0" presId="urn:microsoft.com/office/officeart/2017/3/layout/DropPinTimeline"/>
    <dgm:cxn modelId="{A13C061E-6903-445F-8CDF-0DDFE8AB53D6}" type="presParOf" srcId="{EEFB2C12-D5BC-488E-ACAD-368A428FA404}" destId="{02B5264E-A79A-49E6-BBE5-DCAB9CFA4584}" srcOrd="1" destOrd="0" presId="urn:microsoft.com/office/officeart/2017/3/layout/DropPinTimeline"/>
    <dgm:cxn modelId="{C5567FD4-3D3A-4EB6-A909-42CF072EFFEA}" type="presParOf" srcId="{02B5264E-A79A-49E6-BBE5-DCAB9CFA4584}" destId="{9671E805-0CC2-495C-B8D7-3E82D4109DC8}" srcOrd="0" destOrd="0" presId="urn:microsoft.com/office/officeart/2017/3/layout/DropPinTimeline"/>
    <dgm:cxn modelId="{D14F5E95-25C9-4E09-8E9E-69FF0FB50494}" type="presParOf" srcId="{02B5264E-A79A-49E6-BBE5-DCAB9CFA4584}" destId="{E8A7E428-2F38-4973-AAC5-33AA0257C430}" srcOrd="1" destOrd="0" presId="urn:microsoft.com/office/officeart/2017/3/layout/DropPinTimeline"/>
    <dgm:cxn modelId="{2E2112AF-3DD3-45B1-A218-3831F2DA5F04}" type="presParOf" srcId="{EEFB2C12-D5BC-488E-ACAD-368A428FA404}" destId="{644CCE9B-1091-4470-94AA-AEBD1D06A43D}" srcOrd="2" destOrd="0" presId="urn:microsoft.com/office/officeart/2017/3/layout/DropPinTimeline"/>
    <dgm:cxn modelId="{F465F03C-AD3E-4BD7-9DF2-9E0AC9DED264}" type="presParOf" srcId="{EEFB2C12-D5BC-488E-ACAD-368A428FA404}" destId="{3B52C48D-92F4-4370-9B06-06BB2981B2E2}" srcOrd="3" destOrd="0" presId="urn:microsoft.com/office/officeart/2017/3/layout/DropPinTimeline"/>
    <dgm:cxn modelId="{9F46C01E-960D-4D36-8A1B-490BE65AFFED}" type="presParOf" srcId="{EEFB2C12-D5BC-488E-ACAD-368A428FA404}" destId="{52B70483-F67F-494E-B2D0-589717F70B94}" srcOrd="4" destOrd="0" presId="urn:microsoft.com/office/officeart/2017/3/layout/DropPinTimeline"/>
    <dgm:cxn modelId="{BD6C90FD-A1D8-4F09-A6B8-ECABA9766BBE}" type="presParOf" srcId="{EEFB2C12-D5BC-488E-ACAD-368A428FA404}" destId="{230A46EB-2710-400F-B221-0F63573A37A9}" srcOrd="5" destOrd="0" presId="urn:microsoft.com/office/officeart/2017/3/layout/DropPinTimeline"/>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F2A17C-0457-804D-ABF8-5959413D5421}">
      <dsp:nvSpPr>
        <dsp:cNvPr id="0" name=""/>
        <dsp:cNvSpPr/>
      </dsp:nvSpPr>
      <dsp:spPr>
        <a:xfrm>
          <a:off x="4981834" y="361"/>
          <a:ext cx="1282180" cy="1282180"/>
        </a:xfrm>
        <a:prstGeom prst="ellipse">
          <a:avLst/>
        </a:prstGeom>
        <a:solidFill>
          <a:schemeClr val="dk2">
            <a:hueOff val="0"/>
            <a:satOff val="0"/>
            <a:lumOff val="0"/>
            <a:alphaOff val="0"/>
          </a:schemeClr>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endParaRPr lang="en-GB" sz="1100" kern="1200"/>
        </a:p>
      </dsp:txBody>
      <dsp:txXfrm>
        <a:off x="5169605" y="188132"/>
        <a:ext cx="906638" cy="906638"/>
      </dsp:txXfrm>
    </dsp:sp>
    <dsp:sp modelId="{4441EA0B-78E4-D249-A96F-8C8645E849DF}">
      <dsp:nvSpPr>
        <dsp:cNvPr id="0" name=""/>
        <dsp:cNvSpPr/>
      </dsp:nvSpPr>
      <dsp:spPr>
        <a:xfrm rot="2160000">
          <a:off x="6223702" y="985710"/>
          <a:ext cx="341719" cy="432735"/>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GB" sz="900" kern="1200"/>
        </a:p>
      </dsp:txBody>
      <dsp:txXfrm>
        <a:off x="6233491" y="1042128"/>
        <a:ext cx="239203" cy="259641"/>
      </dsp:txXfrm>
    </dsp:sp>
    <dsp:sp modelId="{A2B2CAC8-DED7-4448-BCDD-0021BE11FBFA}">
      <dsp:nvSpPr>
        <dsp:cNvPr id="0" name=""/>
        <dsp:cNvSpPr/>
      </dsp:nvSpPr>
      <dsp:spPr>
        <a:xfrm>
          <a:off x="6540757" y="1132984"/>
          <a:ext cx="1282180" cy="1282180"/>
        </a:xfrm>
        <a:prstGeom prst="ellipse">
          <a:avLst/>
        </a:prstGeom>
        <a:solidFill>
          <a:schemeClr val="accent4"/>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endParaRPr lang="en-GB" sz="1100" kern="1200"/>
        </a:p>
      </dsp:txBody>
      <dsp:txXfrm>
        <a:off x="6728528" y="1320755"/>
        <a:ext cx="906638" cy="906638"/>
      </dsp:txXfrm>
    </dsp:sp>
    <dsp:sp modelId="{C72436F1-5D0E-3B4F-87D1-E245A90D4222}">
      <dsp:nvSpPr>
        <dsp:cNvPr id="0" name=""/>
        <dsp:cNvSpPr/>
      </dsp:nvSpPr>
      <dsp:spPr>
        <a:xfrm rot="6480000">
          <a:off x="6716248" y="2464820"/>
          <a:ext cx="341719" cy="432735"/>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GB" sz="900" kern="1200"/>
        </a:p>
      </dsp:txBody>
      <dsp:txXfrm rot="10800000">
        <a:off x="6783346" y="2502618"/>
        <a:ext cx="239203" cy="259641"/>
      </dsp:txXfrm>
    </dsp:sp>
    <dsp:sp modelId="{2ED34D25-6473-974F-804B-2DD19A9D972B}">
      <dsp:nvSpPr>
        <dsp:cNvPr id="0" name=""/>
        <dsp:cNvSpPr/>
      </dsp:nvSpPr>
      <dsp:spPr>
        <a:xfrm>
          <a:off x="5945301" y="2965608"/>
          <a:ext cx="1282180" cy="1282180"/>
        </a:xfrm>
        <a:prstGeom prst="ellipse">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endParaRPr lang="en-GB" sz="1100" kern="1200"/>
        </a:p>
      </dsp:txBody>
      <dsp:txXfrm>
        <a:off x="6133072" y="3153379"/>
        <a:ext cx="906638" cy="906638"/>
      </dsp:txXfrm>
    </dsp:sp>
    <dsp:sp modelId="{943A7EAD-42FD-3E4E-97A0-4C387A068801}">
      <dsp:nvSpPr>
        <dsp:cNvPr id="0" name=""/>
        <dsp:cNvSpPr/>
      </dsp:nvSpPr>
      <dsp:spPr>
        <a:xfrm rot="10800000">
          <a:off x="5461736" y="3390330"/>
          <a:ext cx="341719" cy="432735"/>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GB" sz="900" kern="1200"/>
        </a:p>
      </dsp:txBody>
      <dsp:txXfrm rot="10800000">
        <a:off x="5564252" y="3476877"/>
        <a:ext cx="239203" cy="259641"/>
      </dsp:txXfrm>
    </dsp:sp>
    <dsp:sp modelId="{ADD72F07-6150-6944-846D-8B8E659A707D}">
      <dsp:nvSpPr>
        <dsp:cNvPr id="0" name=""/>
        <dsp:cNvSpPr/>
      </dsp:nvSpPr>
      <dsp:spPr>
        <a:xfrm>
          <a:off x="4018367" y="2965608"/>
          <a:ext cx="1282180" cy="1282180"/>
        </a:xfrm>
        <a:prstGeom prst="ellipse">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endParaRPr lang="en-GB" sz="1100" kern="1200"/>
        </a:p>
      </dsp:txBody>
      <dsp:txXfrm>
        <a:off x="4206138" y="3153379"/>
        <a:ext cx="906638" cy="906638"/>
      </dsp:txXfrm>
    </dsp:sp>
    <dsp:sp modelId="{499FFBE6-6AF5-2C4B-AA76-5556E7BCE212}">
      <dsp:nvSpPr>
        <dsp:cNvPr id="0" name=""/>
        <dsp:cNvSpPr/>
      </dsp:nvSpPr>
      <dsp:spPr>
        <a:xfrm rot="15120000">
          <a:off x="4193859" y="2483216"/>
          <a:ext cx="341719" cy="432735"/>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GB" sz="900" kern="1200"/>
        </a:p>
      </dsp:txBody>
      <dsp:txXfrm rot="10800000">
        <a:off x="4260957" y="2618512"/>
        <a:ext cx="239203" cy="259641"/>
      </dsp:txXfrm>
    </dsp:sp>
    <dsp:sp modelId="{EC5113DD-F69B-E64A-9AB1-88A08F9A8D19}">
      <dsp:nvSpPr>
        <dsp:cNvPr id="0" name=""/>
        <dsp:cNvSpPr/>
      </dsp:nvSpPr>
      <dsp:spPr>
        <a:xfrm>
          <a:off x="3422912" y="1132984"/>
          <a:ext cx="1282180" cy="1282180"/>
        </a:xfrm>
        <a:prstGeom prst="ellipse">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endParaRPr lang="en-GB" sz="1100" kern="1200"/>
        </a:p>
      </dsp:txBody>
      <dsp:txXfrm>
        <a:off x="3610683" y="1320755"/>
        <a:ext cx="906638" cy="906638"/>
      </dsp:txXfrm>
    </dsp:sp>
    <dsp:sp modelId="{9AD3A655-9D71-A04B-BCCB-167F3BC99011}">
      <dsp:nvSpPr>
        <dsp:cNvPr id="0" name=""/>
        <dsp:cNvSpPr/>
      </dsp:nvSpPr>
      <dsp:spPr>
        <a:xfrm rot="19440000">
          <a:off x="4664779" y="997080"/>
          <a:ext cx="341719" cy="432735"/>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GB" sz="900" kern="1200"/>
        </a:p>
      </dsp:txBody>
      <dsp:txXfrm>
        <a:off x="4674568" y="1113756"/>
        <a:ext cx="239203" cy="25964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F2A17C-0457-804D-ABF8-5959413D5421}">
      <dsp:nvSpPr>
        <dsp:cNvPr id="0" name=""/>
        <dsp:cNvSpPr/>
      </dsp:nvSpPr>
      <dsp:spPr>
        <a:xfrm>
          <a:off x="5451881" y="1350"/>
          <a:ext cx="1359228" cy="1359228"/>
        </a:xfrm>
        <a:prstGeom prst="ellipse">
          <a:avLst/>
        </a:prstGeom>
        <a:solidFill>
          <a:schemeClr val="dk2">
            <a:hueOff val="0"/>
            <a:satOff val="0"/>
            <a:lumOff val="0"/>
            <a:alphaOff val="0"/>
          </a:schemeClr>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endParaRPr lang="en-GB" sz="1100" kern="1200"/>
        </a:p>
      </dsp:txBody>
      <dsp:txXfrm>
        <a:off x="5650935" y="200404"/>
        <a:ext cx="961120" cy="961120"/>
      </dsp:txXfrm>
    </dsp:sp>
    <dsp:sp modelId="{4441EA0B-78E4-D249-A96F-8C8645E849DF}">
      <dsp:nvSpPr>
        <dsp:cNvPr id="0" name=""/>
        <dsp:cNvSpPr/>
      </dsp:nvSpPr>
      <dsp:spPr>
        <a:xfrm rot="2700000">
          <a:off x="6665187" y="1165919"/>
          <a:ext cx="361268" cy="458739"/>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GB" sz="900" kern="1200"/>
        </a:p>
      </dsp:txBody>
      <dsp:txXfrm>
        <a:off x="6681059" y="1219349"/>
        <a:ext cx="252888" cy="275243"/>
      </dsp:txXfrm>
    </dsp:sp>
    <dsp:sp modelId="{A2B2CAC8-DED7-4448-BCDD-0021BE11FBFA}">
      <dsp:nvSpPr>
        <dsp:cNvPr id="0" name=""/>
        <dsp:cNvSpPr/>
      </dsp:nvSpPr>
      <dsp:spPr>
        <a:xfrm>
          <a:off x="6894992" y="1444460"/>
          <a:ext cx="1359228" cy="1359228"/>
        </a:xfrm>
        <a:prstGeom prst="ellipse">
          <a:avLst/>
        </a:prstGeom>
        <a:solidFill>
          <a:schemeClr val="accent4"/>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endParaRPr lang="en-GB" sz="1100" kern="1200"/>
        </a:p>
      </dsp:txBody>
      <dsp:txXfrm>
        <a:off x="7094046" y="1643514"/>
        <a:ext cx="961120" cy="961120"/>
      </dsp:txXfrm>
    </dsp:sp>
    <dsp:sp modelId="{C72436F1-5D0E-3B4F-87D1-E245A90D4222}">
      <dsp:nvSpPr>
        <dsp:cNvPr id="0" name=""/>
        <dsp:cNvSpPr/>
      </dsp:nvSpPr>
      <dsp:spPr>
        <a:xfrm rot="8100000">
          <a:off x="6679647" y="2609030"/>
          <a:ext cx="361268" cy="458739"/>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GB" sz="900" kern="1200"/>
        </a:p>
      </dsp:txBody>
      <dsp:txXfrm rot="10800000">
        <a:off x="6772155" y="2662460"/>
        <a:ext cx="252888" cy="275243"/>
      </dsp:txXfrm>
    </dsp:sp>
    <dsp:sp modelId="{2ED34D25-6473-974F-804B-2DD19A9D972B}">
      <dsp:nvSpPr>
        <dsp:cNvPr id="0" name=""/>
        <dsp:cNvSpPr/>
      </dsp:nvSpPr>
      <dsp:spPr>
        <a:xfrm>
          <a:off x="5451881" y="2887571"/>
          <a:ext cx="1359228" cy="1359228"/>
        </a:xfrm>
        <a:prstGeom prst="ellipse">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endParaRPr lang="en-GB" sz="1100" kern="1200"/>
        </a:p>
      </dsp:txBody>
      <dsp:txXfrm>
        <a:off x="5650935" y="3086625"/>
        <a:ext cx="961120" cy="961120"/>
      </dsp:txXfrm>
    </dsp:sp>
    <dsp:sp modelId="{943A7EAD-42FD-3E4E-97A0-4C387A068801}">
      <dsp:nvSpPr>
        <dsp:cNvPr id="0" name=""/>
        <dsp:cNvSpPr/>
      </dsp:nvSpPr>
      <dsp:spPr>
        <a:xfrm rot="13500000">
          <a:off x="5236536" y="2623490"/>
          <a:ext cx="361268" cy="458739"/>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GB" sz="900" kern="1200"/>
        </a:p>
      </dsp:txBody>
      <dsp:txXfrm rot="10800000">
        <a:off x="5329044" y="2753556"/>
        <a:ext cx="252888" cy="275243"/>
      </dsp:txXfrm>
    </dsp:sp>
    <dsp:sp modelId="{ADD72F07-6150-6944-846D-8B8E659A707D}">
      <dsp:nvSpPr>
        <dsp:cNvPr id="0" name=""/>
        <dsp:cNvSpPr/>
      </dsp:nvSpPr>
      <dsp:spPr>
        <a:xfrm>
          <a:off x="4008771" y="1444460"/>
          <a:ext cx="1359228" cy="1359228"/>
        </a:xfrm>
        <a:prstGeom prst="ellipse">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endParaRPr lang="en-GB" sz="1100" kern="1200"/>
        </a:p>
      </dsp:txBody>
      <dsp:txXfrm>
        <a:off x="4207825" y="1643514"/>
        <a:ext cx="961120" cy="961120"/>
      </dsp:txXfrm>
    </dsp:sp>
    <dsp:sp modelId="{499FFBE6-6AF5-2C4B-AA76-5556E7BCE212}">
      <dsp:nvSpPr>
        <dsp:cNvPr id="0" name=""/>
        <dsp:cNvSpPr/>
      </dsp:nvSpPr>
      <dsp:spPr>
        <a:xfrm rot="18900000">
          <a:off x="5222076" y="1180379"/>
          <a:ext cx="361268" cy="458739"/>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GB" sz="900" kern="1200"/>
        </a:p>
      </dsp:txBody>
      <dsp:txXfrm>
        <a:off x="5237948" y="1310445"/>
        <a:ext cx="252888" cy="27524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660982-C981-4686-9B77-B730B4AF0FBB}">
      <dsp:nvSpPr>
        <dsp:cNvPr id="0" name=""/>
        <dsp:cNvSpPr/>
      </dsp:nvSpPr>
      <dsp:spPr>
        <a:xfrm>
          <a:off x="0" y="5389"/>
          <a:ext cx="11233149" cy="684827"/>
        </a:xfrm>
        <a:prstGeom prst="roundRect">
          <a:avLst>
            <a:gd name="adj" fmla="val 10000"/>
          </a:avLst>
        </a:prstGeom>
        <a:noFill/>
        <a:ln>
          <a:noFill/>
        </a:ln>
        <a:effectLst/>
      </dsp:spPr>
      <dsp:style>
        <a:lnRef idx="0">
          <a:scrgbClr r="0" g="0" b="0"/>
        </a:lnRef>
        <a:fillRef idx="1">
          <a:scrgbClr r="0" g="0" b="0"/>
        </a:fillRef>
        <a:effectRef idx="0">
          <a:scrgbClr r="0" g="0" b="0"/>
        </a:effectRef>
        <a:fontRef idx="minor"/>
      </dsp:style>
    </dsp:sp>
    <dsp:sp modelId="{B9E90562-3340-4C82-869C-6B3D044E3BE5}">
      <dsp:nvSpPr>
        <dsp:cNvPr id="0" name=""/>
        <dsp:cNvSpPr/>
      </dsp:nvSpPr>
      <dsp:spPr>
        <a:xfrm>
          <a:off x="207160" y="159476"/>
          <a:ext cx="377023" cy="37665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06BBBCA-5F69-420D-9268-48F91445E52E}">
      <dsp:nvSpPr>
        <dsp:cNvPr id="0" name=""/>
        <dsp:cNvSpPr/>
      </dsp:nvSpPr>
      <dsp:spPr>
        <a:xfrm>
          <a:off x="791343" y="5389"/>
          <a:ext cx="10429618" cy="7062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4743" tIns="74743" rIns="74743" bIns="74743" numCol="1" spcCol="1270" anchor="ctr" anchorCtr="0">
          <a:noAutofit/>
        </a:bodyPr>
        <a:lstStyle/>
        <a:p>
          <a:pPr marL="0" lvl="0" indent="0" algn="l" defTabSz="800100">
            <a:lnSpc>
              <a:spcPct val="100000"/>
            </a:lnSpc>
            <a:spcBef>
              <a:spcPct val="0"/>
            </a:spcBef>
            <a:spcAft>
              <a:spcPct val="35000"/>
            </a:spcAft>
            <a:buNone/>
          </a:pPr>
          <a:r>
            <a:rPr lang="en-US" sz="1800" b="1" kern="1200"/>
            <a:t>Purpose</a:t>
          </a:r>
          <a:r>
            <a:rPr lang="en-US" sz="1800" kern="1200"/>
            <a:t>: Protects the personal data and privacy of EU citizens, applying to any organization that processes their data, globally.</a:t>
          </a:r>
        </a:p>
      </dsp:txBody>
      <dsp:txXfrm>
        <a:off x="791343" y="5389"/>
        <a:ext cx="10429618" cy="706228"/>
      </dsp:txXfrm>
    </dsp:sp>
    <dsp:sp modelId="{5B324F69-5023-49A5-BD05-707FA2C8FCDA}">
      <dsp:nvSpPr>
        <dsp:cNvPr id="0" name=""/>
        <dsp:cNvSpPr/>
      </dsp:nvSpPr>
      <dsp:spPr>
        <a:xfrm>
          <a:off x="0" y="888175"/>
          <a:ext cx="11233149" cy="684827"/>
        </a:xfrm>
        <a:prstGeom prst="roundRect">
          <a:avLst>
            <a:gd name="adj" fmla="val 10000"/>
          </a:avLst>
        </a:prstGeom>
        <a:noFill/>
        <a:ln>
          <a:noFill/>
        </a:ln>
        <a:effectLst/>
      </dsp:spPr>
      <dsp:style>
        <a:lnRef idx="0">
          <a:scrgbClr r="0" g="0" b="0"/>
        </a:lnRef>
        <a:fillRef idx="1">
          <a:scrgbClr r="0" g="0" b="0"/>
        </a:fillRef>
        <a:effectRef idx="0">
          <a:scrgbClr r="0" g="0" b="0"/>
        </a:effectRef>
        <a:fontRef idx="minor"/>
      </dsp:style>
    </dsp:sp>
    <dsp:sp modelId="{7D8F4337-10FF-476B-9688-2C307460FEBD}">
      <dsp:nvSpPr>
        <dsp:cNvPr id="0" name=""/>
        <dsp:cNvSpPr/>
      </dsp:nvSpPr>
      <dsp:spPr>
        <a:xfrm>
          <a:off x="207160" y="1042261"/>
          <a:ext cx="377023" cy="37665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58501C4-3237-4B9B-A78B-2E82312DD869}">
      <dsp:nvSpPr>
        <dsp:cNvPr id="0" name=""/>
        <dsp:cNvSpPr/>
      </dsp:nvSpPr>
      <dsp:spPr>
        <a:xfrm>
          <a:off x="791343" y="888175"/>
          <a:ext cx="10429618" cy="7062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4743" tIns="74743" rIns="74743" bIns="74743" numCol="1" spcCol="1270" anchor="ctr" anchorCtr="0">
          <a:noAutofit/>
        </a:bodyPr>
        <a:lstStyle/>
        <a:p>
          <a:pPr marL="0" lvl="0" indent="0" algn="l" defTabSz="800100">
            <a:lnSpc>
              <a:spcPct val="100000"/>
            </a:lnSpc>
            <a:spcBef>
              <a:spcPct val="0"/>
            </a:spcBef>
            <a:spcAft>
              <a:spcPct val="35000"/>
            </a:spcAft>
            <a:buNone/>
          </a:pPr>
          <a:r>
            <a:rPr lang="en-US" sz="1800" b="1" kern="1200"/>
            <a:t>Key Principles</a:t>
          </a:r>
          <a:r>
            <a:rPr lang="en-US" sz="1800" kern="1200"/>
            <a:t>: </a:t>
          </a:r>
          <a:r>
            <a:rPr lang="en-US" sz="1800" b="0" kern="1200"/>
            <a:t>Lawfulness, Fairness &amp; Transparency; Data Minimization; Purpose Limitation; Accuracy; Security; Storage Limitation.</a:t>
          </a:r>
        </a:p>
      </dsp:txBody>
      <dsp:txXfrm>
        <a:off x="791343" y="888175"/>
        <a:ext cx="10429618" cy="706228"/>
      </dsp:txXfrm>
    </dsp:sp>
    <dsp:sp modelId="{612A9B33-4927-4076-B251-FC6920326995}">
      <dsp:nvSpPr>
        <dsp:cNvPr id="0" name=""/>
        <dsp:cNvSpPr/>
      </dsp:nvSpPr>
      <dsp:spPr>
        <a:xfrm>
          <a:off x="0" y="1770960"/>
          <a:ext cx="11233149" cy="684827"/>
        </a:xfrm>
        <a:prstGeom prst="roundRect">
          <a:avLst>
            <a:gd name="adj" fmla="val 10000"/>
          </a:avLst>
        </a:prstGeom>
        <a:noFill/>
        <a:ln>
          <a:noFill/>
        </a:ln>
        <a:effectLst/>
      </dsp:spPr>
      <dsp:style>
        <a:lnRef idx="0">
          <a:scrgbClr r="0" g="0" b="0"/>
        </a:lnRef>
        <a:fillRef idx="1">
          <a:scrgbClr r="0" g="0" b="0"/>
        </a:fillRef>
        <a:effectRef idx="0">
          <a:scrgbClr r="0" g="0" b="0"/>
        </a:effectRef>
        <a:fontRef idx="minor"/>
      </dsp:style>
    </dsp:sp>
    <dsp:sp modelId="{67ECFCCA-A825-4D69-B28A-60E424DAFDD0}">
      <dsp:nvSpPr>
        <dsp:cNvPr id="0" name=""/>
        <dsp:cNvSpPr/>
      </dsp:nvSpPr>
      <dsp:spPr>
        <a:xfrm>
          <a:off x="207160" y="1925047"/>
          <a:ext cx="377023" cy="37665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7CB620A-D2BE-4100-8C29-1D81F6921DFB}">
      <dsp:nvSpPr>
        <dsp:cNvPr id="0" name=""/>
        <dsp:cNvSpPr/>
      </dsp:nvSpPr>
      <dsp:spPr>
        <a:xfrm>
          <a:off x="791343" y="1770960"/>
          <a:ext cx="10429618" cy="7062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4743" tIns="74743" rIns="74743" bIns="74743" numCol="1" spcCol="1270" anchor="ctr" anchorCtr="0">
          <a:noAutofit/>
        </a:bodyPr>
        <a:lstStyle/>
        <a:p>
          <a:pPr marL="0" lvl="0" indent="0" algn="l" defTabSz="800100">
            <a:lnSpc>
              <a:spcPct val="100000"/>
            </a:lnSpc>
            <a:spcBef>
              <a:spcPct val="0"/>
            </a:spcBef>
            <a:spcAft>
              <a:spcPct val="35000"/>
            </a:spcAft>
            <a:buNone/>
          </a:pPr>
          <a:r>
            <a:rPr lang="en-US" sz="1800" b="1" kern="1200"/>
            <a:t>Data Subject Rights</a:t>
          </a:r>
          <a:r>
            <a:rPr lang="en-US" sz="1800" kern="1200"/>
            <a:t>: </a:t>
          </a:r>
          <a:r>
            <a:rPr lang="en-US" sz="1800" b="0" kern="1200"/>
            <a:t>Access, Rectification, Erasure (Right to be Forgotten), Portability, Object, Restrict.</a:t>
          </a:r>
        </a:p>
      </dsp:txBody>
      <dsp:txXfrm>
        <a:off x="791343" y="1770960"/>
        <a:ext cx="10429618" cy="706228"/>
      </dsp:txXfrm>
    </dsp:sp>
    <dsp:sp modelId="{667A191D-D10A-4C1A-B0F1-88E198145CEA}">
      <dsp:nvSpPr>
        <dsp:cNvPr id="0" name=""/>
        <dsp:cNvSpPr/>
      </dsp:nvSpPr>
      <dsp:spPr>
        <a:xfrm>
          <a:off x="0" y="2653746"/>
          <a:ext cx="11233149" cy="684827"/>
        </a:xfrm>
        <a:prstGeom prst="roundRect">
          <a:avLst>
            <a:gd name="adj" fmla="val 10000"/>
          </a:avLst>
        </a:prstGeom>
        <a:noFill/>
        <a:ln>
          <a:noFill/>
        </a:ln>
        <a:effectLst/>
      </dsp:spPr>
      <dsp:style>
        <a:lnRef idx="0">
          <a:scrgbClr r="0" g="0" b="0"/>
        </a:lnRef>
        <a:fillRef idx="1">
          <a:scrgbClr r="0" g="0" b="0"/>
        </a:fillRef>
        <a:effectRef idx="0">
          <a:scrgbClr r="0" g="0" b="0"/>
        </a:effectRef>
        <a:fontRef idx="minor"/>
      </dsp:style>
    </dsp:sp>
    <dsp:sp modelId="{AAB4829F-079A-40C6-8180-A44B04571A31}">
      <dsp:nvSpPr>
        <dsp:cNvPr id="0" name=""/>
        <dsp:cNvSpPr/>
      </dsp:nvSpPr>
      <dsp:spPr>
        <a:xfrm>
          <a:off x="207160" y="2807832"/>
          <a:ext cx="377023" cy="37665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C231A57-A06B-4455-A797-F999F4A7BC09}">
      <dsp:nvSpPr>
        <dsp:cNvPr id="0" name=""/>
        <dsp:cNvSpPr/>
      </dsp:nvSpPr>
      <dsp:spPr>
        <a:xfrm>
          <a:off x="791343" y="2653746"/>
          <a:ext cx="10429618" cy="7062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4743" tIns="74743" rIns="74743" bIns="74743" numCol="1" spcCol="1270" anchor="ctr" anchorCtr="0">
          <a:noAutofit/>
        </a:bodyPr>
        <a:lstStyle/>
        <a:p>
          <a:pPr marL="0" lvl="0" indent="0" algn="l" defTabSz="800100">
            <a:lnSpc>
              <a:spcPct val="100000"/>
            </a:lnSpc>
            <a:spcBef>
              <a:spcPct val="0"/>
            </a:spcBef>
            <a:spcAft>
              <a:spcPct val="35000"/>
            </a:spcAft>
            <a:buNone/>
          </a:pPr>
          <a:r>
            <a:rPr lang="en-US" sz="1800" b="1" kern="1200"/>
            <a:t>Breach Reporting</a:t>
          </a:r>
          <a:r>
            <a:rPr lang="en-US" sz="1800" kern="1200"/>
            <a:t>: Notify authorities within 72 hours of a data breach.</a:t>
          </a:r>
        </a:p>
      </dsp:txBody>
      <dsp:txXfrm>
        <a:off x="791343" y="2653746"/>
        <a:ext cx="10429618" cy="706228"/>
      </dsp:txXfrm>
    </dsp:sp>
    <dsp:sp modelId="{EEFA5D4F-2915-4EEF-9D5F-402AC15BF563}">
      <dsp:nvSpPr>
        <dsp:cNvPr id="0" name=""/>
        <dsp:cNvSpPr/>
      </dsp:nvSpPr>
      <dsp:spPr>
        <a:xfrm>
          <a:off x="0" y="3536531"/>
          <a:ext cx="11233149" cy="684827"/>
        </a:xfrm>
        <a:prstGeom prst="roundRect">
          <a:avLst>
            <a:gd name="adj" fmla="val 10000"/>
          </a:avLst>
        </a:prstGeom>
        <a:noFill/>
        <a:ln>
          <a:noFill/>
        </a:ln>
        <a:effectLst/>
      </dsp:spPr>
      <dsp:style>
        <a:lnRef idx="0">
          <a:scrgbClr r="0" g="0" b="0"/>
        </a:lnRef>
        <a:fillRef idx="1">
          <a:scrgbClr r="0" g="0" b="0"/>
        </a:fillRef>
        <a:effectRef idx="0">
          <a:scrgbClr r="0" g="0" b="0"/>
        </a:effectRef>
        <a:fontRef idx="minor"/>
      </dsp:style>
    </dsp:sp>
    <dsp:sp modelId="{D46BECFA-EF51-4818-A1DE-9B4D282E063B}">
      <dsp:nvSpPr>
        <dsp:cNvPr id="0" name=""/>
        <dsp:cNvSpPr/>
      </dsp:nvSpPr>
      <dsp:spPr>
        <a:xfrm>
          <a:off x="207160" y="3690617"/>
          <a:ext cx="377023" cy="376655"/>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A60997C-9D30-4977-A1FA-6FCD077B1922}">
      <dsp:nvSpPr>
        <dsp:cNvPr id="0" name=""/>
        <dsp:cNvSpPr/>
      </dsp:nvSpPr>
      <dsp:spPr>
        <a:xfrm>
          <a:off x="791343" y="3536531"/>
          <a:ext cx="10429618" cy="7062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4743" tIns="74743" rIns="74743" bIns="74743" numCol="1" spcCol="1270" anchor="ctr" anchorCtr="0">
          <a:noAutofit/>
        </a:bodyPr>
        <a:lstStyle/>
        <a:p>
          <a:pPr marL="0" lvl="0" indent="0" algn="l" defTabSz="800100">
            <a:lnSpc>
              <a:spcPct val="100000"/>
            </a:lnSpc>
            <a:spcBef>
              <a:spcPct val="0"/>
            </a:spcBef>
            <a:spcAft>
              <a:spcPct val="35000"/>
            </a:spcAft>
            <a:buNone/>
          </a:pPr>
          <a:r>
            <a:rPr lang="en-US" sz="1800" b="1" kern="1200"/>
            <a:t>Accountability</a:t>
          </a:r>
          <a:r>
            <a:rPr lang="en-US" sz="1800" kern="1200"/>
            <a:t>: Keep detailed records and ensure compliance via </a:t>
          </a:r>
          <a:r>
            <a:rPr lang="en-US" sz="1800" b="1" kern="1200"/>
            <a:t>Data Protection Impact Assessments (DPIAs)</a:t>
          </a:r>
          <a:r>
            <a:rPr lang="en-US" sz="1800" kern="1200"/>
            <a:t> and </a:t>
          </a:r>
          <a:r>
            <a:rPr lang="en-US" sz="1800" b="1" kern="1200"/>
            <a:t>Data Processing Agreements (DPAs)</a:t>
          </a:r>
          <a:r>
            <a:rPr lang="en-US" sz="1800" kern="1200"/>
            <a:t> with third parties.</a:t>
          </a:r>
        </a:p>
      </dsp:txBody>
      <dsp:txXfrm>
        <a:off x="791343" y="3536531"/>
        <a:ext cx="10429618" cy="70622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1599C8-8860-4853-8A2A-E39CEAF96E96}">
      <dsp:nvSpPr>
        <dsp:cNvPr id="0" name=""/>
        <dsp:cNvSpPr/>
      </dsp:nvSpPr>
      <dsp:spPr>
        <a:xfrm>
          <a:off x="0" y="2124075"/>
          <a:ext cx="11233149" cy="0"/>
        </a:xfrm>
        <a:prstGeom prst="line">
          <a:avLst/>
        </a:prstGeom>
        <a:solidFill>
          <a:schemeClr val="dk2">
            <a:alpha val="90000"/>
            <a:tint val="40000"/>
            <a:hueOff val="0"/>
            <a:satOff val="0"/>
            <a:lumOff val="0"/>
            <a:alphaOff val="0"/>
          </a:schemeClr>
        </a:solidFill>
        <a:ln w="19050" cap="flat" cmpd="sng" algn="ctr">
          <a:solidFill>
            <a:schemeClr val="dk2">
              <a:hueOff val="0"/>
              <a:satOff val="0"/>
              <a:lumOff val="0"/>
              <a:alphaOff val="0"/>
            </a:schemeClr>
          </a:solidFill>
          <a:prstDash val="solid"/>
          <a:tailEnd type="triangle" w="lg" len="lg"/>
        </a:ln>
        <a:effectLst/>
      </dsp:spPr>
      <dsp:style>
        <a:lnRef idx="2">
          <a:scrgbClr r="0" g="0" b="0"/>
        </a:lnRef>
        <a:fillRef idx="1">
          <a:scrgbClr r="0" g="0" b="0"/>
        </a:fillRef>
        <a:effectRef idx="0">
          <a:scrgbClr r="0" g="0" b="0"/>
        </a:effectRef>
        <a:fontRef idx="minor"/>
      </dsp:style>
    </dsp:sp>
    <dsp:sp modelId="{823CA8E7-FC2C-49ED-877E-9D54D671061F}">
      <dsp:nvSpPr>
        <dsp:cNvPr id="0" name=""/>
        <dsp:cNvSpPr/>
      </dsp:nvSpPr>
      <dsp:spPr>
        <a:xfrm rot="8100000">
          <a:off x="71404" y="489516"/>
          <a:ext cx="312405" cy="312405"/>
        </a:xfrm>
        <a:prstGeom prst="teardrop">
          <a:avLst>
            <a:gd name="adj" fmla="val 115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265B756-3C28-43ED-9F99-60D6EEB9F5F0}">
      <dsp:nvSpPr>
        <dsp:cNvPr id="0" name=""/>
        <dsp:cNvSpPr/>
      </dsp:nvSpPr>
      <dsp:spPr>
        <a:xfrm>
          <a:off x="106109" y="524221"/>
          <a:ext cx="242994" cy="242994"/>
        </a:xfrm>
        <a:prstGeom prst="ellipse">
          <a:avLst/>
        </a:prstGeom>
        <a:solidFill>
          <a:schemeClr val="dk2">
            <a:alpha val="90000"/>
            <a:tint val="40000"/>
            <a:hueOff val="0"/>
            <a:satOff val="0"/>
            <a:lumOff val="0"/>
            <a:alphaOff val="0"/>
          </a:schemeClr>
        </a:solidFill>
        <a:ln w="25400" cap="flat" cmpd="sng" algn="ctr">
          <a:noFill/>
          <a:prstDash val="solid"/>
        </a:ln>
        <a:effectLst/>
      </dsp:spPr>
      <dsp:style>
        <a:lnRef idx="2">
          <a:scrgbClr r="0" g="0" b="0"/>
        </a:lnRef>
        <a:fillRef idx="1">
          <a:scrgbClr r="0" g="0" b="0"/>
        </a:fillRef>
        <a:effectRef idx="0">
          <a:scrgbClr r="0" g="0" b="0"/>
        </a:effectRef>
        <a:fontRef idx="minor"/>
      </dsp:style>
    </dsp:sp>
    <dsp:sp modelId="{E1438818-01A9-4CD9-B22C-EC6AD1379A8A}">
      <dsp:nvSpPr>
        <dsp:cNvPr id="0" name=""/>
        <dsp:cNvSpPr/>
      </dsp:nvSpPr>
      <dsp:spPr>
        <a:xfrm>
          <a:off x="448510" y="866622"/>
          <a:ext cx="2667426" cy="12574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95250" rIns="95250" bIns="142875" numCol="1" spcCol="1270" anchor="t" anchorCtr="0">
          <a:noAutofit/>
        </a:bodyPr>
        <a:lstStyle/>
        <a:p>
          <a:pPr marL="0" lvl="0" indent="0" algn="l" defTabSz="666750">
            <a:lnSpc>
              <a:spcPct val="90000"/>
            </a:lnSpc>
            <a:spcBef>
              <a:spcPct val="0"/>
            </a:spcBef>
            <a:spcAft>
              <a:spcPct val="35000"/>
            </a:spcAft>
            <a:buNone/>
          </a:pPr>
          <a:r>
            <a:rPr lang="en-US" sz="1500" kern="1200"/>
            <a:t>Entry into force</a:t>
          </a:r>
        </a:p>
      </dsp:txBody>
      <dsp:txXfrm>
        <a:off x="448510" y="866622"/>
        <a:ext cx="2667426" cy="1257452"/>
      </dsp:txXfrm>
    </dsp:sp>
    <dsp:sp modelId="{A57F8C80-6A98-404E-8DFD-8087EEDAE1A5}">
      <dsp:nvSpPr>
        <dsp:cNvPr id="0" name=""/>
        <dsp:cNvSpPr/>
      </dsp:nvSpPr>
      <dsp:spPr>
        <a:xfrm>
          <a:off x="448510" y="424814"/>
          <a:ext cx="2667426" cy="4418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27000" bIns="0" numCol="1" spcCol="1270" anchor="ctr" anchorCtr="0">
          <a:noAutofit/>
        </a:bodyPr>
        <a:lstStyle/>
        <a:p>
          <a:pPr marL="0" lvl="0" indent="0" algn="l" defTabSz="889000">
            <a:lnSpc>
              <a:spcPct val="90000"/>
            </a:lnSpc>
            <a:spcBef>
              <a:spcPct val="0"/>
            </a:spcBef>
            <a:spcAft>
              <a:spcPct val="35000"/>
            </a:spcAft>
            <a:buNone/>
            <a:defRPr b="1"/>
          </a:pPr>
          <a:r>
            <a:rPr lang="en-US" sz="2000" kern="1200"/>
            <a:t>2 Aug. 2024</a:t>
          </a:r>
        </a:p>
      </dsp:txBody>
      <dsp:txXfrm>
        <a:off x="448510" y="424814"/>
        <a:ext cx="2667426" cy="441807"/>
      </dsp:txXfrm>
    </dsp:sp>
    <dsp:sp modelId="{B286BDC8-F326-499B-9F2B-F678F93D1388}">
      <dsp:nvSpPr>
        <dsp:cNvPr id="0" name=""/>
        <dsp:cNvSpPr/>
      </dsp:nvSpPr>
      <dsp:spPr>
        <a:xfrm>
          <a:off x="227607" y="866622"/>
          <a:ext cx="0" cy="1257452"/>
        </a:xfrm>
        <a:prstGeom prst="line">
          <a:avLst/>
        </a:prstGeom>
        <a:noFill/>
        <a:ln w="12700" cap="flat" cmpd="sng" algn="ctr">
          <a:solidFill>
            <a:schemeClr val="dk2">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2D4FFD0E-B36D-4C24-A530-A2FCBFFA5DED}">
      <dsp:nvSpPr>
        <dsp:cNvPr id="0" name=""/>
        <dsp:cNvSpPr/>
      </dsp:nvSpPr>
      <dsp:spPr>
        <a:xfrm>
          <a:off x="187065" y="2084312"/>
          <a:ext cx="79525" cy="79525"/>
        </a:xfrm>
        <a:prstGeom prst="ellipse">
          <a:avLst/>
        </a:prstGeom>
        <a:solidFill>
          <a:schemeClr val="lt1">
            <a:hueOff val="0"/>
            <a:satOff val="0"/>
            <a:lumOff val="0"/>
            <a:alphaOff val="0"/>
          </a:schemeClr>
        </a:solidFill>
        <a:ln w="635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5353DE1-C460-4DA3-BCE7-E31AB017E837}">
      <dsp:nvSpPr>
        <dsp:cNvPr id="0" name=""/>
        <dsp:cNvSpPr/>
      </dsp:nvSpPr>
      <dsp:spPr>
        <a:xfrm rot="18900000">
          <a:off x="1672599" y="3446228"/>
          <a:ext cx="312405" cy="312405"/>
        </a:xfrm>
        <a:prstGeom prst="teardrop">
          <a:avLst>
            <a:gd name="adj" fmla="val 115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5785E9E-DF91-4CB6-8465-36DB8E65988D}">
      <dsp:nvSpPr>
        <dsp:cNvPr id="0" name=""/>
        <dsp:cNvSpPr/>
      </dsp:nvSpPr>
      <dsp:spPr>
        <a:xfrm>
          <a:off x="1707305" y="3480934"/>
          <a:ext cx="242994" cy="242994"/>
        </a:xfrm>
        <a:prstGeom prst="ellipse">
          <a:avLst/>
        </a:prstGeom>
        <a:solidFill>
          <a:schemeClr val="dk2">
            <a:alpha val="90000"/>
            <a:tint val="40000"/>
            <a:hueOff val="0"/>
            <a:satOff val="0"/>
            <a:lumOff val="0"/>
            <a:alphaOff val="0"/>
          </a:schemeClr>
        </a:solidFill>
        <a:ln w="25400" cap="flat" cmpd="sng" algn="ctr">
          <a:noFill/>
          <a:prstDash val="solid"/>
        </a:ln>
        <a:effectLst/>
      </dsp:spPr>
      <dsp:style>
        <a:lnRef idx="2">
          <a:scrgbClr r="0" g="0" b="0"/>
        </a:lnRef>
        <a:fillRef idx="1">
          <a:scrgbClr r="0" g="0" b="0"/>
        </a:fillRef>
        <a:effectRef idx="0">
          <a:scrgbClr r="0" g="0" b="0"/>
        </a:effectRef>
        <a:fontRef idx="minor"/>
      </dsp:style>
    </dsp:sp>
    <dsp:sp modelId="{AED31608-0D6A-462A-970C-B5342475089C}">
      <dsp:nvSpPr>
        <dsp:cNvPr id="0" name=""/>
        <dsp:cNvSpPr/>
      </dsp:nvSpPr>
      <dsp:spPr>
        <a:xfrm>
          <a:off x="2049706" y="2124075"/>
          <a:ext cx="2667426" cy="12574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42875" rIns="0" bIns="95250" numCol="1" spcCol="1270" anchor="b" anchorCtr="0">
          <a:noAutofit/>
        </a:bodyPr>
        <a:lstStyle/>
        <a:p>
          <a:pPr marL="0" lvl="0" indent="0" algn="l" defTabSz="666750">
            <a:lnSpc>
              <a:spcPct val="90000"/>
            </a:lnSpc>
            <a:spcBef>
              <a:spcPct val="0"/>
            </a:spcBef>
            <a:spcAft>
              <a:spcPct val="35000"/>
            </a:spcAft>
            <a:buNone/>
          </a:pPr>
          <a:r>
            <a:rPr lang="en-US" sz="1500" kern="1200"/>
            <a:t>Ban on AI systems with unacceptable risk</a:t>
          </a:r>
        </a:p>
      </dsp:txBody>
      <dsp:txXfrm>
        <a:off x="2049706" y="2124075"/>
        <a:ext cx="2667426" cy="1257452"/>
      </dsp:txXfrm>
    </dsp:sp>
    <dsp:sp modelId="{C6957BFC-959E-42DC-BF84-736C957D1F12}">
      <dsp:nvSpPr>
        <dsp:cNvPr id="0" name=""/>
        <dsp:cNvSpPr/>
      </dsp:nvSpPr>
      <dsp:spPr>
        <a:xfrm>
          <a:off x="2049706" y="3381527"/>
          <a:ext cx="2667426" cy="4418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27000" bIns="0" numCol="1" spcCol="1270" anchor="ctr" anchorCtr="0">
          <a:noAutofit/>
        </a:bodyPr>
        <a:lstStyle/>
        <a:p>
          <a:pPr marL="0" lvl="0" indent="0" algn="l" defTabSz="889000">
            <a:lnSpc>
              <a:spcPct val="90000"/>
            </a:lnSpc>
            <a:spcBef>
              <a:spcPct val="0"/>
            </a:spcBef>
            <a:spcAft>
              <a:spcPct val="35000"/>
            </a:spcAft>
            <a:buNone/>
            <a:defRPr b="1"/>
          </a:pPr>
          <a:r>
            <a:rPr lang="en-US" sz="2000" kern="1200"/>
            <a:t>2 Feb. 2025</a:t>
          </a:r>
        </a:p>
      </dsp:txBody>
      <dsp:txXfrm>
        <a:off x="2049706" y="3381527"/>
        <a:ext cx="2667426" cy="441807"/>
      </dsp:txXfrm>
    </dsp:sp>
    <dsp:sp modelId="{8E008218-4CC5-4974-883A-D39BA8E7F905}">
      <dsp:nvSpPr>
        <dsp:cNvPr id="0" name=""/>
        <dsp:cNvSpPr/>
      </dsp:nvSpPr>
      <dsp:spPr>
        <a:xfrm>
          <a:off x="1828802" y="2124075"/>
          <a:ext cx="0" cy="1257452"/>
        </a:xfrm>
        <a:prstGeom prst="line">
          <a:avLst/>
        </a:prstGeom>
        <a:noFill/>
        <a:ln w="12700" cap="flat" cmpd="sng" algn="ctr">
          <a:solidFill>
            <a:schemeClr val="dk2">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DDAA742F-C208-4FEB-9036-42565E1EBDC9}">
      <dsp:nvSpPr>
        <dsp:cNvPr id="0" name=""/>
        <dsp:cNvSpPr/>
      </dsp:nvSpPr>
      <dsp:spPr>
        <a:xfrm>
          <a:off x="1788260" y="2084312"/>
          <a:ext cx="79525" cy="79525"/>
        </a:xfrm>
        <a:prstGeom prst="ellipse">
          <a:avLst/>
        </a:prstGeom>
        <a:solidFill>
          <a:schemeClr val="lt1">
            <a:hueOff val="0"/>
            <a:satOff val="0"/>
            <a:lumOff val="0"/>
            <a:alphaOff val="0"/>
          </a:schemeClr>
        </a:solidFill>
        <a:ln w="635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6E9E6A3-E446-468F-A099-03C0C289276E}">
      <dsp:nvSpPr>
        <dsp:cNvPr id="0" name=""/>
        <dsp:cNvSpPr/>
      </dsp:nvSpPr>
      <dsp:spPr>
        <a:xfrm rot="8100000">
          <a:off x="3273794" y="489516"/>
          <a:ext cx="312405" cy="312405"/>
        </a:xfrm>
        <a:prstGeom prst="teardrop">
          <a:avLst>
            <a:gd name="adj" fmla="val 115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03C8413-32FD-4CF3-B87A-27F69A9C8E7E}">
      <dsp:nvSpPr>
        <dsp:cNvPr id="0" name=""/>
        <dsp:cNvSpPr/>
      </dsp:nvSpPr>
      <dsp:spPr>
        <a:xfrm>
          <a:off x="3308500" y="524221"/>
          <a:ext cx="242994" cy="242994"/>
        </a:xfrm>
        <a:prstGeom prst="ellipse">
          <a:avLst/>
        </a:prstGeom>
        <a:solidFill>
          <a:schemeClr val="dk2">
            <a:alpha val="90000"/>
            <a:tint val="40000"/>
            <a:hueOff val="0"/>
            <a:satOff val="0"/>
            <a:lumOff val="0"/>
            <a:alphaOff val="0"/>
          </a:schemeClr>
        </a:solidFill>
        <a:ln w="25400" cap="flat" cmpd="sng" algn="ctr">
          <a:noFill/>
          <a:prstDash val="solid"/>
        </a:ln>
        <a:effectLst/>
      </dsp:spPr>
      <dsp:style>
        <a:lnRef idx="2">
          <a:scrgbClr r="0" g="0" b="0"/>
        </a:lnRef>
        <a:fillRef idx="1">
          <a:scrgbClr r="0" g="0" b="0"/>
        </a:fillRef>
        <a:effectRef idx="0">
          <a:scrgbClr r="0" g="0" b="0"/>
        </a:effectRef>
        <a:fontRef idx="minor"/>
      </dsp:style>
    </dsp:sp>
    <dsp:sp modelId="{64F94FDE-F391-4BED-8B46-439E871A1EFA}">
      <dsp:nvSpPr>
        <dsp:cNvPr id="0" name=""/>
        <dsp:cNvSpPr/>
      </dsp:nvSpPr>
      <dsp:spPr>
        <a:xfrm>
          <a:off x="3650901" y="866622"/>
          <a:ext cx="2667426" cy="12574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95250" rIns="95250" bIns="142875" numCol="1" spcCol="1270" anchor="t" anchorCtr="0">
          <a:noAutofit/>
        </a:bodyPr>
        <a:lstStyle/>
        <a:p>
          <a:pPr marL="0" lvl="0" indent="0" algn="l" defTabSz="666750">
            <a:lnSpc>
              <a:spcPct val="90000"/>
            </a:lnSpc>
            <a:spcBef>
              <a:spcPct val="0"/>
            </a:spcBef>
            <a:spcAft>
              <a:spcPct val="35000"/>
            </a:spcAft>
            <a:buNone/>
          </a:pPr>
          <a:r>
            <a:rPr lang="en-US" sz="1500" kern="1200"/>
            <a:t>Codes of conduct are applied</a:t>
          </a:r>
        </a:p>
      </dsp:txBody>
      <dsp:txXfrm>
        <a:off x="3650901" y="866622"/>
        <a:ext cx="2667426" cy="1257452"/>
      </dsp:txXfrm>
    </dsp:sp>
    <dsp:sp modelId="{9DBC8AD1-74C2-46D9-AAF6-2621ED210C61}">
      <dsp:nvSpPr>
        <dsp:cNvPr id="0" name=""/>
        <dsp:cNvSpPr/>
      </dsp:nvSpPr>
      <dsp:spPr>
        <a:xfrm>
          <a:off x="3650901" y="424814"/>
          <a:ext cx="2667426" cy="4418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27000" bIns="0" numCol="1" spcCol="1270" anchor="ctr" anchorCtr="0">
          <a:noAutofit/>
        </a:bodyPr>
        <a:lstStyle/>
        <a:p>
          <a:pPr marL="0" lvl="0" indent="0" algn="l" defTabSz="889000">
            <a:lnSpc>
              <a:spcPct val="90000"/>
            </a:lnSpc>
            <a:spcBef>
              <a:spcPct val="0"/>
            </a:spcBef>
            <a:spcAft>
              <a:spcPct val="35000"/>
            </a:spcAft>
            <a:buNone/>
            <a:defRPr b="1"/>
          </a:pPr>
          <a:r>
            <a:rPr lang="en-US" sz="2000" kern="1200"/>
            <a:t>2 May 2025</a:t>
          </a:r>
        </a:p>
      </dsp:txBody>
      <dsp:txXfrm>
        <a:off x="3650901" y="424814"/>
        <a:ext cx="2667426" cy="441807"/>
      </dsp:txXfrm>
    </dsp:sp>
    <dsp:sp modelId="{819B2662-BD69-40AA-A0FF-0070FFEFD18C}">
      <dsp:nvSpPr>
        <dsp:cNvPr id="0" name=""/>
        <dsp:cNvSpPr/>
      </dsp:nvSpPr>
      <dsp:spPr>
        <a:xfrm>
          <a:off x="3429997" y="866622"/>
          <a:ext cx="0" cy="1257452"/>
        </a:xfrm>
        <a:prstGeom prst="line">
          <a:avLst/>
        </a:prstGeom>
        <a:noFill/>
        <a:ln w="12700" cap="flat" cmpd="sng" algn="ctr">
          <a:solidFill>
            <a:schemeClr val="dk2">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4849C873-50DB-434C-877C-FFB372F959CF}">
      <dsp:nvSpPr>
        <dsp:cNvPr id="0" name=""/>
        <dsp:cNvSpPr/>
      </dsp:nvSpPr>
      <dsp:spPr>
        <a:xfrm>
          <a:off x="3389455" y="2084312"/>
          <a:ext cx="79525" cy="79525"/>
        </a:xfrm>
        <a:prstGeom prst="ellipse">
          <a:avLst/>
        </a:prstGeom>
        <a:solidFill>
          <a:schemeClr val="lt1">
            <a:hueOff val="0"/>
            <a:satOff val="0"/>
            <a:lumOff val="0"/>
            <a:alphaOff val="0"/>
          </a:schemeClr>
        </a:solidFill>
        <a:ln w="635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B323808-29A2-4106-A138-FB7DEFEDEAAF}">
      <dsp:nvSpPr>
        <dsp:cNvPr id="0" name=""/>
        <dsp:cNvSpPr/>
      </dsp:nvSpPr>
      <dsp:spPr>
        <a:xfrm rot="18900000">
          <a:off x="4874990" y="3446228"/>
          <a:ext cx="312405" cy="312405"/>
        </a:xfrm>
        <a:prstGeom prst="teardrop">
          <a:avLst>
            <a:gd name="adj" fmla="val 115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5CD0FFC-D4C9-47C6-9CE7-79C4CB7DC7DB}">
      <dsp:nvSpPr>
        <dsp:cNvPr id="0" name=""/>
        <dsp:cNvSpPr/>
      </dsp:nvSpPr>
      <dsp:spPr>
        <a:xfrm>
          <a:off x="4909695" y="3480934"/>
          <a:ext cx="242994" cy="242994"/>
        </a:xfrm>
        <a:prstGeom prst="ellipse">
          <a:avLst/>
        </a:prstGeom>
        <a:solidFill>
          <a:schemeClr val="dk2">
            <a:alpha val="90000"/>
            <a:tint val="40000"/>
            <a:hueOff val="0"/>
            <a:satOff val="0"/>
            <a:lumOff val="0"/>
            <a:alphaOff val="0"/>
          </a:schemeClr>
        </a:solidFill>
        <a:ln w="25400" cap="flat" cmpd="sng" algn="ctr">
          <a:noFill/>
          <a:prstDash val="solid"/>
        </a:ln>
        <a:effectLst/>
      </dsp:spPr>
      <dsp:style>
        <a:lnRef idx="2">
          <a:scrgbClr r="0" g="0" b="0"/>
        </a:lnRef>
        <a:fillRef idx="1">
          <a:scrgbClr r="0" g="0" b="0"/>
        </a:fillRef>
        <a:effectRef idx="0">
          <a:scrgbClr r="0" g="0" b="0"/>
        </a:effectRef>
        <a:fontRef idx="minor"/>
      </dsp:style>
    </dsp:sp>
    <dsp:sp modelId="{11B0D83E-D261-4EA9-B315-679CB3D65291}">
      <dsp:nvSpPr>
        <dsp:cNvPr id="0" name=""/>
        <dsp:cNvSpPr/>
      </dsp:nvSpPr>
      <dsp:spPr>
        <a:xfrm>
          <a:off x="5252096" y="2124075"/>
          <a:ext cx="2667426" cy="12574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42875" rIns="0" bIns="95250" numCol="1" spcCol="1270" anchor="b" anchorCtr="0">
          <a:noAutofit/>
        </a:bodyPr>
        <a:lstStyle/>
        <a:p>
          <a:pPr marL="0" lvl="0" indent="0" algn="l" defTabSz="666750">
            <a:lnSpc>
              <a:spcPct val="90000"/>
            </a:lnSpc>
            <a:spcBef>
              <a:spcPct val="0"/>
            </a:spcBef>
            <a:spcAft>
              <a:spcPct val="35000"/>
            </a:spcAft>
            <a:buNone/>
          </a:pPr>
          <a:r>
            <a:rPr lang="en-US" sz="1500" kern="1200"/>
            <a:t>Governance rules and obligations for General Purpose AI (GPAI) become applicable</a:t>
          </a:r>
        </a:p>
      </dsp:txBody>
      <dsp:txXfrm>
        <a:off x="5252096" y="2124075"/>
        <a:ext cx="2667426" cy="1257452"/>
      </dsp:txXfrm>
    </dsp:sp>
    <dsp:sp modelId="{ABE79B10-27A1-44C1-84C4-BC84DD852F80}">
      <dsp:nvSpPr>
        <dsp:cNvPr id="0" name=""/>
        <dsp:cNvSpPr/>
      </dsp:nvSpPr>
      <dsp:spPr>
        <a:xfrm>
          <a:off x="5252096" y="3381527"/>
          <a:ext cx="2667426" cy="4418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27000" bIns="0" numCol="1" spcCol="1270" anchor="ctr" anchorCtr="0">
          <a:noAutofit/>
        </a:bodyPr>
        <a:lstStyle/>
        <a:p>
          <a:pPr marL="0" lvl="0" indent="0" algn="l" defTabSz="889000">
            <a:lnSpc>
              <a:spcPct val="90000"/>
            </a:lnSpc>
            <a:spcBef>
              <a:spcPct val="0"/>
            </a:spcBef>
            <a:spcAft>
              <a:spcPct val="35000"/>
            </a:spcAft>
            <a:buNone/>
            <a:defRPr b="1"/>
          </a:pPr>
          <a:r>
            <a:rPr lang="en-US" sz="2000" kern="1200"/>
            <a:t>2 Aug. 2025</a:t>
          </a:r>
        </a:p>
      </dsp:txBody>
      <dsp:txXfrm>
        <a:off x="5252096" y="3381527"/>
        <a:ext cx="2667426" cy="441807"/>
      </dsp:txXfrm>
    </dsp:sp>
    <dsp:sp modelId="{374F98AC-BE34-49E5-BB47-9AC558494D4D}">
      <dsp:nvSpPr>
        <dsp:cNvPr id="0" name=""/>
        <dsp:cNvSpPr/>
      </dsp:nvSpPr>
      <dsp:spPr>
        <a:xfrm>
          <a:off x="5031192" y="2124075"/>
          <a:ext cx="0" cy="1257452"/>
        </a:xfrm>
        <a:prstGeom prst="line">
          <a:avLst/>
        </a:prstGeom>
        <a:noFill/>
        <a:ln w="12700" cap="flat" cmpd="sng" algn="ctr">
          <a:solidFill>
            <a:schemeClr val="dk2">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F46529B2-79B7-4A7A-AE1A-8D792D5B4382}">
      <dsp:nvSpPr>
        <dsp:cNvPr id="0" name=""/>
        <dsp:cNvSpPr/>
      </dsp:nvSpPr>
      <dsp:spPr>
        <a:xfrm>
          <a:off x="4990650" y="2084312"/>
          <a:ext cx="79525" cy="79525"/>
        </a:xfrm>
        <a:prstGeom prst="ellipse">
          <a:avLst/>
        </a:prstGeom>
        <a:solidFill>
          <a:schemeClr val="lt1">
            <a:hueOff val="0"/>
            <a:satOff val="0"/>
            <a:lumOff val="0"/>
            <a:alphaOff val="0"/>
          </a:schemeClr>
        </a:solidFill>
        <a:ln w="635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3D0EC7B-7FA0-4CFB-9CC5-A0BF8E4F0DBD}">
      <dsp:nvSpPr>
        <dsp:cNvPr id="0" name=""/>
        <dsp:cNvSpPr/>
      </dsp:nvSpPr>
      <dsp:spPr>
        <a:xfrm rot="8100000">
          <a:off x="6476185" y="489516"/>
          <a:ext cx="312405" cy="312405"/>
        </a:xfrm>
        <a:prstGeom prst="teardrop">
          <a:avLst>
            <a:gd name="adj" fmla="val 115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DB46217-5F46-4FDA-9FA3-B04A0B3061D8}">
      <dsp:nvSpPr>
        <dsp:cNvPr id="0" name=""/>
        <dsp:cNvSpPr/>
      </dsp:nvSpPr>
      <dsp:spPr>
        <a:xfrm>
          <a:off x="6510890" y="524221"/>
          <a:ext cx="242994" cy="242994"/>
        </a:xfrm>
        <a:prstGeom prst="ellipse">
          <a:avLst/>
        </a:prstGeom>
        <a:solidFill>
          <a:schemeClr val="dk2">
            <a:alpha val="90000"/>
            <a:tint val="40000"/>
            <a:hueOff val="0"/>
            <a:satOff val="0"/>
            <a:lumOff val="0"/>
            <a:alphaOff val="0"/>
          </a:schemeClr>
        </a:solidFill>
        <a:ln w="25400" cap="flat" cmpd="sng" algn="ctr">
          <a:noFill/>
          <a:prstDash val="solid"/>
        </a:ln>
        <a:effectLst/>
      </dsp:spPr>
      <dsp:style>
        <a:lnRef idx="2">
          <a:scrgbClr r="0" g="0" b="0"/>
        </a:lnRef>
        <a:fillRef idx="1">
          <a:scrgbClr r="0" g="0" b="0"/>
        </a:fillRef>
        <a:effectRef idx="0">
          <a:scrgbClr r="0" g="0" b="0"/>
        </a:effectRef>
        <a:fontRef idx="minor"/>
      </dsp:style>
    </dsp:sp>
    <dsp:sp modelId="{2D5D3A41-FB75-4D0E-826E-D3510A38B56B}">
      <dsp:nvSpPr>
        <dsp:cNvPr id="0" name=""/>
        <dsp:cNvSpPr/>
      </dsp:nvSpPr>
      <dsp:spPr>
        <a:xfrm>
          <a:off x="6853291" y="866622"/>
          <a:ext cx="2667426" cy="12574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95250" rIns="95250" bIns="142875" numCol="1" spcCol="1270" anchor="t" anchorCtr="0">
          <a:noAutofit/>
        </a:bodyPr>
        <a:lstStyle/>
        <a:p>
          <a:pPr marL="0" lvl="0" indent="0" algn="l" defTabSz="666750">
            <a:lnSpc>
              <a:spcPct val="90000"/>
            </a:lnSpc>
            <a:spcBef>
              <a:spcPct val="0"/>
            </a:spcBef>
            <a:spcAft>
              <a:spcPct val="35000"/>
            </a:spcAft>
            <a:buNone/>
          </a:pPr>
          <a:r>
            <a:rPr lang="en-US" sz="1500" kern="1200"/>
            <a:t>Start of application of the EU AI Act for high-risk AI systems</a:t>
          </a:r>
        </a:p>
      </dsp:txBody>
      <dsp:txXfrm>
        <a:off x="6853291" y="866622"/>
        <a:ext cx="2667426" cy="1257452"/>
      </dsp:txXfrm>
    </dsp:sp>
    <dsp:sp modelId="{40C256D7-6644-4E20-9CA2-730A2A06837C}">
      <dsp:nvSpPr>
        <dsp:cNvPr id="0" name=""/>
        <dsp:cNvSpPr/>
      </dsp:nvSpPr>
      <dsp:spPr>
        <a:xfrm>
          <a:off x="6853291" y="424814"/>
          <a:ext cx="2667426" cy="4418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27000" bIns="0" numCol="1" spcCol="1270" anchor="ctr" anchorCtr="0">
          <a:noAutofit/>
        </a:bodyPr>
        <a:lstStyle/>
        <a:p>
          <a:pPr marL="0" lvl="0" indent="0" algn="l" defTabSz="889000">
            <a:lnSpc>
              <a:spcPct val="90000"/>
            </a:lnSpc>
            <a:spcBef>
              <a:spcPct val="0"/>
            </a:spcBef>
            <a:spcAft>
              <a:spcPct val="35000"/>
            </a:spcAft>
            <a:buNone/>
            <a:defRPr b="1"/>
          </a:pPr>
          <a:r>
            <a:rPr lang="en-US" sz="2000" kern="1200"/>
            <a:t>2 Aug. 2026</a:t>
          </a:r>
        </a:p>
      </dsp:txBody>
      <dsp:txXfrm>
        <a:off x="6853291" y="424814"/>
        <a:ext cx="2667426" cy="441807"/>
      </dsp:txXfrm>
    </dsp:sp>
    <dsp:sp modelId="{BC6890D1-E87A-40D6-9111-F34CD5606E9B}">
      <dsp:nvSpPr>
        <dsp:cNvPr id="0" name=""/>
        <dsp:cNvSpPr/>
      </dsp:nvSpPr>
      <dsp:spPr>
        <a:xfrm>
          <a:off x="6632387" y="866622"/>
          <a:ext cx="0" cy="1257452"/>
        </a:xfrm>
        <a:prstGeom prst="line">
          <a:avLst/>
        </a:prstGeom>
        <a:noFill/>
        <a:ln w="12700" cap="flat" cmpd="sng" algn="ctr">
          <a:solidFill>
            <a:schemeClr val="dk2">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9CD3F4A0-FDAE-4E8F-98D8-484AF0B9D20E}">
      <dsp:nvSpPr>
        <dsp:cNvPr id="0" name=""/>
        <dsp:cNvSpPr/>
      </dsp:nvSpPr>
      <dsp:spPr>
        <a:xfrm>
          <a:off x="6591846" y="2084312"/>
          <a:ext cx="79525" cy="79525"/>
        </a:xfrm>
        <a:prstGeom prst="ellipse">
          <a:avLst/>
        </a:prstGeom>
        <a:solidFill>
          <a:schemeClr val="lt1">
            <a:hueOff val="0"/>
            <a:satOff val="0"/>
            <a:lumOff val="0"/>
            <a:alphaOff val="0"/>
          </a:schemeClr>
        </a:solidFill>
        <a:ln w="635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671E805-0CC2-495C-B8D7-3E82D4109DC8}">
      <dsp:nvSpPr>
        <dsp:cNvPr id="0" name=""/>
        <dsp:cNvSpPr/>
      </dsp:nvSpPr>
      <dsp:spPr>
        <a:xfrm rot="18900000">
          <a:off x="8077380" y="3446228"/>
          <a:ext cx="312405" cy="312405"/>
        </a:xfrm>
        <a:prstGeom prst="teardrop">
          <a:avLst>
            <a:gd name="adj" fmla="val 115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8A7E428-2F38-4973-AAC5-33AA0257C430}">
      <dsp:nvSpPr>
        <dsp:cNvPr id="0" name=""/>
        <dsp:cNvSpPr/>
      </dsp:nvSpPr>
      <dsp:spPr>
        <a:xfrm>
          <a:off x="8112086" y="3480934"/>
          <a:ext cx="242994" cy="242994"/>
        </a:xfrm>
        <a:prstGeom prst="ellipse">
          <a:avLst/>
        </a:prstGeom>
        <a:solidFill>
          <a:schemeClr val="dk2">
            <a:alpha val="90000"/>
            <a:tint val="40000"/>
            <a:hueOff val="0"/>
            <a:satOff val="0"/>
            <a:lumOff val="0"/>
            <a:alphaOff val="0"/>
          </a:schemeClr>
        </a:solidFill>
        <a:ln w="25400" cap="flat" cmpd="sng" algn="ctr">
          <a:noFill/>
          <a:prstDash val="solid"/>
        </a:ln>
        <a:effectLst/>
      </dsp:spPr>
      <dsp:style>
        <a:lnRef idx="2">
          <a:scrgbClr r="0" g="0" b="0"/>
        </a:lnRef>
        <a:fillRef idx="1">
          <a:scrgbClr r="0" g="0" b="0"/>
        </a:fillRef>
        <a:effectRef idx="0">
          <a:scrgbClr r="0" g="0" b="0"/>
        </a:effectRef>
        <a:fontRef idx="minor"/>
      </dsp:style>
    </dsp:sp>
    <dsp:sp modelId="{644CCE9B-1091-4470-94AA-AEBD1D06A43D}">
      <dsp:nvSpPr>
        <dsp:cNvPr id="0" name=""/>
        <dsp:cNvSpPr/>
      </dsp:nvSpPr>
      <dsp:spPr>
        <a:xfrm>
          <a:off x="8454486" y="2124075"/>
          <a:ext cx="2667426" cy="12574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42875" rIns="0" bIns="95250" numCol="1" spcCol="1270" anchor="b" anchorCtr="0">
          <a:noAutofit/>
        </a:bodyPr>
        <a:lstStyle/>
        <a:p>
          <a:pPr marL="0" lvl="0" indent="0" algn="l" defTabSz="666750">
            <a:lnSpc>
              <a:spcPct val="90000"/>
            </a:lnSpc>
            <a:spcBef>
              <a:spcPct val="0"/>
            </a:spcBef>
            <a:spcAft>
              <a:spcPct val="35000"/>
            </a:spcAft>
            <a:buNone/>
          </a:pPr>
          <a:r>
            <a:rPr lang="en-US" sz="1500" kern="1200"/>
            <a:t>Application of the entire EU AI Act for all risk categories</a:t>
          </a:r>
        </a:p>
      </dsp:txBody>
      <dsp:txXfrm>
        <a:off x="8454486" y="2124075"/>
        <a:ext cx="2667426" cy="1257452"/>
      </dsp:txXfrm>
    </dsp:sp>
    <dsp:sp modelId="{3B52C48D-92F4-4370-9B06-06BB2981B2E2}">
      <dsp:nvSpPr>
        <dsp:cNvPr id="0" name=""/>
        <dsp:cNvSpPr/>
      </dsp:nvSpPr>
      <dsp:spPr>
        <a:xfrm>
          <a:off x="8454486" y="3381527"/>
          <a:ext cx="2667426" cy="4418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27000" bIns="0" numCol="1" spcCol="1270" anchor="ctr" anchorCtr="0">
          <a:noAutofit/>
        </a:bodyPr>
        <a:lstStyle/>
        <a:p>
          <a:pPr marL="0" lvl="0" indent="0" algn="l" defTabSz="889000">
            <a:lnSpc>
              <a:spcPct val="90000"/>
            </a:lnSpc>
            <a:spcBef>
              <a:spcPct val="0"/>
            </a:spcBef>
            <a:spcAft>
              <a:spcPct val="35000"/>
            </a:spcAft>
            <a:buNone/>
            <a:defRPr b="1"/>
          </a:pPr>
          <a:r>
            <a:rPr lang="en-US" sz="2000" kern="1200"/>
            <a:t>2 Aug. 2027</a:t>
          </a:r>
        </a:p>
      </dsp:txBody>
      <dsp:txXfrm>
        <a:off x="8454486" y="3381527"/>
        <a:ext cx="2667426" cy="441807"/>
      </dsp:txXfrm>
    </dsp:sp>
    <dsp:sp modelId="{52B70483-F67F-494E-B2D0-589717F70B94}">
      <dsp:nvSpPr>
        <dsp:cNvPr id="0" name=""/>
        <dsp:cNvSpPr/>
      </dsp:nvSpPr>
      <dsp:spPr>
        <a:xfrm>
          <a:off x="8233583" y="2124075"/>
          <a:ext cx="0" cy="1257452"/>
        </a:xfrm>
        <a:prstGeom prst="line">
          <a:avLst/>
        </a:prstGeom>
        <a:noFill/>
        <a:ln w="12700" cap="flat" cmpd="sng" algn="ctr">
          <a:solidFill>
            <a:schemeClr val="dk2">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4C74507B-53F6-4DC5-9DBD-40878C8E47A2}">
      <dsp:nvSpPr>
        <dsp:cNvPr id="0" name=""/>
        <dsp:cNvSpPr/>
      </dsp:nvSpPr>
      <dsp:spPr>
        <a:xfrm>
          <a:off x="8193041" y="2084312"/>
          <a:ext cx="79525" cy="79525"/>
        </a:xfrm>
        <a:prstGeom prst="ellipse">
          <a:avLst/>
        </a:prstGeom>
        <a:solidFill>
          <a:schemeClr val="lt1">
            <a:hueOff val="0"/>
            <a:satOff val="0"/>
            <a:lumOff val="0"/>
            <a:alphaOff val="0"/>
          </a:schemeClr>
        </a:solidFill>
        <a:ln w="635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7/3/layout/DropPinTimeline">
  <dgm:title val="Drop Pin Timeline"/>
  <dgm:desc val="Use to show a list of events in chronological order. An invisible box next to the pin contains the date and the description is immediately below. It can display a medium amount of text and medium length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fact="0.8"/>
      <dgm:constr type="ctrY" for="ch" forName="nodes" refType="h" fact="0.5"/>
    </dgm:constrLst>
    <dgm:layoutNode name="divider" styleLbl="fgAcc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w="19050">
                    <a:solidFill>
                      <a:srgbClr val="000000"/>
                    </a:solidFill>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solidFill>
                      <a:srgbClr val="000000"/>
                    </a:solidFill>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 type="primFontSz" for="des" forName="L1TextContainer1" val="20"/>
        <dgm:constr type="primFontSz" for="des" forName="L2TextContainer1" refType="primFontSz" refFor="des" refForName="L1TextContainer1" op="equ" fact="0.75"/>
        <dgm:constr type="w" for="ch" forName="composite1" refType="w"/>
        <dgm:constr type="h" for="ch" forName="composite1" refType="h"/>
        <dgm:constr type="w" for="ch" forName="spaceBetweenRectangles1" refType="w" refFor="ch" refForName="composite1" fact="0.28"/>
        <dgm:constr type="primFontSz" for="des" forName="L1TextContainer1" op="equ"/>
        <dgm:constr type="primFontSz" for="des" forName="L2TextContainer1" op="equ"/>
      </dgm:constrLst>
      <dgm:choose name="LayoutBasedOnCountOfNodes">
        <dgm:if name="LessThanOrEqualToTwoNodes" axis="ch" ptType="node" func="cnt" op="lte" val="2">
          <dgm:forEach name="nodesForEach1" axis="ch" ptType="node">
            <dgm:layoutNode name="composite1">
              <dgm:alg type="composite"/>
              <dgm:shape xmlns:r="http://schemas.openxmlformats.org/officeDocument/2006/relationships" r:blip="">
                <dgm:adjLst/>
              </dgm:shape>
              <dgm:choose name="CaseForLayoutDirection1">
                <dgm:if name="CaseForLayoutDirectionLTR1" func="var" arg="dir" op="equ" val="norm">
                  <dgm:choose name="CaseForPlacingNodesAboveAndBelowDividerLTR1">
                    <dgm:if name="CaseForPlacingNodeAboveDividerLTR1" axis="self" ptType="node" func="posOdd" op="equ" va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b" refFor="ch" refForName="DropPinPlaceHolder1"/>
                        <dgm:constr type="b"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b" for="ch" forName="ConnectLine1" refType="h" fact="0.5"/>
                        <dgm:constr type="t" for="ch" forName="ConnectLine1" refType="b" refFor="ch" refForName="DropPinPlaceHolder1"/>
                        <dgm:constr type="w" for="ch" forName="EmptyPlaceHolder1" refType="w"/>
                        <dgm:constr type="h" for="ch" forName="EmptyPlaceHolder1" refType="h" fact="0.5"/>
                        <dgm:constr type="t" for="ch" forName="EmptyPlaceHolder1" refType="h" fact="0.5"/>
                      </dgm:constrLst>
                    </dgm:if>
                    <dgm:else name="CaseForPlacingNodeBelowDividerLTR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b" for="ch" forName="DropPinPlaceHolder1" refType="h"/>
                        <dgm:constr type="l" for="ch" forName="DropPinPlaceHolder1" refType="w" fact="0"/>
                        <dgm:constr type="w" for="ch" forName="L2TextContainer1" refType="w" fact="0.83"/>
                        <dgm:constr type="l" for="ch" forName="L2TextContainer1" refType="r" refFor="ch" refForName="DropPinPlaceHolder1"/>
                        <dgm:constr type="b" for="ch" forName="L2TextContainer1" refType="t" refFor="ch" refForName="DropPinPlaceHolder1"/>
                        <dgm:constr type="t"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t" for="ch" forName="ConnectLine1" refType="h" fact="0.5"/>
                        <dgm:constr type="b" for="ch" forName="ConnectLine1" refType="t" refFor="ch" refForName="DropPinPlaceHolder1"/>
                        <dgm:constr type="w" for="ch" forName="EmptyPlaceHolder1" refType="w"/>
                        <dgm:constr type="h" for="ch" forName="EmptyPlaceHolder1" refType="h" fact="0.5"/>
                        <dgm:constr type="t" for="ch" forName="EmptyPlaceHolder1" refType="h" fact="0"/>
                      </dgm:constrLst>
                    </dgm:else>
                  </dgm:choose>
                </dgm:if>
                <dgm:else name="CaseForLayoutDirectionRTL1">
                  <dgm:choose name="CaseForPlacingNodesAboveAndBelowDividerRTL1">
                    <dgm:if name="CaseForPlacingNodeAboveDividerRTL1" axis="self" ptType="node" func="posOdd" op="equ" va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b" refFor="ch" refForName="DropPinPlaceHolder1"/>
                        <dgm:constr type="b"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b" for="ch" forName="ConnectLine1" refType="h" fact="0.5"/>
                        <dgm:constr type="t" for="ch" forName="ConnectLine1" refType="b" refFor="ch" refForName="DropPinPlaceHolder1"/>
                        <dgm:constr type="w" for="ch" forName="EmptyPlaceHolder1" refType="w"/>
                        <dgm:constr type="h" for="ch" forName="EmptyPlaceHolder1" refType="h" fact="0.5"/>
                        <dgm:constr type="t" for="ch" forName="EmptyPlaceHolder1" refType="h" fact="0.5"/>
                      </dgm:constrLst>
                    </dgm:if>
                    <dgm:else name="CaseForPlacingNodeBelowDividerRT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b" for="ch" forName="DropPinPlaceHolder1" refType="h"/>
                        <dgm:constr type="l" for="ch" forName="DropPinPlaceHolder1" refType="w" fact="0"/>
                        <dgm:constr type="w" for="ch" forName="L2TextContainer1" refType="w" fact="0.83"/>
                        <dgm:constr type="l" for="ch" forName="L2TextContainer1" refType="r" refFor="ch" refForName="DropPinPlaceHolder1"/>
                        <dgm:constr type="b" for="ch" forName="L2TextContainer1" refType="t" refFor="ch" refForName="DropPinPlaceHolder1"/>
                        <dgm:constr type="t"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t" for="ch" forName="ConnectLine1" refType="h" fact="0.5"/>
                        <dgm:constr type="b" for="ch" forName="ConnectLine1" refType="t" refFor="ch" refForName="DropPinPlaceHolder1"/>
                        <dgm:constr type="w" for="ch" forName="EmptyPlaceHolder1" refType="w"/>
                        <dgm:constr type="h" for="ch" forName="EmptyPlaceHolder1" refType="h" fact="0.5"/>
                        <dgm:constr type="t" for="ch" forName="EmptyPlaceHolder1" refType="h" fact="0"/>
                      </dgm:constrLst>
                    </dgm:else>
                  </dgm:choose>
                </dgm:else>
              </dgm:choose>
              <dgm:layoutNode name="ConnectorPoint1" styleLbl="lnNode1" moveWith="ConnectLine1">
                <dgm:alg type="sp"/>
                <dgm:shape xmlns:r="http://schemas.openxmlformats.org/officeDocument/2006/relationships" type="ellipse" r:blip="" zOrderOff="10">
                  <dgm:adjLst/>
                </dgm:shape>
                <dgm:presOf/>
                <dgm:constrLst>
                  <dgm:constr type="w" refType="h" op="equ"/>
                </dgm:constrLst>
              </dgm:layoutNode>
              <dgm:layoutNode name="DropPinPlaceHolder1">
                <dgm:alg type="composite"/>
                <dgm:shape xmlns:r="http://schemas.openxmlformats.org/officeDocument/2006/relationships" r:blip="">
                  <dgm:adjLst/>
                </dgm:shape>
                <dgm:constrLst>
                  <dgm:constr type="w" for="ch" forName="DropPin1" refType="w"/>
                  <dgm:constr type="h" for="ch" forName="DropPin1" refType="h"/>
                  <dgm:constr type="ctrX" for="ch" forName="DropPin1" refType="w" fact="0.5"/>
                  <dgm:constr type="ctrY" for="ch" forName="DropPin1" refType="h" fact="0.5"/>
                  <dgm:constr type="w" for="ch" forName="Ellipse1" refType="w" refFor="ch" refForName="DropPin1" fact="0.55"/>
                  <dgm:constr type="h" for="ch" forName="Ellipse1" refType="w" refFor="ch" refForName="DropPin1" fact="0.55"/>
                  <dgm:constr type="ctrX" for="ch" forName="Ellipse1" refType="ctrX" refFor="ch" refForName="DropPin1"/>
                  <dgm:constr type="ctrY" for="ch" forName="Ellipse1" refType="ctrY" refFor="ch" refForName="DropPin1"/>
                </dgm:constrLst>
                <dgm:layoutNode name="DropPin1" styleLbl="alignNode1">
                  <dgm:alg type="sp"/>
                  <dgm:choose name="CaseForPlacingTearDropAboveAndBelowDivider1">
                    <dgm:if name="CaseForPlacingTearDropAboveDivider1" axis="self" ptType="node" func="posOdd" op="equ" val="1">
                      <dgm:shape xmlns:r="http://schemas.openxmlformats.org/officeDocument/2006/relationships" rot="135" type="teardrop" r:blip="">
                        <dgm:adjLst>
                          <dgm:adj idx="1" val="1.15"/>
                        </dgm:adjLst>
                      </dgm:shape>
                    </dgm:if>
                    <dgm:else name="CaseForPlacingTearDropBelowDivider1">
                      <dgm:shape xmlns:r="http://schemas.openxmlformats.org/officeDocument/2006/relationships" rot="-45" type="teardrop" r:blip="">
                        <dgm:adjLst>
                          <dgm:adj idx="1" val="1.15"/>
                        </dgm:adjLst>
                      </dgm:shape>
                    </dgm:else>
                  </dgm:choose>
                  <dgm:presOf/>
                  <dgm:constrLst/>
                </dgm:layoutNode>
                <dgm:layoutNode name="Ellipse1" styleLbl="fgAcc1" moveWith="DropPin1">
                  <dgm:alg type="sp"/>
                  <dgm:shape xmlns:r="http://schemas.openxmlformats.org/officeDocument/2006/relationships" type="ellipse" r:blip="">
                    <dgm:adjLst/>
                    <dgm:extLst>
                      <a:ext uri="{B698B0E9-8C71-41B9-8309-B3DCBF30829C}">
                        <dgm1612:spPr xmlns:dgm1612="http://schemas.microsoft.com/office/drawing/2016/12/diagram">
                          <a:ln>
                            <a:noFill/>
                          </a:ln>
                        </dgm1612:spPr>
                      </a:ext>
                    </dgm:extLst>
                  </dgm:shape>
                  <dgm:presOf/>
                  <dgm:constrLst/>
                </dgm:layoutNode>
              </dgm:layoutNode>
              <dgm:layoutNode name="L2TextContainer1" styleLbl="revTx" moveWith="L1TextContainer">
                <dgm:varLst>
                  <dgm:bulletEnabled val="1"/>
                </dgm:varLst>
                <dgm:choose name="casesForTxtDirLogic1">
                  <dgm:if name="Name771"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refType="primFontSz" fact="0.5"/>
                      <dgm:constr type="bMarg" refType="primFontSz" fact="0.75"/>
                    </dgm:constrLst>
                  </dgm:if>
                  <dgm:else name="Name881">
                    <dgm:alg type="tx">
                      <dgm:param type="txAnchorVert" val="b"/>
                      <dgm:param type="parTxLTRAlign" val="l"/>
                      <dgm:param type="parTxRTLAlign" val="l"/>
                      <dgm:param type="txAnchorVertCh" val="b"/>
                      <dgm:param type="shpTxRTLAlignCh" val="l"/>
                      <dgm:param type="shpTxLTRAlignCh" val="l"/>
                    </dgm:alg>
                    <dgm:constrLst>
                      <dgm:constr type="lMarg"/>
                      <dgm:constr type="rMarg" refType="primFontSz" fact="0.5"/>
                      <dgm:constr type="tMarg" refType="primFontSz" fact="0.75"/>
                      <dgm:constr type="bMarg" refType="primFontSz" fact="0.5"/>
                    </dgm:constrLst>
                  </dgm:else>
                </dgm:choose>
                <dgm:shape xmlns:r="http://schemas.openxmlformats.org/officeDocument/2006/relationships" type="rect" r:blip="">
                  <dgm:adjLst/>
                </dgm:shape>
                <dgm:presOf axis="des" ptType="node"/>
                <dgm:ruleLst>
                  <dgm:rule type="primFontSz" val="11" fact="NaN" max="NaN"/>
                </dgm:ruleLst>
              </dgm:layoutNode>
              <dgm:layoutNode name="L1TextContainer1"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refType="primFontSz" fact="0.5"/>
                  <dgm:constr type="tMarg"/>
                  <dgm:constr type="bMarg"/>
                </dgm:constrLst>
                <dgm:ruleLst>
                  <dgm:rule type="primFontSz" val="13" fact="NaN" max="NaN"/>
                </dgm:ruleLst>
              </dgm:layoutNode>
              <dgm:layoutNode name="ConnectLine1" styleLbl="sibTrans1D1">
                <dgm:alg type="sp"/>
                <dgm:shape xmlns:r="http://schemas.openxmlformats.org/officeDocument/2006/relationships" type="line" r:blip="">
                  <dgm:adjLst/>
                  <dgm:extLst>
                    <a:ext uri="{B698B0E9-8C71-41B9-8309-B3DCBF30829C}">
                      <dgm1612:spPr xmlns:dgm1612="http://schemas.microsoft.com/office/drawing/2016/12/diagram">
                        <a:ln w="12700">
                          <a:prstDash val="dash"/>
                        </a:ln>
                      </dgm1612:spPr>
                    </a:ext>
                  </dgm:extLst>
                </dgm:shape>
                <dgm:presOf/>
                <dgm:constrLst/>
              </dgm:layoutNode>
              <dgm:layoutNode name="EmptyPlaceHolder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if>
        <dgm:else name="MoreThanTwoNodes">
          <dgm:forEach name="nodesForEach" axis="ch" ptType="node">
            <dgm:layoutNode name="composite">
              <dgm:alg type="composite"/>
              <dgm:shape xmlns:r="http://schemas.openxmlformats.org/officeDocument/2006/relationships" r:blip="">
                <dgm:adjLst/>
              </dgm:shape>
              <dgm:choose name="CaseForLayoutDirection">
                <dgm:if name="CaseForLayoutDirectionLTR" func="var" arg="dir" op="equ" val="norm">
                  <dgm:choose name="CaseForPlacingNodesAboveAndBelowDividerLTR">
                    <dgm:if name="CaseForPlacingNodeAboveDividerLTR" axis="self" ptType="node" func="posOdd" op="equ" val="1">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ConnectLine"/>
                        <dgm:constr type="ctrY" for="ch" forName="ConnectorPoint" refType="h" fact="0.5"/>
                        <dgm:constr type="w" for="ch" forName="DropPinPlaceHolder" refType="h" fact="0.13"/>
                        <dgm:constr type="h" for="ch" forName="DropPinPlaceHolder" refType="h" fact="0.13"/>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b" refFor="ch" refForName="DropPinPlaceHolder"/>
                        <dgm:constr type="b"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b" for="ch" forName="ConnectLine" refType="h" fact="0.5"/>
                        <dgm:constr type="t" for="ch" forName="ConnectLine" refType="b" refFor="ch" refForName="DropPinPlaceHolder"/>
                        <dgm:constr type="w" for="ch" forName="EmptyPlaceHolder" refType="w"/>
                        <dgm:constr type="h" for="ch" forName="EmptyPlaceHolder" refType="h" fact="0.5"/>
                        <dgm:constr type="t" for="ch" forName="EmptyPlaceHolder" refType="h" fact="0.5"/>
                      </dgm:constrLst>
                    </dgm:if>
                    <dgm:else name="CaseForPlacingNodeBelowDividerLTR">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ConnectLine"/>
                        <dgm:constr type="ctrY" for="ch" forName="ConnectorPoint" refType="h" fact="0.5"/>
                        <dgm:constr type="w" for="ch" forName="DropPinPlaceHolder" refType="h" fact="0.13"/>
                        <dgm:constr type="h" for="ch" forName="DropPinPlaceHolder" refType="h" fact="0.13"/>
                        <dgm:constr type="b" for="ch" forName="DropPinPlaceHolder" refType="h"/>
                        <dgm:constr type="l" for="ch" forName="DropPinPlaceHolder" refType="w" fact="0"/>
                        <dgm:constr type="w" for="ch" forName="L2TextContainer" refType="w" fact="0.83"/>
                        <dgm:constr type="l" for="ch" forName="L2TextContainer" refType="r" refFor="ch" refForName="DropPinPlaceHolder"/>
                        <dgm:constr type="b" for="ch" forName="L2TextContainer" refType="t" refFor="ch" refForName="DropPinPlaceHolder"/>
                        <dgm:constr type="t"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t" for="ch" forName="ConnectLine" refType="h" fact="0.5"/>
                        <dgm:constr type="b" for="ch" forName="ConnectLine" refType="t" refFor="ch" refForName="DropPinPlaceHolder"/>
                        <dgm:constr type="w" for="ch" forName="EmptyPlaceHolder" refType="w"/>
                        <dgm:constr type="h" for="ch" forName="EmptyPlaceHolder" refType="h" fact="0.5"/>
                        <dgm:constr type="t" for="ch" forName="EmptyPlaceHolder" refType="h" fact="0"/>
                      </dgm:constrLst>
                    </dgm:else>
                  </dgm:choose>
                </dgm:if>
                <dgm:else name="CaseForLayoutDirectionRTL">
                  <dgm:choose name="CaseForPlacingNodesAboveAndBelowDividerRTL">
                    <dgm:if name="CaseForPlacingNodeAboveDividerRTL" axis="self" ptType="node" func="posOdd" op="equ" val="1">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DropPinPlaceHolder"/>
                        <dgm:constr type="ctrY" for="ch" forName="ConnectorPoint" refType="h" fact="0.5"/>
                        <dgm:constr type="w" for="ch" forName="DropPinPlaceHolder" refType="h" fact="0.13"/>
                        <dgm:constr type="h" for="ch" forName="DropPinPlaceHolder" refType="h" fact="0.13"/>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b" refFor="ch" refForName="DropPinPlaceHolder"/>
                        <dgm:constr type="b"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b" for="ch" forName="ConnectLine" refType="h" fact="0.5"/>
                        <dgm:constr type="t" for="ch" forName="ConnectLine" refType="b" refFor="ch" refForName="DropPinPlaceHolder"/>
                        <dgm:constr type="w" for="ch" forName="EmptyPlaceHolder" refType="w"/>
                        <dgm:constr type="h" for="ch" forName="EmptyPlaceHolder" refType="h" fact="0.5"/>
                        <dgm:constr type="t" for="ch" forName="EmptyPlaceHolder" refType="h" fact="0.5"/>
                      </dgm:constrLst>
                    </dgm:if>
                    <dgm:else name="CaseForPlacingNodeBelowDividerRTL">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DropPinPlaceHolder"/>
                        <dgm:constr type="ctrY" for="ch" forName="ConnectorPoint" refType="h" fact="0.5"/>
                        <dgm:constr type="w" for="ch" forName="DropPinPlaceHolder" refType="h" fact="0.13"/>
                        <dgm:constr type="h" for="ch" forName="DropPinPlaceHolder" refType="h" fact="0.13"/>
                        <dgm:constr type="b" for="ch" forName="DropPinPlaceHolder" refType="h"/>
                        <dgm:constr type="l" for="ch" forName="DropPinPlaceHolder" refType="w" fact="0"/>
                        <dgm:constr type="w" for="ch" forName="L2TextContainer" refType="w" fact="0.83"/>
                        <dgm:constr type="l" for="ch" forName="L2TextContainer" refType="r" refFor="ch" refForName="DropPinPlaceHolder"/>
                        <dgm:constr type="b" for="ch" forName="L2TextContainer" refType="t" refFor="ch" refForName="DropPinPlaceHolder"/>
                        <dgm:constr type="t"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t" for="ch" forName="ConnectLine" refType="h" fact="0.5"/>
                        <dgm:constr type="b" for="ch" forName="ConnectLine" refType="t" refFor="ch" refForName="DropPinPlaceHolder"/>
                        <dgm:constr type="w" for="ch" forName="EmptyPlaceHolder" refType="w"/>
                        <dgm:constr type="h" for="ch" forName="EmptyPlaceHolder" refType="h" fact="0.5"/>
                        <dgm:constr type="t" for="ch" forName="EmptyPlaceHolder" refType="h" fact="0"/>
                      </dgm:constrLst>
                    </dgm:else>
                  </dgm:choose>
                </dgm:else>
              </dgm:choose>
              <dgm:layoutNode name="ConnectorPoint" styleLbl="lnNode1" moveWith="ConnectLine">
                <dgm:alg type="sp"/>
                <dgm:shape xmlns:r="http://schemas.openxmlformats.org/officeDocument/2006/relationships" type="ellipse" r:blip="" zOrderOff="10">
                  <dgm:adjLst/>
                  <dgm:extLst>
                    <a:ext uri="{B698B0E9-8C71-41B9-8309-B3DCBF30829C}">
                      <dgm1612:spPr xmlns:dgm1612="http://schemas.microsoft.com/office/drawing/2016/12/diagram">
                        <a:ln w="6350"/>
                      </dgm1612:spPr>
                    </a:ext>
                  </dgm:extLst>
                </dgm:shape>
                <dgm:presOf/>
                <dgm:constrLst>
                  <dgm:constr type="w" refType="h" op="equ"/>
                </dgm:constrLst>
              </dgm:layoutNode>
              <dgm:layoutNode name="DropPinPlaceHolder">
                <dgm:alg type="composite"/>
                <dgm:shape xmlns:r="http://schemas.openxmlformats.org/officeDocument/2006/relationships" r:blip="">
                  <dgm:adjLst/>
                </dgm:shape>
                <dgm:constrLst>
                  <dgm:constr type="w" for="ch" forName="DropPin" refType="w"/>
                  <dgm:constr type="h" for="ch" forName="DropPin" refType="h"/>
                  <dgm:constr type="ctrX" for="ch" forName="DropPin" refType="w" fact="0.5"/>
                  <dgm:constr type="ctrY" for="ch" forName="DropPin" refType="h" fact="0.5"/>
                  <dgm:constr type="w" for="ch" forName="Ellipse" refType="w" refFor="ch" refForName="DropPin" fact="0.55"/>
                  <dgm:constr type="h" for="ch" forName="Ellipse" refType="w" refFor="ch" refForName="DropPin" fact="0.55"/>
                  <dgm:constr type="ctrX" for="ch" forName="Ellipse" refType="ctrX" refFor="ch" refForName="DropPin"/>
                  <dgm:constr type="ctrY" for="ch" forName="Ellipse" refType="ctrY" refFor="ch" refForName="DropPin"/>
                </dgm:constrLst>
                <dgm:layoutNode name="DropPin" styleLbl="alignNode1">
                  <dgm:alg type="sp"/>
                  <dgm:choose name="CaseForPlacingTearDropAboveAndBelowDivider">
                    <dgm:if name="CaseForPlacingTearDropAboveDivider" axis="self" ptType="node" func="posOdd" op="equ" val="1">
                      <dgm:shape xmlns:r="http://schemas.openxmlformats.org/officeDocument/2006/relationships" rot="135" type="teardrop" r:blip="">
                        <dgm:adjLst>
                          <dgm:adj idx="1" val="1.15"/>
                        </dgm:adjLst>
                      </dgm:shape>
                    </dgm:if>
                    <dgm:else name="CaseForPlacingTearDropBelowDivider">
                      <dgm:shape xmlns:r="http://schemas.openxmlformats.org/officeDocument/2006/relationships" rot="-45" type="teardrop" r:blip="">
                        <dgm:adjLst>
                          <dgm:adj idx="1" val="1.15"/>
                        </dgm:adjLst>
                      </dgm:shape>
                    </dgm:else>
                  </dgm:choose>
                  <dgm:presOf/>
                  <dgm:constrLst/>
                </dgm:layoutNode>
                <dgm:layoutNode name="Ellipse" styleLbl="fgAcc1" moveWith="DropPin">
                  <dgm:alg type="sp"/>
                  <dgm:shape xmlns:r="http://schemas.openxmlformats.org/officeDocument/2006/relationships" type="ellipse" r:blip="">
                    <dgm:adjLst/>
                    <dgm:extLst>
                      <a:ext uri="{B698B0E9-8C71-41B9-8309-B3DCBF30829C}">
                        <dgm1612:spPr xmlns:dgm1612="http://schemas.microsoft.com/office/drawing/2016/12/diagram">
                          <a:ln>
                            <a:noFill/>
                          </a:ln>
                        </dgm1612:spPr>
                      </a:ext>
                    </dgm:extLst>
                  </dgm:shape>
                  <dgm:presOf/>
                  <dgm:constrLst/>
                </dgm:layoutNode>
              </dgm:layoutNode>
              <dgm:layoutNode name="L2TextContainer" styleLbl="revTx" moveWith="L1TextContainer">
                <dgm:varLst>
                  <dgm:bulletEnabled val="1"/>
                </dgm:varLst>
                <dgm:choose name="casesForTxtDirLogic">
                  <dgm:if name="Name77"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refType="primFontSz" fact="0.5"/>
                      <dgm:constr type="tMarg" refType="primFontSz" fact="0.5"/>
                      <dgm:constr type="bMarg" refType="primFontSz" fact="0.75"/>
                    </dgm:constrLst>
                  </dgm:if>
                  <dgm:else name="Name88">
                    <dgm:alg type="tx">
                      <dgm:param type="txAnchorVert" val="b"/>
                      <dgm:param type="parTxLTRAlign" val="l"/>
                      <dgm:param type="parTxRTLAlign" val="l"/>
                      <dgm:param type="txAnchorVertCh" val="b"/>
                      <dgm:param type="shpTxRTLAlignCh" val="l"/>
                      <dgm:param type="shpTxLTRAlignCh" val="l"/>
                    </dgm:alg>
                    <dgm:constrLst>
                      <dgm:constr type="lMarg"/>
                      <dgm:constr type="rMarg"/>
                      <dgm:constr type="tMarg" refType="primFontSz" fact="0.75"/>
                      <dgm:constr type="bMarg" refType="primFontSz" fact="0.5"/>
                    </dgm:constrLst>
                  </dgm:else>
                </dgm:choose>
                <dgm:shape xmlns:r="http://schemas.openxmlformats.org/officeDocument/2006/relationships" type="rect" r:blip="">
                  <dgm:adjLst/>
                </dgm:shape>
                <dgm:presOf axis="des" ptType="node"/>
                <dgm:ruleLst>
                  <dgm:rule type="primFontSz" val="11" fact="NaN" max="NaN"/>
                </dgm:ruleLst>
              </dgm:layoutNode>
              <dgm:layoutNode name="L1TextContainer"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refType="primFontSz" fact="0.5"/>
                  <dgm:constr type="tMarg"/>
                  <dgm:constr type="bMarg"/>
                </dgm:constrLst>
                <dgm:ruleLst>
                  <dgm:rule type="primFontSz" val="13" fact="NaN" max="NaN"/>
                </dgm:ruleLst>
              </dgm:layoutNode>
              <dgm:layoutNode name="ConnectLine" styleLbl="sibTrans1D1">
                <dgm:alg type="sp"/>
                <dgm:shape xmlns:r="http://schemas.openxmlformats.org/officeDocument/2006/relationships" type="line" r:blip="">
                  <dgm:adjLst/>
                  <dgm:extLst>
                    <a:ext uri="{B698B0E9-8C71-41B9-8309-B3DCBF30829C}">
                      <dgm1612:spPr xmlns:dgm1612="http://schemas.microsoft.com/office/drawing/2016/12/diagram">
                        <a:ln w="12700">
                          <a:prstDash val="dash"/>
                        </a:ln>
                      </dgm1612:spPr>
                    </a:ext>
                  </dgm:ext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else>
      </dgm:choose>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16238" cy="493713"/>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sz="quarter" idx="1"/>
          </p:nvPr>
        </p:nvSpPr>
        <p:spPr>
          <a:xfrm>
            <a:off x="3813175" y="0"/>
            <a:ext cx="2916238" cy="493713"/>
          </a:xfrm>
          <a:prstGeom prst="rect">
            <a:avLst/>
          </a:prstGeom>
        </p:spPr>
        <p:txBody>
          <a:bodyPr vert="horz" lIns="91440" tIns="45720" rIns="91440" bIns="45720" rtlCol="0"/>
          <a:lstStyle>
            <a:lvl1pPr algn="r">
              <a:defRPr sz="1200"/>
            </a:lvl1pPr>
          </a:lstStyle>
          <a:p>
            <a:fld id="{712E56AE-624E-49E0-8ED0-94A91F974A6E}" type="datetimeFigureOut">
              <a:rPr lang="de-DE" smtClean="0"/>
              <a:t>16.03.2026</a:t>
            </a:fld>
            <a:endParaRPr lang="de-DE"/>
          </a:p>
        </p:txBody>
      </p:sp>
      <p:sp>
        <p:nvSpPr>
          <p:cNvPr id="4" name="Fußzeilenplatzhalter 3"/>
          <p:cNvSpPr>
            <a:spLocks noGrp="1"/>
          </p:cNvSpPr>
          <p:nvPr>
            <p:ph type="ftr" sz="quarter" idx="2"/>
          </p:nvPr>
        </p:nvSpPr>
        <p:spPr>
          <a:xfrm>
            <a:off x="0" y="9372600"/>
            <a:ext cx="2916238" cy="493713"/>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p:cNvSpPr>
            <a:spLocks noGrp="1"/>
          </p:cNvSpPr>
          <p:nvPr>
            <p:ph type="sldNum" sz="quarter" idx="3"/>
          </p:nvPr>
        </p:nvSpPr>
        <p:spPr>
          <a:xfrm>
            <a:off x="3813175" y="9372600"/>
            <a:ext cx="2916238" cy="493713"/>
          </a:xfrm>
          <a:prstGeom prst="rect">
            <a:avLst/>
          </a:prstGeom>
        </p:spPr>
        <p:txBody>
          <a:bodyPr vert="horz" lIns="91440" tIns="45720" rIns="91440" bIns="45720" rtlCol="0" anchor="b"/>
          <a:lstStyle>
            <a:lvl1pPr algn="r">
              <a:defRPr sz="1200"/>
            </a:lvl1pPr>
          </a:lstStyle>
          <a:p>
            <a:fld id="{80BC5AC0-20DA-4069-B102-9653FA907D55}" type="slidenum">
              <a:rPr lang="de-DE" smtClean="0"/>
              <a:t>‹#›</a:t>
            </a:fld>
            <a:endParaRPr lang="de-DE"/>
          </a:p>
        </p:txBody>
      </p:sp>
    </p:spTree>
    <p:extLst>
      <p:ext uri="{BB962C8B-B14F-4D97-AF65-F5344CB8AC3E}">
        <p14:creationId xmlns:p14="http://schemas.microsoft.com/office/powerpoint/2010/main" val="23147790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485774" y="0"/>
            <a:ext cx="3599826" cy="493713"/>
          </a:xfrm>
          <a:prstGeom prst="rect">
            <a:avLst/>
          </a:prstGeom>
        </p:spPr>
        <p:txBody>
          <a:bodyPr vert="horz" lIns="0" tIns="90000" rIns="91440" bIns="45720" rtlCol="0"/>
          <a:lstStyle>
            <a:lvl1pPr algn="l">
              <a:defRPr sz="1200">
                <a:latin typeface="Frutiger LT Com 55 Roman" pitchFamily="34" charset="0"/>
              </a:defRPr>
            </a:lvl1pPr>
          </a:lstStyle>
          <a:p>
            <a:endParaRPr lang="de-DE"/>
          </a:p>
        </p:txBody>
      </p:sp>
      <p:sp>
        <p:nvSpPr>
          <p:cNvPr id="3" name="Datumsplatzhalter 2"/>
          <p:cNvSpPr>
            <a:spLocks noGrp="1"/>
          </p:cNvSpPr>
          <p:nvPr>
            <p:ph type="dt" idx="1"/>
          </p:nvPr>
        </p:nvSpPr>
        <p:spPr>
          <a:xfrm>
            <a:off x="4805700" y="0"/>
            <a:ext cx="1439525" cy="493713"/>
          </a:xfrm>
          <a:prstGeom prst="rect">
            <a:avLst/>
          </a:prstGeom>
        </p:spPr>
        <p:txBody>
          <a:bodyPr vert="horz" lIns="91440" tIns="90000" rIns="0" bIns="45720" rtlCol="0"/>
          <a:lstStyle>
            <a:lvl1pPr algn="r">
              <a:defRPr sz="1200">
                <a:latin typeface="Frutiger LT Com 55 Roman" pitchFamily="34" charset="0"/>
              </a:defRPr>
            </a:lvl1pPr>
          </a:lstStyle>
          <a:p>
            <a:fld id="{D64C5CA1-81F4-43E1-8D15-34184FE6F392}" type="datetimeFigureOut">
              <a:rPr lang="de-DE" smtClean="0"/>
              <a:pPr/>
              <a:t>16.03.2026</a:t>
            </a:fld>
            <a:endParaRPr lang="de-DE"/>
          </a:p>
        </p:txBody>
      </p:sp>
      <p:sp>
        <p:nvSpPr>
          <p:cNvPr id="4" name="Folienbildplatzhalter 3"/>
          <p:cNvSpPr>
            <a:spLocks noGrp="1" noRot="1" noChangeAspect="1"/>
          </p:cNvSpPr>
          <p:nvPr>
            <p:ph type="sldImg" idx="2"/>
          </p:nvPr>
        </p:nvSpPr>
        <p:spPr>
          <a:xfrm>
            <a:off x="485775" y="612775"/>
            <a:ext cx="4737101" cy="2665413"/>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485774" y="3494088"/>
            <a:ext cx="5759451" cy="5760462"/>
          </a:xfrm>
          <a:prstGeom prst="rect">
            <a:avLst/>
          </a:prstGeom>
        </p:spPr>
        <p:txBody>
          <a:bodyPr vert="horz" lIns="0" tIns="0" rIns="0" bIns="0" rtlCol="0"/>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485774" y="9372600"/>
            <a:ext cx="3599826" cy="493713"/>
          </a:xfrm>
          <a:prstGeom prst="rect">
            <a:avLst/>
          </a:prstGeom>
        </p:spPr>
        <p:txBody>
          <a:bodyPr vert="horz" lIns="0" tIns="45720" rIns="91440" bIns="180000" rtlCol="0" anchor="b"/>
          <a:lstStyle>
            <a:lvl1pPr algn="l">
              <a:defRPr sz="1200">
                <a:latin typeface="Frutiger LT Com 55 Roman" pitchFamily="34" charset="0"/>
              </a:defRPr>
            </a:lvl1pPr>
          </a:lstStyle>
          <a:p>
            <a:endParaRPr lang="de-DE"/>
          </a:p>
        </p:txBody>
      </p:sp>
      <p:sp>
        <p:nvSpPr>
          <p:cNvPr id="7" name="Foliennummernplatzhalter 6"/>
          <p:cNvSpPr>
            <a:spLocks noGrp="1"/>
          </p:cNvSpPr>
          <p:nvPr>
            <p:ph type="sldNum" sz="quarter" idx="5"/>
          </p:nvPr>
        </p:nvSpPr>
        <p:spPr>
          <a:xfrm>
            <a:off x="4805699" y="9372600"/>
            <a:ext cx="1439525" cy="493713"/>
          </a:xfrm>
          <a:prstGeom prst="rect">
            <a:avLst/>
          </a:prstGeom>
        </p:spPr>
        <p:txBody>
          <a:bodyPr vert="horz" lIns="91440" tIns="45720" rIns="0" bIns="180000" rtlCol="0" anchor="b"/>
          <a:lstStyle>
            <a:lvl1pPr algn="r">
              <a:defRPr sz="1200">
                <a:latin typeface="Frutiger LT Com 55 Roman" pitchFamily="34" charset="0"/>
              </a:defRPr>
            </a:lvl1pPr>
          </a:lstStyle>
          <a:p>
            <a:fld id="{6F118F77-BF2E-4843-AA6C-ED9ACCB38B45}" type="slidenum">
              <a:rPr lang="de-DE" smtClean="0"/>
              <a:pPr/>
              <a:t>‹#›</a:t>
            </a:fld>
            <a:endParaRPr lang="de-DE"/>
          </a:p>
        </p:txBody>
      </p:sp>
    </p:spTree>
    <p:extLst>
      <p:ext uri="{BB962C8B-B14F-4D97-AF65-F5344CB8AC3E}">
        <p14:creationId xmlns:p14="http://schemas.microsoft.com/office/powerpoint/2010/main" val="152435395"/>
      </p:ext>
    </p:extLst>
  </p:cSld>
  <p:clrMap bg1="lt1" tx1="dk1" bg2="lt2" tx2="dk2" accent1="accent1" accent2="accent2" accent3="accent3" accent4="accent4" accent5="accent5" accent6="accent6" hlink="hlink" folHlink="folHlink"/>
  <p:notesStyle>
    <a:lvl1pPr marL="171450" indent="-171450" algn="l" defTabSz="914400" rtl="0" eaLnBrk="1" latinLnBrk="0" hangingPunct="1">
      <a:buClr>
        <a:srgbClr val="179C7D"/>
      </a:buClr>
      <a:buFont typeface="Wingdings" pitchFamily="2" charset="2"/>
      <a:buChar char="n"/>
      <a:defRPr sz="1200" kern="1200">
        <a:solidFill>
          <a:schemeClr val="tx1"/>
        </a:solidFill>
        <a:latin typeface="Frutiger LT Com 55 Roman" pitchFamily="34" charset="0"/>
        <a:ea typeface="+mn-ea"/>
        <a:cs typeface="+mn-cs"/>
      </a:defRPr>
    </a:lvl1pPr>
    <a:lvl2pPr marL="360363" indent="-184150" algn="l" defTabSz="914400" rtl="0" eaLnBrk="1" latinLnBrk="0" hangingPunct="1">
      <a:buClr>
        <a:schemeClr val="bg2"/>
      </a:buClr>
      <a:buFont typeface="Wingdings" pitchFamily="2" charset="2"/>
      <a:buChar char="n"/>
      <a:defRPr sz="1200" kern="1200">
        <a:solidFill>
          <a:schemeClr val="tx1"/>
        </a:solidFill>
        <a:latin typeface="Frutiger LT Com 55 Roman" pitchFamily="34" charset="0"/>
        <a:ea typeface="+mn-ea"/>
        <a:cs typeface="+mn-cs"/>
      </a:defRPr>
    </a:lvl2pPr>
    <a:lvl3pPr marL="536575" indent="-176213" algn="l" defTabSz="914400" rtl="0" eaLnBrk="1" latinLnBrk="0" hangingPunct="1">
      <a:buClr>
        <a:schemeClr val="bg2"/>
      </a:buClr>
      <a:buFont typeface="Wingdings" pitchFamily="2" charset="2"/>
      <a:buChar char="n"/>
      <a:defRPr sz="1200" kern="1200">
        <a:solidFill>
          <a:schemeClr val="tx1"/>
        </a:solidFill>
        <a:latin typeface="Frutiger LT Com 55 Roman" pitchFamily="34" charset="0"/>
        <a:ea typeface="+mn-ea"/>
        <a:cs typeface="+mn-cs"/>
      </a:defRPr>
    </a:lvl3pPr>
    <a:lvl4pPr marL="715963" indent="-174625" algn="l" defTabSz="914400" rtl="0" eaLnBrk="1" latinLnBrk="0" hangingPunct="1">
      <a:buClr>
        <a:schemeClr val="bg2"/>
      </a:buClr>
      <a:buFont typeface="Wingdings" pitchFamily="2" charset="2"/>
      <a:buChar char="n"/>
      <a:defRPr sz="1200" kern="1200">
        <a:solidFill>
          <a:schemeClr val="tx1"/>
        </a:solidFill>
        <a:latin typeface="Frutiger LT Com 55 Roman" pitchFamily="34" charset="0"/>
        <a:ea typeface="+mn-ea"/>
        <a:cs typeface="+mn-cs"/>
      </a:defRPr>
    </a:lvl4pPr>
    <a:lvl5pPr marL="896938" indent="-180975" algn="l" defTabSz="914400" rtl="0" eaLnBrk="1" latinLnBrk="0" hangingPunct="1">
      <a:buClr>
        <a:schemeClr val="bg2"/>
      </a:buClr>
      <a:buFont typeface="Wingdings" pitchFamily="2" charset="2"/>
      <a:buChar char="n"/>
      <a:defRPr sz="1200" kern="1200">
        <a:solidFill>
          <a:schemeClr val="tx1"/>
        </a:solidFill>
        <a:latin typeface="Frutiger LT Com 55 Roman"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pmda.go.jp/english/"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85775" y="612775"/>
            <a:ext cx="4737100" cy="2665413"/>
          </a:xfrm>
        </p:spPr>
      </p:sp>
      <p:sp>
        <p:nvSpPr>
          <p:cNvPr id="3" name="Notes Placeholder 2"/>
          <p:cNvSpPr>
            <a:spLocks noGrp="1"/>
          </p:cNvSpPr>
          <p:nvPr>
            <p:ph type="body" idx="1"/>
          </p:nvPr>
        </p:nvSpPr>
        <p:spPr/>
        <p:txBody>
          <a:bodyPr/>
          <a:lstStyle/>
          <a:p>
            <a:endParaRPr lang="en-PT"/>
          </a:p>
        </p:txBody>
      </p:sp>
      <p:sp>
        <p:nvSpPr>
          <p:cNvPr id="4" name="Slide Number Placeholder 3"/>
          <p:cNvSpPr>
            <a:spLocks noGrp="1"/>
          </p:cNvSpPr>
          <p:nvPr>
            <p:ph type="sldNum" sz="quarter" idx="5"/>
          </p:nvPr>
        </p:nvSpPr>
        <p:spPr/>
        <p:txBody>
          <a:bodyPr/>
          <a:lstStyle/>
          <a:p>
            <a:fld id="{6F118F77-BF2E-4843-AA6C-ED9ACCB38B45}" type="slidenum">
              <a:rPr lang="de-DE" smtClean="0"/>
              <a:pPr/>
              <a:t>1</a:t>
            </a:fld>
            <a:endParaRPr lang="de-DE"/>
          </a:p>
        </p:txBody>
      </p:sp>
    </p:spTree>
    <p:extLst>
      <p:ext uri="{BB962C8B-B14F-4D97-AF65-F5344CB8AC3E}">
        <p14:creationId xmlns:p14="http://schemas.microsoft.com/office/powerpoint/2010/main" val="40037185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85775" y="612775"/>
            <a:ext cx="4737100" cy="2665413"/>
          </a:xfrm>
        </p:spPr>
      </p:sp>
      <p:sp>
        <p:nvSpPr>
          <p:cNvPr id="3" name="Notes Placeholder 2"/>
          <p:cNvSpPr>
            <a:spLocks noGrp="1"/>
          </p:cNvSpPr>
          <p:nvPr>
            <p:ph type="body" idx="1"/>
          </p:nvPr>
        </p:nvSpPr>
        <p:spPr/>
        <p:txBody>
          <a:bodyPr/>
          <a:lstStyle/>
          <a:p>
            <a:r>
              <a:rPr lang="en-PT"/>
              <a:t>Something you might not have thought of before is that software may also be a medical device.</a:t>
            </a:r>
          </a:p>
          <a:p>
            <a:r>
              <a:rPr lang="en-PT"/>
              <a:t>A medical device can contain software as part of a system – for instance, a blood pressure monitor needs software to run, but it is just part of a wider system which contains a hardware device.</a:t>
            </a:r>
          </a:p>
          <a:p>
            <a:r>
              <a:rPr lang="en-PT"/>
              <a:t>But a piece of software can be a medical device in and of itself. An app that you download on your phone that tracks depression or anxiety symptoms runs regardless of the phone model you’re using. The phone is not part of the medical device – only the app is.</a:t>
            </a:r>
          </a:p>
          <a:p>
            <a:r>
              <a:rPr lang="en-PT"/>
              <a:t>And like every other kind of software, medical device software is not immune to failure. Software _will_ have bugs, and that’s a part of life.</a:t>
            </a:r>
          </a:p>
          <a:p>
            <a:r>
              <a:rPr lang="en-PT"/>
              <a:t>These are some instances when medical device software failures got to the news. Notably, cybersecurity failures usually have more visibility:</a:t>
            </a:r>
          </a:p>
          <a:p>
            <a:pPr lvl="1"/>
            <a:r>
              <a:rPr lang="en-PT"/>
              <a:t>In the first instance, a vulnerability found in a remote IoT access tool, used in many medical devices, allowed an attacker to extract sensitive data from medical equipment, tamper with lab results, make devices unavailable, or even take them over entirely.</a:t>
            </a:r>
          </a:p>
          <a:p>
            <a:pPr lvl="1"/>
            <a:r>
              <a:rPr lang="en-PT"/>
              <a:t>In the second piece of news, St. Jude Medical, now part of Abbott, discovered and patched a vulnerability </a:t>
            </a:r>
            <a:r>
              <a:rPr lang="en-GB"/>
              <a:t>I</a:t>
            </a:r>
            <a:r>
              <a:rPr lang="en-PT"/>
              <a:t>n their pacemakers and defibrillators which allowed a skilled remote attacker to access or influence communications between the devices and a back-end server containing patient data.</a:t>
            </a:r>
          </a:p>
          <a:p>
            <a:pPr lvl="1"/>
            <a:r>
              <a:rPr lang="en-PT"/>
              <a:t>Even former VP of the US Dick Cheney had the wireless functionality of his heart implant disabled – as this could be used as a surface for an attack, a possible assassination attempt.</a:t>
            </a:r>
          </a:p>
          <a:p>
            <a:pPr lvl="1"/>
            <a:r>
              <a:rPr lang="en-PT"/>
              <a:t>In the fourth piece of news, Johnson &amp; Johnson discovered and patched a bug in their insulin pumps which could cause patients to suffer an insulin overdose.</a:t>
            </a:r>
          </a:p>
          <a:p>
            <a:pPr lvl="0"/>
            <a:r>
              <a:rPr lang="en-PT"/>
              <a:t>So, as you can see, even big companies can sometimes fail. But the way to overcome this is to minimize the risk by having controls in place – this means adhering to the appropriate regulations and following applicable standards.</a:t>
            </a:r>
          </a:p>
        </p:txBody>
      </p:sp>
      <p:sp>
        <p:nvSpPr>
          <p:cNvPr id="4" name="Slide Number Placeholder 3"/>
          <p:cNvSpPr>
            <a:spLocks noGrp="1"/>
          </p:cNvSpPr>
          <p:nvPr>
            <p:ph type="sldNum" sz="quarter" idx="5"/>
          </p:nvPr>
        </p:nvSpPr>
        <p:spPr/>
        <p:txBody>
          <a:bodyPr/>
          <a:lstStyle/>
          <a:p>
            <a:fld id="{6F118F77-BF2E-4843-AA6C-ED9ACCB38B45}" type="slidenum">
              <a:rPr lang="de-DE" smtClean="0"/>
              <a:pPr/>
              <a:t>2</a:t>
            </a:fld>
            <a:endParaRPr lang="de-DE"/>
          </a:p>
        </p:txBody>
      </p:sp>
    </p:spTree>
    <p:extLst>
      <p:ext uri="{BB962C8B-B14F-4D97-AF65-F5344CB8AC3E}">
        <p14:creationId xmlns:p14="http://schemas.microsoft.com/office/powerpoint/2010/main" val="42351307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85775" y="612775"/>
            <a:ext cx="4737100" cy="2665413"/>
          </a:xfrm>
        </p:spPr>
      </p:sp>
      <p:sp>
        <p:nvSpPr>
          <p:cNvPr id="3" name="Notes Placeholder 2"/>
          <p:cNvSpPr>
            <a:spLocks noGrp="1"/>
          </p:cNvSpPr>
          <p:nvPr>
            <p:ph type="body" idx="1"/>
          </p:nvPr>
        </p:nvSpPr>
        <p:spPr/>
        <p:txBody>
          <a:bodyPr/>
          <a:lstStyle/>
          <a:p>
            <a:r>
              <a:rPr lang="en-PT"/>
              <a:t>If you want to sell a medical device in a certain market, you have to submit it to their respective national authority.</a:t>
            </a:r>
          </a:p>
          <a:p>
            <a:pPr lvl="1"/>
            <a:r>
              <a:rPr lang="en-PT"/>
              <a:t>USA: FDA – Food and Drug Administration</a:t>
            </a:r>
          </a:p>
          <a:p>
            <a:pPr lvl="1"/>
            <a:r>
              <a:rPr lang="en-PT"/>
              <a:t>Canada: Health Canada</a:t>
            </a:r>
          </a:p>
          <a:p>
            <a:pPr lvl="1"/>
            <a:r>
              <a:rPr lang="en-PT"/>
              <a:t>Brazil: ANVISA – Agência Nacional de Vigilância Sanitária</a:t>
            </a:r>
          </a:p>
          <a:p>
            <a:pPr lvl="1"/>
            <a:r>
              <a:rPr lang="en-PT"/>
              <a:t>EU: </a:t>
            </a:r>
            <a:r>
              <a:rPr lang="en-GB"/>
              <a:t>While the European Commission provides overall guidance and coordination, the competent authorities in each member state play a crucial role in ensuring that the MDR is effectively implemented and enforced across the EU (in Portugal’s case, INFARMED)</a:t>
            </a:r>
          </a:p>
          <a:p>
            <a:pPr lvl="1"/>
            <a:r>
              <a:rPr lang="en-GB"/>
              <a:t>China: CFDA – China Food and Drug Administration</a:t>
            </a:r>
          </a:p>
          <a:p>
            <a:pPr lvl="1"/>
            <a:r>
              <a:rPr lang="en-GB"/>
              <a:t>India: CDSCO – Central Drugs Standard Control Organization</a:t>
            </a:r>
          </a:p>
          <a:p>
            <a:pPr lvl="1"/>
            <a:r>
              <a:rPr lang="en-GB"/>
              <a:t>South Korea: MFDS – Ministry of Food and Drug Safety</a:t>
            </a:r>
            <a:endParaRPr lang="en-PT"/>
          </a:p>
          <a:p>
            <a:pPr marL="360363" marR="0" lvl="1" indent="-184150" algn="l" defTabSz="914400" rtl="0" eaLnBrk="1" fontAlgn="auto" latinLnBrk="0" hangingPunct="1">
              <a:lnSpc>
                <a:spcPct val="100000"/>
              </a:lnSpc>
              <a:spcBef>
                <a:spcPts val="0"/>
              </a:spcBef>
              <a:spcAft>
                <a:spcPts val="0"/>
              </a:spcAft>
              <a:buClr>
                <a:schemeClr val="bg2"/>
              </a:buClr>
              <a:buSzTx/>
              <a:buFont typeface="Wingdings" pitchFamily="2" charset="2"/>
              <a:buChar char="n"/>
              <a:tabLst/>
              <a:defRPr/>
            </a:pPr>
            <a:r>
              <a:rPr lang="en-PT"/>
              <a:t>Japan: PMDA </a:t>
            </a:r>
            <a:r>
              <a:rPr lang="en-PT">
                <a:hlinkClick r:id="rId3"/>
              </a:rPr>
              <a:t>–</a:t>
            </a:r>
            <a:r>
              <a:rPr lang="en-PT"/>
              <a:t> Pharmaceuticals and Medical Devices Agency</a:t>
            </a:r>
            <a:endParaRPr lang="en-GB" b="1">
              <a:hlinkClick r:id="rId3"/>
            </a:endParaRPr>
          </a:p>
        </p:txBody>
      </p:sp>
      <p:sp>
        <p:nvSpPr>
          <p:cNvPr id="4" name="Slide Number Placeholder 3"/>
          <p:cNvSpPr>
            <a:spLocks noGrp="1"/>
          </p:cNvSpPr>
          <p:nvPr>
            <p:ph type="sldNum" sz="quarter" idx="5"/>
          </p:nvPr>
        </p:nvSpPr>
        <p:spPr/>
        <p:txBody>
          <a:bodyPr/>
          <a:lstStyle/>
          <a:p>
            <a:fld id="{6F118F77-BF2E-4843-AA6C-ED9ACCB38B45}" type="slidenum">
              <a:rPr lang="de-DE" smtClean="0"/>
              <a:pPr/>
              <a:t>3</a:t>
            </a:fld>
            <a:endParaRPr lang="de-DE"/>
          </a:p>
        </p:txBody>
      </p:sp>
    </p:spTree>
    <p:extLst>
      <p:ext uri="{BB962C8B-B14F-4D97-AF65-F5344CB8AC3E}">
        <p14:creationId xmlns:p14="http://schemas.microsoft.com/office/powerpoint/2010/main" val="8526081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85775" y="612775"/>
            <a:ext cx="4737100" cy="2665413"/>
          </a:xfrm>
        </p:spPr>
      </p:sp>
      <p:sp>
        <p:nvSpPr>
          <p:cNvPr id="3" name="Notes Placeholder 2"/>
          <p:cNvSpPr>
            <a:spLocks noGrp="1"/>
          </p:cNvSpPr>
          <p:nvPr>
            <p:ph type="body" idx="1"/>
          </p:nvPr>
        </p:nvSpPr>
        <p:spPr/>
        <p:txBody>
          <a:bodyPr/>
          <a:lstStyle/>
          <a:p>
            <a:r>
              <a:rPr lang="pt-PT" err="1"/>
              <a:t>Focusing</a:t>
            </a:r>
            <a:r>
              <a:rPr lang="pt-PT"/>
              <a:t> </a:t>
            </a:r>
            <a:r>
              <a:rPr lang="pt-PT" err="1"/>
              <a:t>on</a:t>
            </a:r>
            <a:r>
              <a:rPr lang="pt-PT"/>
              <a:t> </a:t>
            </a:r>
            <a:r>
              <a:rPr lang="pt-PT" err="1"/>
              <a:t>the</a:t>
            </a:r>
            <a:r>
              <a:rPr lang="pt-PT"/>
              <a:t> </a:t>
            </a:r>
            <a:r>
              <a:rPr lang="pt-PT" err="1"/>
              <a:t>European</a:t>
            </a:r>
            <a:r>
              <a:rPr lang="pt-PT"/>
              <a:t> Medical </a:t>
            </a:r>
            <a:r>
              <a:rPr lang="pt-PT" err="1"/>
              <a:t>Device</a:t>
            </a:r>
            <a:r>
              <a:rPr lang="pt-PT"/>
              <a:t> </a:t>
            </a:r>
            <a:r>
              <a:rPr lang="pt-PT" err="1"/>
              <a:t>Regulation</a:t>
            </a:r>
            <a:r>
              <a:rPr lang="pt-PT"/>
              <a:t> for </a:t>
            </a:r>
            <a:r>
              <a:rPr lang="pt-PT" err="1"/>
              <a:t>now</a:t>
            </a:r>
            <a:r>
              <a:rPr lang="pt-PT"/>
              <a:t>, </a:t>
            </a:r>
            <a:r>
              <a:rPr lang="pt-PT" err="1"/>
              <a:t>since</a:t>
            </a:r>
            <a:r>
              <a:rPr lang="pt-PT"/>
              <a:t> </a:t>
            </a:r>
            <a:r>
              <a:rPr lang="pt-PT" err="1"/>
              <a:t>it</a:t>
            </a:r>
            <a:r>
              <a:rPr lang="pt-PT"/>
              <a:t> </a:t>
            </a:r>
            <a:r>
              <a:rPr lang="pt-PT" err="1"/>
              <a:t>is</a:t>
            </a:r>
            <a:r>
              <a:rPr lang="pt-PT"/>
              <a:t> </a:t>
            </a:r>
            <a:r>
              <a:rPr lang="pt-PT" err="1"/>
              <a:t>the</a:t>
            </a:r>
            <a:r>
              <a:rPr lang="pt-PT"/>
              <a:t> </a:t>
            </a:r>
            <a:r>
              <a:rPr lang="pt-PT" err="1"/>
              <a:t>one</a:t>
            </a:r>
            <a:r>
              <a:rPr lang="pt-PT"/>
              <a:t> </a:t>
            </a:r>
            <a:r>
              <a:rPr lang="pt-PT" err="1"/>
              <a:t>that</a:t>
            </a:r>
            <a:r>
              <a:rPr lang="pt-PT"/>
              <a:t> </a:t>
            </a:r>
            <a:r>
              <a:rPr lang="pt-PT" err="1"/>
              <a:t>impacts</a:t>
            </a:r>
            <a:r>
              <a:rPr lang="pt-PT"/>
              <a:t> </a:t>
            </a:r>
            <a:r>
              <a:rPr lang="pt-PT" err="1"/>
              <a:t>us</a:t>
            </a:r>
            <a:r>
              <a:rPr lang="pt-PT"/>
              <a:t> </a:t>
            </a:r>
            <a:r>
              <a:rPr lang="pt-PT" err="1"/>
              <a:t>the</a:t>
            </a:r>
            <a:r>
              <a:rPr lang="pt-PT"/>
              <a:t> </a:t>
            </a:r>
            <a:r>
              <a:rPr lang="pt-PT" err="1"/>
              <a:t>most</a:t>
            </a:r>
            <a:r>
              <a:rPr lang="pt-PT"/>
              <a:t>:</a:t>
            </a:r>
          </a:p>
          <a:p>
            <a:r>
              <a:rPr lang="pt-PT" err="1"/>
              <a:t>It</a:t>
            </a:r>
            <a:r>
              <a:rPr lang="pt-PT"/>
              <a:t> </a:t>
            </a:r>
            <a:r>
              <a:rPr lang="pt-PT" err="1"/>
              <a:t>was</a:t>
            </a:r>
            <a:r>
              <a:rPr lang="pt-PT"/>
              <a:t> </a:t>
            </a:r>
            <a:r>
              <a:rPr lang="pt-PT" err="1"/>
              <a:t>released</a:t>
            </a:r>
            <a:r>
              <a:rPr lang="pt-PT"/>
              <a:t> in 2017 </a:t>
            </a:r>
            <a:r>
              <a:rPr lang="pt-PT" err="1"/>
              <a:t>by</a:t>
            </a:r>
            <a:r>
              <a:rPr lang="pt-PT"/>
              <a:t> </a:t>
            </a:r>
            <a:r>
              <a:rPr lang="pt-PT" err="1"/>
              <a:t>the</a:t>
            </a:r>
            <a:r>
              <a:rPr lang="pt-PT"/>
              <a:t> </a:t>
            </a:r>
            <a:r>
              <a:rPr lang="pt-PT" err="1"/>
              <a:t>European</a:t>
            </a:r>
            <a:r>
              <a:rPr lang="pt-PT"/>
              <a:t> </a:t>
            </a:r>
            <a:r>
              <a:rPr lang="pt-PT" err="1"/>
              <a:t>Parliament</a:t>
            </a:r>
            <a:r>
              <a:rPr lang="pt-PT"/>
              <a:t> </a:t>
            </a:r>
            <a:r>
              <a:rPr lang="pt-PT" err="1"/>
              <a:t>and</a:t>
            </a:r>
            <a:r>
              <a:rPr lang="pt-PT"/>
              <a:t> </a:t>
            </a:r>
            <a:r>
              <a:rPr lang="pt-PT" err="1"/>
              <a:t>the</a:t>
            </a:r>
            <a:r>
              <a:rPr lang="pt-PT"/>
              <a:t> </a:t>
            </a:r>
            <a:r>
              <a:rPr lang="pt-PT" err="1"/>
              <a:t>Council</a:t>
            </a:r>
            <a:r>
              <a:rPr lang="pt-PT"/>
              <a:t> </a:t>
            </a:r>
            <a:r>
              <a:rPr lang="pt-PT" err="1"/>
              <a:t>of</a:t>
            </a:r>
            <a:r>
              <a:rPr lang="pt-PT"/>
              <a:t> </a:t>
            </a:r>
            <a:r>
              <a:rPr lang="pt-PT" err="1"/>
              <a:t>the</a:t>
            </a:r>
            <a:r>
              <a:rPr lang="pt-PT"/>
              <a:t> </a:t>
            </a:r>
            <a:r>
              <a:rPr lang="pt-PT" err="1"/>
              <a:t>European</a:t>
            </a:r>
            <a:r>
              <a:rPr lang="pt-PT"/>
              <a:t> </a:t>
            </a:r>
            <a:r>
              <a:rPr lang="pt-PT" err="1"/>
              <a:t>Union</a:t>
            </a:r>
            <a:r>
              <a:rPr lang="pt-PT"/>
              <a:t>, in </a:t>
            </a:r>
            <a:r>
              <a:rPr lang="pt-PT" err="1"/>
              <a:t>order</a:t>
            </a:r>
            <a:r>
              <a:rPr lang="pt-PT"/>
              <a:t> to </a:t>
            </a:r>
            <a:r>
              <a:rPr lang="pt-PT" err="1"/>
              <a:t>create</a:t>
            </a:r>
            <a:r>
              <a:rPr lang="pt-PT"/>
              <a:t> a legal </a:t>
            </a:r>
            <a:r>
              <a:rPr lang="pt-PT" err="1"/>
              <a:t>and</a:t>
            </a:r>
            <a:r>
              <a:rPr lang="pt-PT"/>
              <a:t> </a:t>
            </a:r>
            <a:r>
              <a:rPr lang="pt-PT" err="1"/>
              <a:t>regulatory</a:t>
            </a:r>
            <a:r>
              <a:rPr lang="pt-PT"/>
              <a:t> </a:t>
            </a:r>
            <a:r>
              <a:rPr lang="pt-PT" err="1"/>
              <a:t>framework</a:t>
            </a:r>
            <a:r>
              <a:rPr lang="pt-PT"/>
              <a:t> </a:t>
            </a:r>
            <a:r>
              <a:rPr lang="pt-PT" err="1"/>
              <a:t>that</a:t>
            </a:r>
            <a:r>
              <a:rPr lang="pt-PT"/>
              <a:t> </a:t>
            </a:r>
            <a:r>
              <a:rPr lang="pt-PT" err="1"/>
              <a:t>ensures</a:t>
            </a:r>
            <a:r>
              <a:rPr lang="pt-PT"/>
              <a:t> </a:t>
            </a:r>
            <a:r>
              <a:rPr lang="pt-PT" err="1"/>
              <a:t>high</a:t>
            </a:r>
            <a:r>
              <a:rPr lang="pt-PT"/>
              <a:t> standards </a:t>
            </a:r>
            <a:r>
              <a:rPr lang="pt-PT" err="1"/>
              <a:t>of</a:t>
            </a:r>
            <a:r>
              <a:rPr lang="pt-PT"/>
              <a:t> </a:t>
            </a:r>
            <a:r>
              <a:rPr lang="pt-PT" err="1"/>
              <a:t>safety</a:t>
            </a:r>
            <a:r>
              <a:rPr lang="pt-PT"/>
              <a:t> </a:t>
            </a:r>
            <a:r>
              <a:rPr lang="pt-PT" err="1"/>
              <a:t>and</a:t>
            </a:r>
            <a:r>
              <a:rPr lang="pt-PT"/>
              <a:t> </a:t>
            </a:r>
            <a:r>
              <a:rPr lang="pt-PT" err="1"/>
              <a:t>quality</a:t>
            </a:r>
            <a:r>
              <a:rPr lang="pt-PT"/>
              <a:t> for </a:t>
            </a:r>
            <a:r>
              <a:rPr lang="pt-PT" err="1"/>
              <a:t>what</a:t>
            </a:r>
            <a:r>
              <a:rPr lang="pt-PT"/>
              <a:t> </a:t>
            </a:r>
            <a:r>
              <a:rPr lang="pt-PT" err="1"/>
              <a:t>it</a:t>
            </a:r>
            <a:r>
              <a:rPr lang="pt-PT"/>
              <a:t> </a:t>
            </a:r>
            <a:r>
              <a:rPr lang="pt-PT" err="1"/>
              <a:t>considers</a:t>
            </a:r>
            <a:r>
              <a:rPr lang="pt-PT"/>
              <a:t> medical </a:t>
            </a:r>
            <a:r>
              <a:rPr lang="pt-PT" err="1"/>
              <a:t>devices</a:t>
            </a:r>
            <a:r>
              <a:rPr lang="pt-PT"/>
              <a:t> </a:t>
            </a:r>
            <a:r>
              <a:rPr lang="pt-PT" err="1"/>
              <a:t>that</a:t>
            </a:r>
            <a:r>
              <a:rPr lang="pt-PT"/>
              <a:t> are </a:t>
            </a:r>
            <a:r>
              <a:rPr lang="pt-PT" err="1"/>
              <a:t>produced</a:t>
            </a:r>
            <a:r>
              <a:rPr lang="pt-PT"/>
              <a:t> </a:t>
            </a:r>
            <a:r>
              <a:rPr lang="pt-PT" err="1"/>
              <a:t>or</a:t>
            </a:r>
            <a:r>
              <a:rPr lang="pt-PT"/>
              <a:t> </a:t>
            </a:r>
            <a:r>
              <a:rPr lang="pt-PT" err="1"/>
              <a:t>supplied</a:t>
            </a:r>
            <a:r>
              <a:rPr lang="pt-PT"/>
              <a:t> to </a:t>
            </a:r>
            <a:r>
              <a:rPr lang="pt-PT" err="1"/>
              <a:t>the</a:t>
            </a:r>
            <a:r>
              <a:rPr lang="pt-PT"/>
              <a:t> countries </a:t>
            </a:r>
            <a:r>
              <a:rPr lang="pt-PT" err="1"/>
              <a:t>belonging</a:t>
            </a:r>
            <a:r>
              <a:rPr lang="pt-PT"/>
              <a:t> to </a:t>
            </a:r>
            <a:r>
              <a:rPr lang="pt-PT" err="1"/>
              <a:t>the</a:t>
            </a:r>
            <a:r>
              <a:rPr lang="pt-PT"/>
              <a:t> </a:t>
            </a:r>
            <a:r>
              <a:rPr lang="pt-PT" err="1"/>
              <a:t>European</a:t>
            </a:r>
            <a:r>
              <a:rPr lang="pt-PT"/>
              <a:t> </a:t>
            </a:r>
            <a:r>
              <a:rPr lang="pt-PT" err="1"/>
              <a:t>Union</a:t>
            </a:r>
            <a:endParaRPr lang="pt-PT"/>
          </a:p>
          <a:p>
            <a:r>
              <a:rPr lang="pt-PT" err="1"/>
              <a:t>It</a:t>
            </a:r>
            <a:r>
              <a:rPr lang="pt-PT"/>
              <a:t> </a:t>
            </a:r>
            <a:r>
              <a:rPr lang="pt-PT" err="1"/>
              <a:t>has</a:t>
            </a:r>
            <a:r>
              <a:rPr lang="pt-PT"/>
              <a:t> </a:t>
            </a:r>
            <a:r>
              <a:rPr lang="pt-PT" err="1"/>
              <a:t>already</a:t>
            </a:r>
            <a:r>
              <a:rPr lang="pt-PT"/>
              <a:t> </a:t>
            </a:r>
            <a:r>
              <a:rPr lang="pt-PT" err="1"/>
              <a:t>entered</a:t>
            </a:r>
            <a:r>
              <a:rPr lang="pt-PT"/>
              <a:t> </a:t>
            </a:r>
            <a:r>
              <a:rPr lang="pt-PT" err="1"/>
              <a:t>into</a:t>
            </a:r>
            <a:r>
              <a:rPr lang="pt-PT"/>
              <a:t> </a:t>
            </a:r>
            <a:r>
              <a:rPr lang="pt-PT" err="1"/>
              <a:t>effect</a:t>
            </a:r>
            <a:r>
              <a:rPr lang="pt-PT"/>
              <a:t> more </a:t>
            </a:r>
            <a:r>
              <a:rPr lang="pt-PT" err="1"/>
              <a:t>than</a:t>
            </a:r>
            <a:r>
              <a:rPr lang="pt-PT"/>
              <a:t> 3 </a:t>
            </a:r>
            <a:r>
              <a:rPr lang="pt-PT" err="1"/>
              <a:t>years</a:t>
            </a:r>
            <a:r>
              <a:rPr lang="pt-PT"/>
              <a:t> ago. </a:t>
            </a:r>
            <a:r>
              <a:rPr lang="pt-PT" err="1"/>
              <a:t>Every</a:t>
            </a:r>
            <a:r>
              <a:rPr lang="pt-PT"/>
              <a:t> </a:t>
            </a:r>
            <a:r>
              <a:rPr lang="pt-PT" err="1"/>
              <a:t>new</a:t>
            </a:r>
            <a:r>
              <a:rPr lang="pt-PT"/>
              <a:t> </a:t>
            </a:r>
            <a:r>
              <a:rPr lang="pt-PT" err="1"/>
              <a:t>device</a:t>
            </a:r>
            <a:r>
              <a:rPr lang="pt-PT"/>
              <a:t> </a:t>
            </a:r>
            <a:r>
              <a:rPr lang="pt-PT" err="1"/>
              <a:t>certification</a:t>
            </a:r>
            <a:r>
              <a:rPr lang="pt-PT"/>
              <a:t> </a:t>
            </a:r>
            <a:r>
              <a:rPr lang="pt-PT" err="1"/>
              <a:t>now</a:t>
            </a:r>
            <a:r>
              <a:rPr lang="pt-PT"/>
              <a:t> </a:t>
            </a:r>
            <a:r>
              <a:rPr lang="pt-PT" err="1"/>
              <a:t>officially</a:t>
            </a:r>
            <a:r>
              <a:rPr lang="pt-PT"/>
              <a:t> </a:t>
            </a:r>
            <a:r>
              <a:rPr lang="pt-PT" err="1"/>
              <a:t>has</a:t>
            </a:r>
            <a:r>
              <a:rPr lang="pt-PT"/>
              <a:t> to </a:t>
            </a:r>
            <a:r>
              <a:rPr lang="pt-PT" err="1"/>
              <a:t>be</a:t>
            </a:r>
            <a:r>
              <a:rPr lang="pt-PT"/>
              <a:t> </a:t>
            </a:r>
            <a:r>
              <a:rPr lang="pt-PT" err="1"/>
              <a:t>done</a:t>
            </a:r>
            <a:r>
              <a:rPr lang="pt-PT"/>
              <a:t> </a:t>
            </a:r>
            <a:r>
              <a:rPr lang="pt-PT" err="1"/>
              <a:t>according</a:t>
            </a:r>
            <a:r>
              <a:rPr lang="pt-PT"/>
              <a:t> to </a:t>
            </a:r>
            <a:r>
              <a:rPr lang="pt-PT" err="1"/>
              <a:t>the</a:t>
            </a:r>
            <a:r>
              <a:rPr lang="pt-PT"/>
              <a:t> MDR. </a:t>
            </a:r>
          </a:p>
          <a:p>
            <a:r>
              <a:rPr lang="pt-PT" err="1"/>
              <a:t>This</a:t>
            </a:r>
            <a:r>
              <a:rPr lang="pt-PT"/>
              <a:t> </a:t>
            </a:r>
            <a:r>
              <a:rPr lang="pt-PT" err="1"/>
              <a:t>is</a:t>
            </a:r>
            <a:r>
              <a:rPr lang="pt-PT"/>
              <a:t> </a:t>
            </a:r>
            <a:r>
              <a:rPr lang="pt-PT" err="1"/>
              <a:t>not</a:t>
            </a:r>
            <a:r>
              <a:rPr lang="pt-PT"/>
              <a:t> </a:t>
            </a:r>
            <a:r>
              <a:rPr lang="pt-PT" err="1"/>
              <a:t>the</a:t>
            </a:r>
            <a:r>
              <a:rPr lang="pt-PT"/>
              <a:t> </a:t>
            </a:r>
            <a:r>
              <a:rPr lang="pt-PT" err="1"/>
              <a:t>first</a:t>
            </a:r>
            <a:r>
              <a:rPr lang="pt-PT"/>
              <a:t> </a:t>
            </a:r>
            <a:r>
              <a:rPr lang="pt-PT" err="1"/>
              <a:t>European</a:t>
            </a:r>
            <a:r>
              <a:rPr lang="pt-PT"/>
              <a:t> </a:t>
            </a:r>
            <a:r>
              <a:rPr lang="pt-PT" err="1"/>
              <a:t>law</a:t>
            </a:r>
            <a:r>
              <a:rPr lang="pt-PT"/>
              <a:t> </a:t>
            </a:r>
            <a:r>
              <a:rPr lang="pt-PT" err="1"/>
              <a:t>concerning</a:t>
            </a:r>
            <a:r>
              <a:rPr lang="pt-PT"/>
              <a:t> medical </a:t>
            </a:r>
            <a:r>
              <a:rPr lang="pt-PT" err="1"/>
              <a:t>devices</a:t>
            </a:r>
            <a:r>
              <a:rPr lang="pt-PT"/>
              <a:t>. </a:t>
            </a:r>
            <a:r>
              <a:rPr lang="pt-PT" err="1"/>
              <a:t>The</a:t>
            </a:r>
            <a:r>
              <a:rPr lang="pt-PT"/>
              <a:t> </a:t>
            </a:r>
            <a:r>
              <a:rPr lang="pt-PT" err="1"/>
              <a:t>old</a:t>
            </a:r>
            <a:r>
              <a:rPr lang="pt-PT"/>
              <a:t> Medical </a:t>
            </a:r>
            <a:r>
              <a:rPr lang="pt-PT" err="1"/>
              <a:t>Device</a:t>
            </a:r>
            <a:r>
              <a:rPr lang="pt-PT"/>
              <a:t> </a:t>
            </a:r>
            <a:r>
              <a:rPr lang="pt-PT" err="1"/>
              <a:t>Directive</a:t>
            </a:r>
            <a:r>
              <a:rPr lang="pt-PT"/>
              <a:t> </a:t>
            </a:r>
            <a:r>
              <a:rPr lang="pt-PT" err="1"/>
              <a:t>has</a:t>
            </a:r>
            <a:r>
              <a:rPr lang="pt-PT"/>
              <a:t> </a:t>
            </a:r>
            <a:r>
              <a:rPr lang="pt-PT" err="1"/>
              <a:t>been</a:t>
            </a:r>
            <a:r>
              <a:rPr lang="pt-PT"/>
              <a:t> </a:t>
            </a:r>
            <a:r>
              <a:rPr lang="pt-PT" err="1"/>
              <a:t>around</a:t>
            </a:r>
            <a:r>
              <a:rPr lang="pt-PT"/>
              <a:t> </a:t>
            </a:r>
            <a:r>
              <a:rPr lang="pt-PT" err="1"/>
              <a:t>since</a:t>
            </a:r>
            <a:r>
              <a:rPr lang="pt-PT"/>
              <a:t> 1993. </a:t>
            </a:r>
            <a:r>
              <a:rPr lang="pt-PT" err="1"/>
              <a:t>It</a:t>
            </a:r>
            <a:r>
              <a:rPr lang="pt-PT"/>
              <a:t> </a:t>
            </a:r>
            <a:r>
              <a:rPr lang="pt-PT" err="1"/>
              <a:t>was</a:t>
            </a:r>
            <a:r>
              <a:rPr lang="pt-PT"/>
              <a:t> no </a:t>
            </a:r>
            <a:r>
              <a:rPr lang="pt-PT" err="1"/>
              <a:t>longer</a:t>
            </a:r>
            <a:r>
              <a:rPr lang="pt-PT"/>
              <a:t> </a:t>
            </a:r>
            <a:r>
              <a:rPr lang="pt-PT" err="1"/>
              <a:t>able</a:t>
            </a:r>
            <a:r>
              <a:rPr lang="pt-PT"/>
              <a:t> to </a:t>
            </a:r>
            <a:r>
              <a:rPr lang="pt-PT" err="1"/>
              <a:t>keep</a:t>
            </a:r>
            <a:r>
              <a:rPr lang="pt-PT"/>
              <a:t> </a:t>
            </a:r>
            <a:r>
              <a:rPr lang="pt-PT" err="1"/>
              <a:t>up</a:t>
            </a:r>
            <a:r>
              <a:rPr lang="pt-PT"/>
              <a:t> </a:t>
            </a:r>
            <a:r>
              <a:rPr lang="pt-PT" err="1"/>
              <a:t>with</a:t>
            </a:r>
            <a:r>
              <a:rPr lang="pt-PT"/>
              <a:t> </a:t>
            </a:r>
            <a:r>
              <a:rPr lang="pt-PT" err="1"/>
              <a:t>the</a:t>
            </a:r>
            <a:r>
              <a:rPr lang="pt-PT"/>
              <a:t> </a:t>
            </a:r>
            <a:r>
              <a:rPr lang="pt-PT" err="1"/>
              <a:t>innovations</a:t>
            </a:r>
            <a:r>
              <a:rPr lang="pt-PT"/>
              <a:t> in </a:t>
            </a:r>
            <a:r>
              <a:rPr lang="pt-PT" err="1"/>
              <a:t>the</a:t>
            </a:r>
            <a:r>
              <a:rPr lang="pt-PT"/>
              <a:t> sector, for </a:t>
            </a:r>
            <a:r>
              <a:rPr lang="pt-PT" err="1"/>
              <a:t>instance</a:t>
            </a:r>
            <a:r>
              <a:rPr lang="pt-PT"/>
              <a:t> in </a:t>
            </a:r>
            <a:r>
              <a:rPr lang="pt-PT" err="1"/>
              <a:t>SaMD</a:t>
            </a:r>
            <a:r>
              <a:rPr lang="pt-PT"/>
              <a:t> </a:t>
            </a:r>
            <a:r>
              <a:rPr lang="pt-PT" err="1"/>
              <a:t>or</a:t>
            </a:r>
            <a:r>
              <a:rPr lang="pt-PT"/>
              <a:t> </a:t>
            </a:r>
            <a:r>
              <a:rPr lang="pt-PT" err="1"/>
              <a:t>nanomaterials</a:t>
            </a:r>
            <a:r>
              <a:rPr lang="pt-PT"/>
              <a:t>, for </a:t>
            </a:r>
            <a:r>
              <a:rPr lang="pt-PT" err="1"/>
              <a:t>which</a:t>
            </a:r>
            <a:r>
              <a:rPr lang="pt-PT"/>
              <a:t> </a:t>
            </a:r>
            <a:r>
              <a:rPr lang="pt-PT" err="1"/>
              <a:t>there</a:t>
            </a:r>
            <a:r>
              <a:rPr lang="pt-PT"/>
              <a:t> are </a:t>
            </a:r>
            <a:r>
              <a:rPr lang="pt-PT" err="1"/>
              <a:t>now</a:t>
            </a:r>
            <a:r>
              <a:rPr lang="pt-PT"/>
              <a:t> </a:t>
            </a:r>
            <a:r>
              <a:rPr lang="pt-PT" err="1"/>
              <a:t>specific</a:t>
            </a:r>
            <a:r>
              <a:rPr lang="pt-PT"/>
              <a:t> rules.</a:t>
            </a:r>
          </a:p>
          <a:p>
            <a:r>
              <a:rPr lang="pt-PT" err="1"/>
              <a:t>So</a:t>
            </a:r>
            <a:r>
              <a:rPr lang="pt-PT"/>
              <a:t>, </a:t>
            </a:r>
            <a:r>
              <a:rPr lang="pt-PT" err="1"/>
              <a:t>the</a:t>
            </a:r>
            <a:r>
              <a:rPr lang="pt-PT"/>
              <a:t> MDR clears </a:t>
            </a:r>
            <a:r>
              <a:rPr lang="pt-PT" err="1"/>
              <a:t>up</a:t>
            </a:r>
            <a:r>
              <a:rPr lang="pt-PT"/>
              <a:t> </a:t>
            </a:r>
            <a:r>
              <a:rPr lang="pt-PT" err="1"/>
              <a:t>what</a:t>
            </a:r>
            <a:r>
              <a:rPr lang="pt-PT"/>
              <a:t> </a:t>
            </a:r>
            <a:r>
              <a:rPr lang="pt-PT" err="1"/>
              <a:t>is</a:t>
            </a:r>
            <a:r>
              <a:rPr lang="pt-PT"/>
              <a:t> </a:t>
            </a:r>
            <a:r>
              <a:rPr lang="pt-PT" err="1"/>
              <a:t>considered</a:t>
            </a:r>
            <a:r>
              <a:rPr lang="pt-PT"/>
              <a:t> a medical </a:t>
            </a:r>
            <a:r>
              <a:rPr lang="pt-PT" err="1"/>
              <a:t>device</a:t>
            </a:r>
            <a:r>
              <a:rPr lang="pt-PT"/>
              <a:t> </a:t>
            </a:r>
            <a:r>
              <a:rPr lang="pt-PT" err="1"/>
              <a:t>and</a:t>
            </a:r>
            <a:r>
              <a:rPr lang="pt-PT"/>
              <a:t> </a:t>
            </a:r>
            <a:r>
              <a:rPr lang="pt-PT" err="1"/>
              <a:t>standardizes</a:t>
            </a:r>
            <a:r>
              <a:rPr lang="pt-PT"/>
              <a:t> </a:t>
            </a:r>
            <a:r>
              <a:rPr lang="pt-PT" err="1"/>
              <a:t>the</a:t>
            </a:r>
            <a:r>
              <a:rPr lang="pt-PT"/>
              <a:t> </a:t>
            </a:r>
            <a:r>
              <a:rPr lang="pt-PT" err="1"/>
              <a:t>way</a:t>
            </a:r>
            <a:r>
              <a:rPr lang="pt-PT"/>
              <a:t> </a:t>
            </a:r>
            <a:r>
              <a:rPr lang="pt-PT" err="1"/>
              <a:t>that</a:t>
            </a:r>
            <a:r>
              <a:rPr lang="pt-PT"/>
              <a:t> </a:t>
            </a:r>
            <a:r>
              <a:rPr lang="pt-PT" err="1"/>
              <a:t>their</a:t>
            </a:r>
            <a:r>
              <a:rPr lang="pt-PT"/>
              <a:t> </a:t>
            </a:r>
            <a:r>
              <a:rPr lang="pt-PT" err="1"/>
              <a:t>development</a:t>
            </a:r>
            <a:r>
              <a:rPr lang="pt-PT"/>
              <a:t> </a:t>
            </a:r>
            <a:r>
              <a:rPr lang="pt-PT" err="1"/>
              <a:t>is</a:t>
            </a:r>
            <a:r>
              <a:rPr lang="pt-PT"/>
              <a:t> </a:t>
            </a:r>
            <a:r>
              <a:rPr lang="pt-PT" err="1"/>
              <a:t>done</a:t>
            </a:r>
            <a:r>
              <a:rPr lang="pt-PT"/>
              <a:t> </a:t>
            </a:r>
            <a:r>
              <a:rPr lang="pt-PT" err="1"/>
              <a:t>and</a:t>
            </a:r>
            <a:r>
              <a:rPr lang="pt-PT"/>
              <a:t> </a:t>
            </a:r>
            <a:r>
              <a:rPr lang="pt-PT" err="1"/>
              <a:t>registered</a:t>
            </a:r>
            <a:r>
              <a:rPr lang="pt-PT"/>
              <a:t> </a:t>
            </a:r>
            <a:r>
              <a:rPr lang="pt-PT" err="1"/>
              <a:t>through</a:t>
            </a:r>
            <a:r>
              <a:rPr lang="pt-PT"/>
              <a:t> </a:t>
            </a:r>
            <a:r>
              <a:rPr lang="pt-PT" err="1"/>
              <a:t>the</a:t>
            </a:r>
            <a:r>
              <a:rPr lang="pt-PT"/>
              <a:t> central </a:t>
            </a:r>
            <a:r>
              <a:rPr lang="pt-PT" err="1"/>
              <a:t>european</a:t>
            </a:r>
            <a:r>
              <a:rPr lang="pt-PT"/>
              <a:t> </a:t>
            </a:r>
            <a:r>
              <a:rPr lang="pt-PT" err="1"/>
              <a:t>database</a:t>
            </a:r>
            <a:r>
              <a:rPr lang="pt-PT"/>
              <a:t> – EUDAMED – </a:t>
            </a:r>
            <a:r>
              <a:rPr lang="pt-PT" err="1"/>
              <a:t>which</a:t>
            </a:r>
            <a:r>
              <a:rPr lang="pt-PT"/>
              <a:t> </a:t>
            </a:r>
            <a:r>
              <a:rPr lang="pt-PT" err="1"/>
              <a:t>is</a:t>
            </a:r>
            <a:r>
              <a:rPr lang="pt-PT"/>
              <a:t> </a:t>
            </a:r>
            <a:r>
              <a:rPr lang="pt-PT" err="1"/>
              <a:t>the</a:t>
            </a:r>
            <a:r>
              <a:rPr lang="pt-PT"/>
              <a:t> EU-</a:t>
            </a:r>
            <a:r>
              <a:rPr lang="pt-PT" err="1"/>
              <a:t>level</a:t>
            </a:r>
            <a:r>
              <a:rPr lang="pt-PT"/>
              <a:t> </a:t>
            </a:r>
            <a:r>
              <a:rPr lang="pt-PT" err="1"/>
              <a:t>database</a:t>
            </a:r>
            <a:r>
              <a:rPr lang="pt-PT"/>
              <a:t> </a:t>
            </a:r>
            <a:r>
              <a:rPr lang="pt-PT" err="1"/>
              <a:t>of</a:t>
            </a:r>
            <a:r>
              <a:rPr lang="pt-PT"/>
              <a:t> </a:t>
            </a:r>
            <a:r>
              <a:rPr lang="pt-PT" err="1"/>
              <a:t>manufacturers</a:t>
            </a:r>
            <a:r>
              <a:rPr lang="pt-PT"/>
              <a:t> </a:t>
            </a:r>
            <a:r>
              <a:rPr lang="pt-PT" err="1"/>
              <a:t>and</a:t>
            </a:r>
            <a:r>
              <a:rPr lang="pt-PT"/>
              <a:t> medical </a:t>
            </a:r>
            <a:r>
              <a:rPr lang="pt-PT" err="1"/>
              <a:t>devices</a:t>
            </a:r>
            <a:r>
              <a:rPr lang="pt-PT"/>
              <a:t>.</a:t>
            </a:r>
          </a:p>
          <a:p>
            <a:r>
              <a:rPr lang="pt-PT"/>
              <a:t>Medical </a:t>
            </a:r>
            <a:r>
              <a:rPr lang="pt-PT" err="1"/>
              <a:t>devices</a:t>
            </a:r>
            <a:r>
              <a:rPr lang="pt-PT"/>
              <a:t> </a:t>
            </a:r>
            <a:r>
              <a:rPr lang="pt-PT" err="1"/>
              <a:t>that</a:t>
            </a:r>
            <a:r>
              <a:rPr lang="pt-PT"/>
              <a:t> </a:t>
            </a:r>
            <a:r>
              <a:rPr lang="pt-PT" err="1"/>
              <a:t>adhere</a:t>
            </a:r>
            <a:r>
              <a:rPr lang="pt-PT"/>
              <a:t> to </a:t>
            </a:r>
            <a:r>
              <a:rPr lang="pt-PT" err="1"/>
              <a:t>the</a:t>
            </a:r>
            <a:r>
              <a:rPr lang="pt-PT"/>
              <a:t> MDR are </a:t>
            </a:r>
            <a:r>
              <a:rPr lang="pt-PT" err="1"/>
              <a:t>given</a:t>
            </a:r>
            <a:r>
              <a:rPr lang="pt-PT"/>
              <a:t> a CE </a:t>
            </a:r>
            <a:r>
              <a:rPr lang="pt-PT" err="1"/>
              <a:t>mark</a:t>
            </a:r>
            <a:r>
              <a:rPr lang="pt-PT"/>
              <a:t> </a:t>
            </a:r>
            <a:r>
              <a:rPr lang="pt-PT" err="1"/>
              <a:t>which</a:t>
            </a:r>
            <a:r>
              <a:rPr lang="pt-PT"/>
              <a:t> </a:t>
            </a:r>
            <a:r>
              <a:rPr lang="pt-PT" err="1"/>
              <a:t>guarantees</a:t>
            </a:r>
            <a:r>
              <a:rPr lang="pt-PT"/>
              <a:t> </a:t>
            </a:r>
            <a:r>
              <a:rPr lang="pt-PT" err="1"/>
              <a:t>their</a:t>
            </a:r>
            <a:r>
              <a:rPr lang="pt-PT"/>
              <a:t> </a:t>
            </a:r>
            <a:r>
              <a:rPr lang="pt-PT" err="1"/>
              <a:t>safety</a:t>
            </a:r>
            <a:r>
              <a:rPr lang="pt-PT"/>
              <a:t> </a:t>
            </a:r>
            <a:r>
              <a:rPr lang="pt-PT" err="1"/>
              <a:t>and</a:t>
            </a:r>
            <a:r>
              <a:rPr lang="pt-PT"/>
              <a:t> </a:t>
            </a:r>
            <a:r>
              <a:rPr lang="pt-PT" err="1"/>
              <a:t>quality</a:t>
            </a:r>
            <a:r>
              <a:rPr lang="pt-PT"/>
              <a:t> as </a:t>
            </a:r>
            <a:r>
              <a:rPr lang="pt-PT" err="1"/>
              <a:t>devices</a:t>
            </a:r>
            <a:r>
              <a:rPr lang="pt-PT"/>
              <a:t> </a:t>
            </a:r>
            <a:r>
              <a:rPr lang="pt-PT" err="1"/>
              <a:t>meant</a:t>
            </a:r>
            <a:r>
              <a:rPr lang="pt-PT"/>
              <a:t> to </a:t>
            </a:r>
            <a:r>
              <a:rPr lang="pt-PT" err="1"/>
              <a:t>be</a:t>
            </a:r>
            <a:r>
              <a:rPr lang="pt-PT"/>
              <a:t> </a:t>
            </a:r>
            <a:r>
              <a:rPr lang="pt-PT" err="1"/>
              <a:t>used</a:t>
            </a:r>
            <a:r>
              <a:rPr lang="pt-PT"/>
              <a:t> in a medical </a:t>
            </a:r>
            <a:r>
              <a:rPr lang="pt-PT" err="1"/>
              <a:t>setting</a:t>
            </a:r>
            <a:r>
              <a:rPr lang="pt-PT"/>
              <a:t>.</a:t>
            </a:r>
          </a:p>
        </p:txBody>
      </p:sp>
      <p:sp>
        <p:nvSpPr>
          <p:cNvPr id="4" name="Slide Number Placeholder 3"/>
          <p:cNvSpPr>
            <a:spLocks noGrp="1"/>
          </p:cNvSpPr>
          <p:nvPr>
            <p:ph type="sldNum" sz="quarter" idx="5"/>
          </p:nvPr>
        </p:nvSpPr>
        <p:spPr/>
        <p:txBody>
          <a:bodyPr/>
          <a:lstStyle/>
          <a:p>
            <a:fld id="{6F118F77-BF2E-4843-AA6C-ED9ACCB38B45}" type="slidenum">
              <a:rPr lang="de-DE" smtClean="0"/>
              <a:pPr/>
              <a:t>4</a:t>
            </a:fld>
            <a:endParaRPr lang="de-DE"/>
          </a:p>
        </p:txBody>
      </p:sp>
    </p:spTree>
    <p:extLst>
      <p:ext uri="{BB962C8B-B14F-4D97-AF65-F5344CB8AC3E}">
        <p14:creationId xmlns:p14="http://schemas.microsoft.com/office/powerpoint/2010/main" val="10458075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85775" y="612775"/>
            <a:ext cx="4737100" cy="2665413"/>
          </a:xfrm>
        </p:spPr>
      </p:sp>
      <p:sp>
        <p:nvSpPr>
          <p:cNvPr id="3" name="Notes Placeholder 2"/>
          <p:cNvSpPr>
            <a:spLocks noGrp="1"/>
          </p:cNvSpPr>
          <p:nvPr>
            <p:ph type="body" idx="1"/>
          </p:nvPr>
        </p:nvSpPr>
        <p:spPr/>
        <p:txBody>
          <a:bodyPr/>
          <a:lstStyle/>
          <a:p>
            <a:r>
              <a:rPr lang="en-PT"/>
              <a:t>It can be quite hard to establish what is and isn’t a medical device. Definitions vary, however, according to the new Medical Device Regulation, it could be any:</a:t>
            </a:r>
          </a:p>
          <a:p>
            <a:r>
              <a:rPr lang="en-PT"/>
              <a:t>Instrument, equipment, application, software, implant, reagent, material or others, that are destined for human use, with one or more medical purposes in mind.</a:t>
            </a:r>
          </a:p>
        </p:txBody>
      </p:sp>
      <p:sp>
        <p:nvSpPr>
          <p:cNvPr id="4" name="Slide Number Placeholder 3"/>
          <p:cNvSpPr>
            <a:spLocks noGrp="1"/>
          </p:cNvSpPr>
          <p:nvPr>
            <p:ph type="sldNum" sz="quarter" idx="5"/>
          </p:nvPr>
        </p:nvSpPr>
        <p:spPr/>
        <p:txBody>
          <a:bodyPr/>
          <a:lstStyle/>
          <a:p>
            <a:fld id="{6F118F77-BF2E-4843-AA6C-ED9ACCB38B45}" type="slidenum">
              <a:rPr lang="de-DE" smtClean="0"/>
              <a:pPr/>
              <a:t>5</a:t>
            </a:fld>
            <a:endParaRPr lang="de-DE"/>
          </a:p>
        </p:txBody>
      </p:sp>
    </p:spTree>
    <p:extLst>
      <p:ext uri="{BB962C8B-B14F-4D97-AF65-F5344CB8AC3E}">
        <p14:creationId xmlns:p14="http://schemas.microsoft.com/office/powerpoint/2010/main" val="32254237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85775" y="612775"/>
            <a:ext cx="4737100" cy="2665413"/>
          </a:xfrm>
        </p:spPr>
      </p:sp>
      <p:sp>
        <p:nvSpPr>
          <p:cNvPr id="3" name="Notes Placeholder 2"/>
          <p:cNvSpPr>
            <a:spLocks noGrp="1"/>
          </p:cNvSpPr>
          <p:nvPr>
            <p:ph type="body" idx="1"/>
          </p:nvPr>
        </p:nvSpPr>
        <p:spPr/>
        <p:txBody>
          <a:bodyPr/>
          <a:lstStyle/>
          <a:p>
            <a:r>
              <a:rPr lang="en-PT"/>
              <a:t>In this context, when we talk about medical purposes, we’re talking about dealing with a disease, lesion or disability. Here, the medical device may serve to diagnose, prevent, monitor, predict, treat, relieve or compensate any of these conditions.</a:t>
            </a:r>
          </a:p>
          <a:p>
            <a:r>
              <a:rPr lang="en-PT"/>
              <a:t>A medical device may also serve to investigate, substitute or modify a person’s anatomy, physiological or pathological process.</a:t>
            </a:r>
          </a:p>
          <a:p>
            <a:r>
              <a:rPr lang="en-PT"/>
              <a:t>Finally, devices used for birth control or support may also be considered medical devices.</a:t>
            </a:r>
          </a:p>
        </p:txBody>
      </p:sp>
      <p:sp>
        <p:nvSpPr>
          <p:cNvPr id="4" name="Slide Number Placeholder 3"/>
          <p:cNvSpPr>
            <a:spLocks noGrp="1"/>
          </p:cNvSpPr>
          <p:nvPr>
            <p:ph type="sldNum" sz="quarter" idx="5"/>
          </p:nvPr>
        </p:nvSpPr>
        <p:spPr/>
        <p:txBody>
          <a:bodyPr/>
          <a:lstStyle/>
          <a:p>
            <a:fld id="{6F118F77-BF2E-4843-AA6C-ED9ACCB38B45}" type="slidenum">
              <a:rPr lang="de-DE" smtClean="0"/>
              <a:pPr/>
              <a:t>6</a:t>
            </a:fld>
            <a:endParaRPr lang="de-DE"/>
          </a:p>
        </p:txBody>
      </p:sp>
    </p:spTree>
    <p:extLst>
      <p:ext uri="{BB962C8B-B14F-4D97-AF65-F5344CB8AC3E}">
        <p14:creationId xmlns:p14="http://schemas.microsoft.com/office/powerpoint/2010/main" val="21931032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85775" y="612775"/>
            <a:ext cx="4737100" cy="2665413"/>
          </a:xfrm>
        </p:spPr>
      </p:sp>
      <p:sp>
        <p:nvSpPr>
          <p:cNvPr id="3" name="Notes Placeholder 2"/>
          <p:cNvSpPr>
            <a:spLocks noGrp="1"/>
          </p:cNvSpPr>
          <p:nvPr>
            <p:ph type="body" idx="1"/>
          </p:nvPr>
        </p:nvSpPr>
        <p:spPr/>
        <p:txBody>
          <a:bodyPr/>
          <a:lstStyle/>
          <a:p>
            <a:r>
              <a:rPr lang="en-PT"/>
              <a:t>Under the EU MDR, there are 22 rules for the classification of a medical device.</a:t>
            </a:r>
          </a:p>
          <a:p>
            <a:r>
              <a:rPr lang="en-PT"/>
              <a:t>The rules are complex, and include a lot of exceptions, unless-kind of statements, that are difficult to convey in such a short presentation.</a:t>
            </a:r>
          </a:p>
          <a:p>
            <a:r>
              <a:rPr lang="en-PT"/>
              <a:t>However, this table summarises a bit how medical devices can be classified, according to their intended use.</a:t>
            </a:r>
          </a:p>
          <a:p>
            <a:r>
              <a:rPr lang="en-PT"/>
              <a:t>The level of risk rises with the class number. Class I devices are less risky than Class I</a:t>
            </a:r>
            <a:r>
              <a:rPr lang="en-GB" err="1"/>
              <a:t>Ia</a:t>
            </a:r>
            <a:r>
              <a:rPr lang="en-GB"/>
              <a:t>, which are less risky than those in Class IIb. Class III devices are those that pose more risk.</a:t>
            </a:r>
            <a:endParaRPr lang="en-PT"/>
          </a:p>
          <a:p>
            <a:r>
              <a:rPr lang="en-PT"/>
              <a:t>Generally, devices that are non-invasive and non-implantable are Class I devices.</a:t>
            </a:r>
          </a:p>
          <a:p>
            <a:pPr lvl="1"/>
            <a:r>
              <a:rPr lang="en-PT"/>
              <a:t>There are several sub-categories of Class I devices:</a:t>
            </a:r>
          </a:p>
          <a:p>
            <a:pPr lvl="2"/>
            <a:r>
              <a:rPr lang="en-PT"/>
              <a:t>Class Im:</a:t>
            </a:r>
          </a:p>
          <a:p>
            <a:pPr lvl="2"/>
            <a:r>
              <a:rPr lang="en-PT"/>
              <a:t>Class Ir:</a:t>
            </a:r>
          </a:p>
          <a:p>
            <a:pPr lvl="2"/>
            <a:r>
              <a:rPr lang="en-PT"/>
              <a:t>Class Is:</a:t>
            </a:r>
          </a:p>
          <a:p>
            <a:pPr lvl="1"/>
            <a:r>
              <a:rPr lang="en-PT"/>
              <a:t>Then there’s Class II devices, with are active and invasive, and can be divided into two classes: I</a:t>
            </a:r>
            <a:r>
              <a:rPr lang="en-GB" err="1"/>
              <a:t>Ia</a:t>
            </a:r>
            <a:r>
              <a:rPr lang="en-GB"/>
              <a:t> and IIb.</a:t>
            </a:r>
          </a:p>
          <a:p>
            <a:pPr lvl="1"/>
            <a:r>
              <a:rPr lang="en-GB"/>
              <a:t>The most risky of all are Class III devices.</a:t>
            </a:r>
          </a:p>
          <a:p>
            <a:pPr lvl="0"/>
            <a:r>
              <a:rPr lang="en-GB"/>
              <a:t>Once again, the intended use that is declared by the manufacturer is very important for the classification of the device.</a:t>
            </a:r>
          </a:p>
          <a:p>
            <a:pPr lvl="0"/>
            <a:endParaRPr lang="en-GB"/>
          </a:p>
          <a:p>
            <a:pPr lvl="0"/>
            <a:endParaRPr lang="en-GB"/>
          </a:p>
          <a:p>
            <a:r>
              <a:rPr lang="en-PT">
                <a:solidFill>
                  <a:schemeClr val="tx2"/>
                </a:solidFill>
              </a:rPr>
              <a:t>Invasive devices </a:t>
            </a:r>
            <a:r>
              <a:rPr lang="en-PT"/>
              <a:t>– devices that penetrate the body through an orifice or the surface of the body itself;</a:t>
            </a:r>
          </a:p>
          <a:p>
            <a:endParaRPr lang="en-PT"/>
          </a:p>
          <a:p>
            <a:r>
              <a:rPr lang="en-PT">
                <a:solidFill>
                  <a:schemeClr val="tx2"/>
                </a:solidFill>
              </a:rPr>
              <a:t>Implantable devices</a:t>
            </a:r>
            <a:r>
              <a:rPr lang="en-PT"/>
              <a:t> – devices that are completely introduced into the human body, or that replace an epithelial surface or the surface of the eye by clinical intervention;</a:t>
            </a:r>
          </a:p>
          <a:p>
            <a:endParaRPr lang="en-PT"/>
          </a:p>
          <a:p>
            <a:r>
              <a:rPr lang="en-PT">
                <a:solidFill>
                  <a:schemeClr val="tx2"/>
                </a:solidFill>
              </a:rPr>
              <a:t>Active devices </a:t>
            </a:r>
            <a:r>
              <a:rPr lang="en-PT"/>
              <a:t>– devices that depend on a source of energy other than that generated by the human body or by gravity;</a:t>
            </a:r>
          </a:p>
          <a:p>
            <a:endParaRPr lang="en-PT"/>
          </a:p>
          <a:p>
            <a:r>
              <a:rPr lang="en-PT">
                <a:solidFill>
                  <a:schemeClr val="tx2"/>
                </a:solidFill>
              </a:rPr>
              <a:t>Duration of use</a:t>
            </a:r>
            <a:r>
              <a:rPr lang="en-PT"/>
              <a:t> </a:t>
            </a:r>
          </a:p>
          <a:p>
            <a:pPr lvl="1"/>
            <a:r>
              <a:rPr lang="en-PT" u="sng"/>
              <a:t>Transient</a:t>
            </a:r>
            <a:r>
              <a:rPr lang="en-PT"/>
              <a:t> – &lt; 60 minutes</a:t>
            </a:r>
          </a:p>
          <a:p>
            <a:pPr lvl="1"/>
            <a:r>
              <a:rPr lang="en-PT" u="sng"/>
              <a:t>Short-term</a:t>
            </a:r>
            <a:r>
              <a:rPr lang="en-PT"/>
              <a:t> – 60 minutes – 30 days</a:t>
            </a:r>
          </a:p>
          <a:p>
            <a:pPr lvl="1"/>
            <a:r>
              <a:rPr lang="en-PT" u="sng"/>
              <a:t>Long-term</a:t>
            </a:r>
            <a:r>
              <a:rPr lang="en-PT"/>
              <a:t> – &gt; 30 days</a:t>
            </a:r>
          </a:p>
          <a:p>
            <a:pPr lvl="0"/>
            <a:endParaRPr lang="en-PT"/>
          </a:p>
        </p:txBody>
      </p:sp>
      <p:sp>
        <p:nvSpPr>
          <p:cNvPr id="4" name="Slide Number Placeholder 3"/>
          <p:cNvSpPr>
            <a:spLocks noGrp="1"/>
          </p:cNvSpPr>
          <p:nvPr>
            <p:ph type="sldNum" sz="quarter" idx="5"/>
          </p:nvPr>
        </p:nvSpPr>
        <p:spPr/>
        <p:txBody>
          <a:bodyPr/>
          <a:lstStyle/>
          <a:p>
            <a:fld id="{6F118F77-BF2E-4843-AA6C-ED9ACCB38B45}" type="slidenum">
              <a:rPr lang="de-DE" smtClean="0"/>
              <a:pPr/>
              <a:t>7</a:t>
            </a:fld>
            <a:endParaRPr lang="de-DE"/>
          </a:p>
        </p:txBody>
      </p:sp>
    </p:spTree>
    <p:extLst>
      <p:ext uri="{BB962C8B-B14F-4D97-AF65-F5344CB8AC3E}">
        <p14:creationId xmlns:p14="http://schemas.microsoft.com/office/powerpoint/2010/main" val="29626232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85775" y="612775"/>
            <a:ext cx="4737100" cy="2665413"/>
          </a:xfrm>
        </p:spPr>
      </p:sp>
      <p:sp>
        <p:nvSpPr>
          <p:cNvPr id="3" name="Notes Placeholder 2"/>
          <p:cNvSpPr>
            <a:spLocks noGrp="1"/>
          </p:cNvSpPr>
          <p:nvPr>
            <p:ph type="body" idx="1"/>
          </p:nvPr>
        </p:nvSpPr>
        <p:spPr/>
        <p:txBody>
          <a:bodyPr/>
          <a:lstStyle/>
          <a:p>
            <a:r>
              <a:rPr lang="en-US" b="0" i="0">
                <a:solidFill>
                  <a:srgbClr val="333333"/>
                </a:solidFill>
                <a:effectLst/>
                <a:latin typeface="Open Sans" panose="020B0606030504020204" pitchFamily="34" charset="0"/>
              </a:rPr>
              <a:t>The EU MDR relies on standards that are harmonized with it to  help manufacturers ensure that the device was designed and manufactured in a good and safe way.</a:t>
            </a:r>
          </a:p>
          <a:p>
            <a:r>
              <a:rPr lang="en-US" b="0" i="0">
                <a:solidFill>
                  <a:srgbClr val="333333"/>
                </a:solidFill>
                <a:effectLst/>
                <a:latin typeface="Open Sans" panose="020B0606030504020204" pitchFamily="34" charset="0"/>
              </a:rPr>
              <a:t>Source: https://</a:t>
            </a:r>
            <a:r>
              <a:rPr lang="en-US" b="0" i="0" err="1">
                <a:solidFill>
                  <a:srgbClr val="333333"/>
                </a:solidFill>
                <a:effectLst/>
                <a:latin typeface="Open Sans" panose="020B0606030504020204" pitchFamily="34" charset="0"/>
              </a:rPr>
              <a:t>blog.cm-dm.com</a:t>
            </a:r>
            <a:r>
              <a:rPr lang="en-US" b="0" i="0">
                <a:solidFill>
                  <a:srgbClr val="333333"/>
                </a:solidFill>
                <a:effectLst/>
                <a:latin typeface="Open Sans" panose="020B0606030504020204" pitchFamily="34" charset="0"/>
              </a:rPr>
              <a:t>/post/2011/11/01/ISO-and-IEC-standards-explained-to-software-engineers-and-quality-managers </a:t>
            </a:r>
          </a:p>
        </p:txBody>
      </p:sp>
      <p:sp>
        <p:nvSpPr>
          <p:cNvPr id="4" name="Slide Number Placeholder 3"/>
          <p:cNvSpPr>
            <a:spLocks noGrp="1"/>
          </p:cNvSpPr>
          <p:nvPr>
            <p:ph type="sldNum" sz="quarter" idx="5"/>
          </p:nvPr>
        </p:nvSpPr>
        <p:spPr/>
        <p:txBody>
          <a:bodyPr/>
          <a:lstStyle/>
          <a:p>
            <a:fld id="{6F118F77-BF2E-4843-AA6C-ED9ACCB38B45}" type="slidenum">
              <a:rPr lang="de-DE" smtClean="0"/>
              <a:pPr/>
              <a:t>8</a:t>
            </a:fld>
            <a:endParaRPr lang="de-DE"/>
          </a:p>
        </p:txBody>
      </p:sp>
    </p:spTree>
    <p:extLst>
      <p:ext uri="{BB962C8B-B14F-4D97-AF65-F5344CB8AC3E}">
        <p14:creationId xmlns:p14="http://schemas.microsoft.com/office/powerpoint/2010/main" val="39407889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85775" y="612775"/>
            <a:ext cx="4737100" cy="2665413"/>
          </a:xfrm>
        </p:spPr>
      </p:sp>
      <p:sp>
        <p:nvSpPr>
          <p:cNvPr id="3" name="Notes Placeholder 2"/>
          <p:cNvSpPr>
            <a:spLocks noGrp="1"/>
          </p:cNvSpPr>
          <p:nvPr>
            <p:ph type="body" idx="1"/>
          </p:nvPr>
        </p:nvSpPr>
        <p:spPr/>
        <p:txBody>
          <a:bodyPr/>
          <a:lstStyle/>
          <a:p>
            <a:r>
              <a:rPr lang="en-US"/>
              <a:t>It is a system, or a set of instructions, that defines how a company should execute business activities. It deals with quality processes, procedures and devices and oversees the company's structure, responsibilities, procedures, processes and management resources. This system is continuously being monitored and updated and improved to achieve the quality standards requested by the regulatory framework.</a:t>
            </a:r>
          </a:p>
          <a:p>
            <a:r>
              <a:rPr lang="pt-PT" err="1"/>
              <a:t>The</a:t>
            </a:r>
            <a:r>
              <a:rPr lang="pt-PT"/>
              <a:t> MDR does </a:t>
            </a:r>
            <a:r>
              <a:rPr lang="pt-PT" err="1"/>
              <a:t>not</a:t>
            </a:r>
            <a:r>
              <a:rPr lang="pt-PT"/>
              <a:t> </a:t>
            </a:r>
            <a:r>
              <a:rPr lang="pt-PT" err="1"/>
              <a:t>require</a:t>
            </a:r>
            <a:r>
              <a:rPr lang="pt-PT"/>
              <a:t> </a:t>
            </a:r>
            <a:r>
              <a:rPr lang="pt-PT" err="1"/>
              <a:t>that</a:t>
            </a:r>
            <a:r>
              <a:rPr lang="pt-PT"/>
              <a:t> a </a:t>
            </a:r>
            <a:r>
              <a:rPr lang="pt-PT" err="1"/>
              <a:t>specific</a:t>
            </a:r>
            <a:r>
              <a:rPr lang="pt-PT"/>
              <a:t> </a:t>
            </a:r>
            <a:r>
              <a:rPr lang="pt-PT" err="1"/>
              <a:t>Quality</a:t>
            </a:r>
            <a:r>
              <a:rPr lang="pt-PT"/>
              <a:t> Management </a:t>
            </a:r>
            <a:r>
              <a:rPr lang="pt-PT" err="1"/>
              <a:t>System</a:t>
            </a:r>
            <a:r>
              <a:rPr lang="pt-PT"/>
              <a:t> </a:t>
            </a:r>
            <a:r>
              <a:rPr lang="pt-PT" err="1"/>
              <a:t>has</a:t>
            </a:r>
            <a:r>
              <a:rPr lang="pt-PT"/>
              <a:t> to </a:t>
            </a:r>
            <a:r>
              <a:rPr lang="pt-PT" err="1"/>
              <a:t>be</a:t>
            </a:r>
            <a:r>
              <a:rPr lang="pt-PT"/>
              <a:t> in </a:t>
            </a:r>
            <a:r>
              <a:rPr lang="pt-PT" err="1"/>
              <a:t>place</a:t>
            </a:r>
            <a:r>
              <a:rPr lang="pt-PT"/>
              <a:t>. </a:t>
            </a:r>
            <a:r>
              <a:rPr lang="pt-PT" err="1"/>
              <a:t>However</a:t>
            </a:r>
            <a:r>
              <a:rPr lang="pt-PT"/>
              <a:t>, </a:t>
            </a:r>
            <a:r>
              <a:rPr lang="pt-PT" err="1"/>
              <a:t>the</a:t>
            </a:r>
            <a:r>
              <a:rPr lang="pt-PT"/>
              <a:t> </a:t>
            </a:r>
            <a:r>
              <a:rPr lang="pt-PT" err="1"/>
              <a:t>one</a:t>
            </a:r>
            <a:r>
              <a:rPr lang="pt-PT"/>
              <a:t> </a:t>
            </a:r>
            <a:r>
              <a:rPr lang="pt-PT" err="1"/>
              <a:t>described</a:t>
            </a:r>
            <a:r>
              <a:rPr lang="pt-PT"/>
              <a:t> in ISO 13485 </a:t>
            </a:r>
            <a:r>
              <a:rPr lang="pt-PT" err="1"/>
              <a:t>is</a:t>
            </a:r>
            <a:r>
              <a:rPr lang="pt-PT"/>
              <a:t> in </a:t>
            </a:r>
            <a:r>
              <a:rPr lang="pt-PT" err="1"/>
              <a:t>practise</a:t>
            </a:r>
            <a:r>
              <a:rPr lang="pt-PT"/>
              <a:t> </a:t>
            </a:r>
            <a:r>
              <a:rPr lang="pt-PT" err="1"/>
              <a:t>the</a:t>
            </a:r>
            <a:r>
              <a:rPr lang="pt-PT"/>
              <a:t> </a:t>
            </a:r>
            <a:r>
              <a:rPr lang="pt-PT" err="1"/>
              <a:t>only</a:t>
            </a:r>
            <a:r>
              <a:rPr lang="pt-PT"/>
              <a:t> </a:t>
            </a:r>
            <a:r>
              <a:rPr lang="pt-PT" err="1"/>
              <a:t>one</a:t>
            </a:r>
            <a:r>
              <a:rPr lang="pt-PT"/>
              <a:t> </a:t>
            </a:r>
            <a:r>
              <a:rPr lang="pt-PT" err="1"/>
              <a:t>that’s</a:t>
            </a:r>
            <a:r>
              <a:rPr lang="pt-PT"/>
              <a:t> </a:t>
            </a:r>
            <a:r>
              <a:rPr lang="pt-PT" err="1"/>
              <a:t>described</a:t>
            </a:r>
            <a:r>
              <a:rPr lang="pt-PT"/>
              <a:t> in </a:t>
            </a:r>
            <a:r>
              <a:rPr lang="pt-PT" err="1"/>
              <a:t>the</a:t>
            </a:r>
            <a:r>
              <a:rPr lang="pt-PT"/>
              <a:t> </a:t>
            </a:r>
            <a:r>
              <a:rPr lang="pt-PT" err="1"/>
              <a:t>form</a:t>
            </a:r>
            <a:r>
              <a:rPr lang="pt-PT"/>
              <a:t> </a:t>
            </a:r>
            <a:r>
              <a:rPr lang="pt-PT" err="1"/>
              <a:t>of</a:t>
            </a:r>
            <a:r>
              <a:rPr lang="pt-PT"/>
              <a:t> a standard, </a:t>
            </a:r>
            <a:r>
              <a:rPr lang="pt-PT" err="1"/>
              <a:t>so</a:t>
            </a:r>
            <a:r>
              <a:rPr lang="pt-PT"/>
              <a:t> </a:t>
            </a:r>
            <a:r>
              <a:rPr lang="pt-PT" err="1"/>
              <a:t>it</a:t>
            </a:r>
            <a:r>
              <a:rPr lang="pt-PT"/>
              <a:t> </a:t>
            </a:r>
            <a:r>
              <a:rPr lang="pt-PT" err="1"/>
              <a:t>has</a:t>
            </a:r>
            <a:r>
              <a:rPr lang="pt-PT"/>
              <a:t> a </a:t>
            </a:r>
            <a:r>
              <a:rPr lang="pt-PT" err="1"/>
              <a:t>guarantee</a:t>
            </a:r>
            <a:r>
              <a:rPr lang="pt-PT"/>
              <a:t> </a:t>
            </a:r>
            <a:r>
              <a:rPr lang="pt-PT" err="1"/>
              <a:t>that</a:t>
            </a:r>
            <a:r>
              <a:rPr lang="pt-PT"/>
              <a:t> </a:t>
            </a:r>
            <a:r>
              <a:rPr lang="pt-PT" err="1"/>
              <a:t>it</a:t>
            </a:r>
            <a:r>
              <a:rPr lang="pt-PT"/>
              <a:t> </a:t>
            </a:r>
            <a:r>
              <a:rPr lang="pt-PT" err="1"/>
              <a:t>is</a:t>
            </a:r>
            <a:r>
              <a:rPr lang="pt-PT"/>
              <a:t> </a:t>
            </a:r>
            <a:r>
              <a:rPr lang="pt-PT" err="1"/>
              <a:t>well</a:t>
            </a:r>
            <a:r>
              <a:rPr lang="pt-PT"/>
              <a:t> </a:t>
            </a:r>
            <a:r>
              <a:rPr lang="pt-PT" err="1"/>
              <a:t>reviewed</a:t>
            </a:r>
            <a:r>
              <a:rPr lang="pt-PT"/>
              <a:t> </a:t>
            </a:r>
            <a:r>
              <a:rPr lang="pt-PT" err="1"/>
              <a:t>and</a:t>
            </a:r>
            <a:r>
              <a:rPr lang="pt-PT"/>
              <a:t> </a:t>
            </a:r>
            <a:r>
              <a:rPr lang="pt-PT" err="1"/>
              <a:t>accepted</a:t>
            </a:r>
            <a:r>
              <a:rPr lang="pt-PT"/>
              <a:t>, </a:t>
            </a:r>
            <a:r>
              <a:rPr lang="pt-PT" err="1"/>
              <a:t>not</a:t>
            </a:r>
            <a:r>
              <a:rPr lang="pt-PT"/>
              <a:t> </a:t>
            </a:r>
            <a:r>
              <a:rPr lang="pt-PT" err="1"/>
              <a:t>only</a:t>
            </a:r>
            <a:r>
              <a:rPr lang="pt-PT"/>
              <a:t> in </a:t>
            </a:r>
            <a:r>
              <a:rPr lang="pt-PT" err="1"/>
              <a:t>the</a:t>
            </a:r>
            <a:r>
              <a:rPr lang="pt-PT"/>
              <a:t> </a:t>
            </a:r>
            <a:r>
              <a:rPr lang="pt-PT" err="1"/>
              <a:t>European</a:t>
            </a:r>
            <a:r>
              <a:rPr lang="pt-PT"/>
              <a:t> </a:t>
            </a:r>
            <a:r>
              <a:rPr lang="pt-PT" err="1"/>
              <a:t>Union</a:t>
            </a:r>
            <a:r>
              <a:rPr lang="pt-PT"/>
              <a:t>, </a:t>
            </a:r>
            <a:r>
              <a:rPr lang="pt-PT" err="1"/>
              <a:t>but</a:t>
            </a:r>
            <a:r>
              <a:rPr lang="pt-PT"/>
              <a:t> </a:t>
            </a:r>
            <a:r>
              <a:rPr lang="pt-PT" err="1"/>
              <a:t>also</a:t>
            </a:r>
            <a:r>
              <a:rPr lang="pt-PT"/>
              <a:t> in </a:t>
            </a:r>
            <a:r>
              <a:rPr lang="pt-PT" err="1"/>
              <a:t>much</a:t>
            </a:r>
            <a:r>
              <a:rPr lang="pt-PT"/>
              <a:t> </a:t>
            </a:r>
            <a:r>
              <a:rPr lang="pt-PT" err="1"/>
              <a:t>of</a:t>
            </a:r>
            <a:r>
              <a:rPr lang="pt-PT"/>
              <a:t> </a:t>
            </a:r>
            <a:r>
              <a:rPr lang="pt-PT" err="1"/>
              <a:t>the</a:t>
            </a:r>
            <a:r>
              <a:rPr lang="pt-PT"/>
              <a:t> </a:t>
            </a:r>
            <a:r>
              <a:rPr lang="pt-PT" err="1"/>
              <a:t>rest</a:t>
            </a:r>
            <a:r>
              <a:rPr lang="pt-PT"/>
              <a:t> </a:t>
            </a:r>
            <a:r>
              <a:rPr lang="pt-PT" err="1"/>
              <a:t>of</a:t>
            </a:r>
            <a:r>
              <a:rPr lang="pt-PT"/>
              <a:t> </a:t>
            </a:r>
            <a:r>
              <a:rPr lang="pt-PT" err="1"/>
              <a:t>the</a:t>
            </a:r>
            <a:r>
              <a:rPr lang="pt-PT"/>
              <a:t> </a:t>
            </a:r>
            <a:r>
              <a:rPr lang="pt-PT" err="1"/>
              <a:t>world</a:t>
            </a:r>
            <a:r>
              <a:rPr lang="pt-PT"/>
              <a:t>: </a:t>
            </a:r>
            <a:r>
              <a:rPr lang="pt-PT" err="1"/>
              <a:t>the</a:t>
            </a:r>
            <a:r>
              <a:rPr lang="pt-PT"/>
              <a:t> United </a:t>
            </a:r>
            <a:r>
              <a:rPr lang="pt-PT" err="1"/>
              <a:t>States</a:t>
            </a:r>
            <a:r>
              <a:rPr lang="pt-PT"/>
              <a:t>, Canada, </a:t>
            </a:r>
            <a:r>
              <a:rPr lang="pt-PT" err="1"/>
              <a:t>Japan</a:t>
            </a:r>
            <a:r>
              <a:rPr lang="pt-PT"/>
              <a:t>, </a:t>
            </a:r>
            <a:r>
              <a:rPr lang="pt-PT" err="1"/>
              <a:t>Australia</a:t>
            </a:r>
            <a:r>
              <a:rPr lang="pt-PT"/>
              <a:t>, </a:t>
            </a:r>
            <a:r>
              <a:rPr lang="pt-PT" err="1"/>
              <a:t>Singapore</a:t>
            </a:r>
            <a:r>
              <a:rPr lang="pt-PT"/>
              <a:t> </a:t>
            </a:r>
            <a:r>
              <a:rPr lang="pt-PT" err="1"/>
              <a:t>and</a:t>
            </a:r>
            <a:r>
              <a:rPr lang="pt-PT"/>
              <a:t> </a:t>
            </a:r>
            <a:r>
              <a:rPr lang="pt-PT" err="1"/>
              <a:t>Malaysia</a:t>
            </a:r>
            <a:r>
              <a:rPr lang="pt-PT"/>
              <a:t> are some </a:t>
            </a:r>
            <a:r>
              <a:rPr lang="pt-PT" err="1"/>
              <a:t>examples</a:t>
            </a:r>
            <a:r>
              <a:rPr lang="pt-PT"/>
              <a:t>. </a:t>
            </a:r>
          </a:p>
        </p:txBody>
      </p:sp>
      <p:sp>
        <p:nvSpPr>
          <p:cNvPr id="4" name="Slide Number Placeholder 3"/>
          <p:cNvSpPr>
            <a:spLocks noGrp="1"/>
          </p:cNvSpPr>
          <p:nvPr>
            <p:ph type="sldNum" sz="quarter" idx="5"/>
          </p:nvPr>
        </p:nvSpPr>
        <p:spPr/>
        <p:txBody>
          <a:bodyPr/>
          <a:lstStyle/>
          <a:p>
            <a:fld id="{6F118F77-BF2E-4843-AA6C-ED9ACCB38B45}" type="slidenum">
              <a:rPr lang="de-DE" smtClean="0"/>
              <a:pPr/>
              <a:t>9</a:t>
            </a:fld>
            <a:endParaRPr lang="de-DE"/>
          </a:p>
        </p:txBody>
      </p:sp>
    </p:spTree>
    <p:extLst>
      <p:ext uri="{BB962C8B-B14F-4D97-AF65-F5344CB8AC3E}">
        <p14:creationId xmlns:p14="http://schemas.microsoft.com/office/powerpoint/2010/main" val="10654441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85775" y="612775"/>
            <a:ext cx="4737100" cy="2665413"/>
          </a:xfrm>
        </p:spPr>
      </p:sp>
      <p:sp>
        <p:nvSpPr>
          <p:cNvPr id="3" name="Notes Placeholder 2"/>
          <p:cNvSpPr>
            <a:spLocks noGrp="1"/>
          </p:cNvSpPr>
          <p:nvPr>
            <p:ph type="body" idx="1"/>
          </p:nvPr>
        </p:nvSpPr>
        <p:spPr/>
        <p:txBody>
          <a:bodyPr/>
          <a:lstStyle/>
          <a:p>
            <a:r>
              <a:rPr lang="en-GB" b="1"/>
              <a:t>The key principles of Risk Management:</a:t>
            </a:r>
          </a:p>
          <a:p>
            <a:pPr lvl="1"/>
            <a:r>
              <a:rPr lang="en-GB" b="1"/>
              <a:t>Systematic Approach:</a:t>
            </a:r>
            <a:r>
              <a:rPr lang="en-GB"/>
              <a:t> Risk management should be an ongoing process, integrated into all stages of the device lifecycle.</a:t>
            </a:r>
          </a:p>
          <a:p>
            <a:pPr lvl="1"/>
            <a:r>
              <a:rPr lang="en-GB" b="1"/>
              <a:t>Risk-Based Thinking:</a:t>
            </a:r>
            <a:r>
              <a:rPr lang="en-GB"/>
              <a:t> Decisions should be based on the level of risk associated with potential hazards.</a:t>
            </a:r>
          </a:p>
          <a:p>
            <a:pPr lvl="1"/>
            <a:r>
              <a:rPr lang="en-GB" b="1"/>
              <a:t>Continuous Improvement:</a:t>
            </a:r>
            <a:r>
              <a:rPr lang="en-GB"/>
              <a:t> The risk management process should be regularly reviewed and updated to address new information or changes in the device or its environment.</a:t>
            </a:r>
            <a:endParaRPr lang="en-PT"/>
          </a:p>
        </p:txBody>
      </p:sp>
      <p:sp>
        <p:nvSpPr>
          <p:cNvPr id="4" name="Slide Number Placeholder 3"/>
          <p:cNvSpPr>
            <a:spLocks noGrp="1"/>
          </p:cNvSpPr>
          <p:nvPr>
            <p:ph type="sldNum" sz="quarter" idx="5"/>
          </p:nvPr>
        </p:nvSpPr>
        <p:spPr/>
        <p:txBody>
          <a:bodyPr/>
          <a:lstStyle/>
          <a:p>
            <a:fld id="{6F118F77-BF2E-4843-AA6C-ED9ACCB38B45}" type="slidenum">
              <a:rPr lang="de-DE" smtClean="0"/>
              <a:pPr/>
              <a:t>10</a:t>
            </a:fld>
            <a:endParaRPr lang="de-DE"/>
          </a:p>
        </p:txBody>
      </p:sp>
    </p:spTree>
    <p:extLst>
      <p:ext uri="{BB962C8B-B14F-4D97-AF65-F5344CB8AC3E}">
        <p14:creationId xmlns:p14="http://schemas.microsoft.com/office/powerpoint/2010/main" val="41160616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655C6-F75E-954E-EBF1-B0C11CCA4D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D582AD-D242-F9E0-25D8-DE981BC8FE7E}"/>
              </a:ext>
            </a:extLst>
          </p:cNvPr>
          <p:cNvSpPr>
            <a:spLocks noGrp="1" noRot="1" noChangeAspect="1"/>
          </p:cNvSpPr>
          <p:nvPr>
            <p:ph type="sldImg"/>
          </p:nvPr>
        </p:nvSpPr>
        <p:spPr>
          <a:xfrm>
            <a:off x="485775" y="612775"/>
            <a:ext cx="4737100" cy="2665413"/>
          </a:xfrm>
        </p:spPr>
      </p:sp>
      <p:sp>
        <p:nvSpPr>
          <p:cNvPr id="3" name="Notes Placeholder 2">
            <a:extLst>
              <a:ext uri="{FF2B5EF4-FFF2-40B4-BE49-F238E27FC236}">
                <a16:creationId xmlns:a16="http://schemas.microsoft.com/office/drawing/2014/main" id="{3232A058-82FD-CFD3-69A9-F0DBEE4C4AB2}"/>
              </a:ext>
            </a:extLst>
          </p:cNvPr>
          <p:cNvSpPr>
            <a:spLocks noGrp="1"/>
          </p:cNvSpPr>
          <p:nvPr>
            <p:ph type="body" idx="1"/>
          </p:nvPr>
        </p:nvSpPr>
        <p:spPr/>
        <p:txBody>
          <a:bodyPr/>
          <a:lstStyle/>
          <a:p>
            <a:r>
              <a:rPr lang="en-GB" b="1"/>
              <a:t>Hazard Identification:</a:t>
            </a:r>
            <a:endParaRPr lang="en-GB"/>
          </a:p>
          <a:p>
            <a:pPr>
              <a:buFont typeface="Arial" panose="020B0604020202020204" pitchFamily="34" charset="0"/>
              <a:buChar char="•"/>
            </a:pPr>
            <a:r>
              <a:rPr lang="en-GB"/>
              <a:t>Identify all potential hazards that could cause harm to patients, users, or others.</a:t>
            </a:r>
          </a:p>
          <a:p>
            <a:pPr>
              <a:buFont typeface="Arial" panose="020B0604020202020204" pitchFamily="34" charset="0"/>
              <a:buChar char="•"/>
            </a:pPr>
            <a:r>
              <a:rPr lang="en-GB"/>
              <a:t>Consider both known and foreseeable hazards.</a:t>
            </a:r>
          </a:p>
          <a:p>
            <a:pPr>
              <a:buFont typeface="Arial" panose="020B0604020202020204" pitchFamily="34" charset="0"/>
              <a:buChar char="•"/>
            </a:pPr>
            <a:r>
              <a:rPr lang="en-GB"/>
              <a:t>Use various methods, such as brainstorming, failure mode and effects analysis (FMEA), and hazard analysis and critical control point (HACCP).</a:t>
            </a:r>
          </a:p>
          <a:p>
            <a:r>
              <a:rPr lang="en-GB" b="1"/>
              <a:t>Risk Analysis:</a:t>
            </a:r>
            <a:endParaRPr lang="en-GB"/>
          </a:p>
          <a:p>
            <a:pPr>
              <a:buFont typeface="Arial" panose="020B0604020202020204" pitchFamily="34" charset="0"/>
              <a:buChar char="•"/>
            </a:pPr>
            <a:r>
              <a:rPr lang="en-GB"/>
              <a:t>Evaluate the likelihood and severity of each identified hazard.</a:t>
            </a:r>
          </a:p>
          <a:p>
            <a:pPr>
              <a:buFont typeface="Arial" panose="020B0604020202020204" pitchFamily="34" charset="0"/>
              <a:buChar char="•"/>
            </a:pPr>
            <a:r>
              <a:rPr lang="en-GB"/>
              <a:t>Use risk matrices or other quantitative or qualitative methods.</a:t>
            </a:r>
          </a:p>
          <a:p>
            <a:pPr>
              <a:buFont typeface="Arial" panose="020B0604020202020204" pitchFamily="34" charset="0"/>
              <a:buChar char="•"/>
            </a:pPr>
            <a:r>
              <a:rPr lang="en-GB"/>
              <a:t>Consider factors such as the frequency of exposure, the severity of potential harm, and the existence of mitigation measures.</a:t>
            </a:r>
          </a:p>
          <a:p>
            <a:r>
              <a:rPr lang="en-GB" b="1"/>
              <a:t>Risk Evaluation:</a:t>
            </a:r>
            <a:endParaRPr lang="en-GB"/>
          </a:p>
          <a:p>
            <a:pPr>
              <a:buFont typeface="Arial" panose="020B0604020202020204" pitchFamily="34" charset="0"/>
              <a:buChar char="•"/>
            </a:pPr>
            <a:r>
              <a:rPr lang="en-GB"/>
              <a:t>Determine whether the identified risks are acceptable based on the intended use of the device and the benefits to patients.</a:t>
            </a:r>
          </a:p>
          <a:p>
            <a:pPr>
              <a:buFont typeface="Arial" panose="020B0604020202020204" pitchFamily="34" charset="0"/>
              <a:buChar char="•"/>
            </a:pPr>
            <a:r>
              <a:rPr lang="en-GB"/>
              <a:t>Consider regulatory requirements, ethical considerations, and societal values.</a:t>
            </a:r>
          </a:p>
          <a:p>
            <a:r>
              <a:rPr lang="en-GB" b="1"/>
              <a:t>Risk Control:</a:t>
            </a:r>
            <a:endParaRPr lang="en-GB"/>
          </a:p>
          <a:p>
            <a:pPr>
              <a:buFont typeface="Arial" panose="020B0604020202020204" pitchFamily="34" charset="0"/>
              <a:buChar char="•"/>
            </a:pPr>
            <a:r>
              <a:rPr lang="en-GB"/>
              <a:t>Implement measures to reduce or eliminate identified risks.</a:t>
            </a:r>
          </a:p>
          <a:p>
            <a:pPr>
              <a:buFont typeface="Arial" panose="020B0604020202020204" pitchFamily="34" charset="0"/>
              <a:buChar char="•"/>
            </a:pPr>
            <a:r>
              <a:rPr lang="en-GB"/>
              <a:t>Consider a hierarchy of controls: elimination, substitution, engineering controls, administrative controls, and personal protective equipment (PPE).   </a:t>
            </a:r>
          </a:p>
          <a:p>
            <a:endParaRPr lang="en-PT"/>
          </a:p>
        </p:txBody>
      </p:sp>
      <p:sp>
        <p:nvSpPr>
          <p:cNvPr id="4" name="Slide Number Placeholder 3">
            <a:extLst>
              <a:ext uri="{FF2B5EF4-FFF2-40B4-BE49-F238E27FC236}">
                <a16:creationId xmlns:a16="http://schemas.microsoft.com/office/drawing/2014/main" id="{477CE468-084E-48E6-6AEE-3E7513F0DCAE}"/>
              </a:ext>
            </a:extLst>
          </p:cNvPr>
          <p:cNvSpPr>
            <a:spLocks noGrp="1"/>
          </p:cNvSpPr>
          <p:nvPr>
            <p:ph type="sldNum" sz="quarter" idx="5"/>
          </p:nvPr>
        </p:nvSpPr>
        <p:spPr/>
        <p:txBody>
          <a:bodyPr/>
          <a:lstStyle/>
          <a:p>
            <a:fld id="{6F118F77-BF2E-4843-AA6C-ED9ACCB38B45}" type="slidenum">
              <a:rPr lang="de-DE" smtClean="0"/>
              <a:pPr/>
              <a:t>11</a:t>
            </a:fld>
            <a:endParaRPr lang="de-DE"/>
          </a:p>
        </p:txBody>
      </p:sp>
    </p:spTree>
    <p:extLst>
      <p:ext uri="{BB962C8B-B14F-4D97-AF65-F5344CB8AC3E}">
        <p14:creationId xmlns:p14="http://schemas.microsoft.com/office/powerpoint/2010/main" val="27844961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A21C1-042A-7DAB-A747-FA33F38777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3C7099-F45E-F362-C99C-E4E2E966F53E}"/>
              </a:ext>
            </a:extLst>
          </p:cNvPr>
          <p:cNvSpPr>
            <a:spLocks noGrp="1" noRot="1" noChangeAspect="1"/>
          </p:cNvSpPr>
          <p:nvPr>
            <p:ph type="sldImg"/>
          </p:nvPr>
        </p:nvSpPr>
        <p:spPr>
          <a:xfrm>
            <a:off x="485775" y="612775"/>
            <a:ext cx="4737100" cy="2665413"/>
          </a:xfrm>
        </p:spPr>
      </p:sp>
      <p:sp>
        <p:nvSpPr>
          <p:cNvPr id="3" name="Notes Placeholder 2">
            <a:extLst>
              <a:ext uri="{FF2B5EF4-FFF2-40B4-BE49-F238E27FC236}">
                <a16:creationId xmlns:a16="http://schemas.microsoft.com/office/drawing/2014/main" id="{07313962-3EFE-3C3B-B503-F17C28243674}"/>
              </a:ext>
            </a:extLst>
          </p:cNvPr>
          <p:cNvSpPr>
            <a:spLocks noGrp="1"/>
          </p:cNvSpPr>
          <p:nvPr>
            <p:ph type="body" idx="1"/>
          </p:nvPr>
        </p:nvSpPr>
        <p:spPr/>
        <p:txBody>
          <a:bodyPr/>
          <a:lstStyle/>
          <a:p>
            <a:endParaRPr lang="en-PT"/>
          </a:p>
        </p:txBody>
      </p:sp>
      <p:sp>
        <p:nvSpPr>
          <p:cNvPr id="4" name="Slide Number Placeholder 3">
            <a:extLst>
              <a:ext uri="{FF2B5EF4-FFF2-40B4-BE49-F238E27FC236}">
                <a16:creationId xmlns:a16="http://schemas.microsoft.com/office/drawing/2014/main" id="{F19A3AC1-2506-5F6A-81E8-F26A78B926B8}"/>
              </a:ext>
            </a:extLst>
          </p:cNvPr>
          <p:cNvSpPr>
            <a:spLocks noGrp="1"/>
          </p:cNvSpPr>
          <p:nvPr>
            <p:ph type="sldNum" sz="quarter" idx="5"/>
          </p:nvPr>
        </p:nvSpPr>
        <p:spPr/>
        <p:txBody>
          <a:bodyPr/>
          <a:lstStyle/>
          <a:p>
            <a:fld id="{6F118F77-BF2E-4843-AA6C-ED9ACCB38B45}" type="slidenum">
              <a:rPr lang="de-DE" smtClean="0"/>
              <a:pPr/>
              <a:t>12</a:t>
            </a:fld>
            <a:endParaRPr lang="de-DE"/>
          </a:p>
        </p:txBody>
      </p:sp>
    </p:spTree>
    <p:extLst>
      <p:ext uri="{BB962C8B-B14F-4D97-AF65-F5344CB8AC3E}">
        <p14:creationId xmlns:p14="http://schemas.microsoft.com/office/powerpoint/2010/main" val="7662229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E84C94-F9F4-4165-37AF-8B78EB33BE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E6E806-63C1-A479-4344-F9E92F1F1D0B}"/>
              </a:ext>
            </a:extLst>
          </p:cNvPr>
          <p:cNvSpPr>
            <a:spLocks noGrp="1" noRot="1" noChangeAspect="1"/>
          </p:cNvSpPr>
          <p:nvPr>
            <p:ph type="sldImg"/>
          </p:nvPr>
        </p:nvSpPr>
        <p:spPr>
          <a:xfrm>
            <a:off x="485775" y="612775"/>
            <a:ext cx="4737100" cy="2665413"/>
          </a:xfrm>
        </p:spPr>
      </p:sp>
      <p:sp>
        <p:nvSpPr>
          <p:cNvPr id="3" name="Notes Placeholder 2">
            <a:extLst>
              <a:ext uri="{FF2B5EF4-FFF2-40B4-BE49-F238E27FC236}">
                <a16:creationId xmlns:a16="http://schemas.microsoft.com/office/drawing/2014/main" id="{2EB53AFC-D23C-698A-7976-E40A37E362C4}"/>
              </a:ext>
            </a:extLst>
          </p:cNvPr>
          <p:cNvSpPr>
            <a:spLocks noGrp="1"/>
          </p:cNvSpPr>
          <p:nvPr>
            <p:ph type="body" idx="1"/>
          </p:nvPr>
        </p:nvSpPr>
        <p:spPr/>
        <p:txBody>
          <a:bodyPr/>
          <a:lstStyle/>
          <a:p>
            <a:endParaRPr lang="en-PT"/>
          </a:p>
        </p:txBody>
      </p:sp>
      <p:sp>
        <p:nvSpPr>
          <p:cNvPr id="4" name="Slide Number Placeholder 3">
            <a:extLst>
              <a:ext uri="{FF2B5EF4-FFF2-40B4-BE49-F238E27FC236}">
                <a16:creationId xmlns:a16="http://schemas.microsoft.com/office/drawing/2014/main" id="{27BFB00B-AE9C-7B9C-B92D-BCE603DB9EE6}"/>
              </a:ext>
            </a:extLst>
          </p:cNvPr>
          <p:cNvSpPr>
            <a:spLocks noGrp="1"/>
          </p:cNvSpPr>
          <p:nvPr>
            <p:ph type="sldNum" sz="quarter" idx="5"/>
          </p:nvPr>
        </p:nvSpPr>
        <p:spPr/>
        <p:txBody>
          <a:bodyPr/>
          <a:lstStyle/>
          <a:p>
            <a:fld id="{6F118F77-BF2E-4843-AA6C-ED9ACCB38B45}" type="slidenum">
              <a:rPr lang="de-DE" smtClean="0"/>
              <a:pPr/>
              <a:t>14</a:t>
            </a:fld>
            <a:endParaRPr lang="de-DE"/>
          </a:p>
        </p:txBody>
      </p:sp>
    </p:spTree>
    <p:extLst>
      <p:ext uri="{BB962C8B-B14F-4D97-AF65-F5344CB8AC3E}">
        <p14:creationId xmlns:p14="http://schemas.microsoft.com/office/powerpoint/2010/main" val="17677613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85775" y="612775"/>
            <a:ext cx="4737100" cy="2665413"/>
          </a:xfrm>
        </p:spPr>
      </p:sp>
      <p:sp>
        <p:nvSpPr>
          <p:cNvPr id="3" name="Notes Placeholder 2"/>
          <p:cNvSpPr>
            <a:spLocks noGrp="1"/>
          </p:cNvSpPr>
          <p:nvPr>
            <p:ph type="body" idx="1"/>
          </p:nvPr>
        </p:nvSpPr>
        <p:spPr/>
        <p:txBody>
          <a:bodyPr/>
          <a:lstStyle/>
          <a:p>
            <a:r>
              <a:rPr lang="en-GB"/>
              <a:t>The STRIDE threat model, developed by Microsoft in 1999, categorizes potential threats into six major groups.</a:t>
            </a:r>
          </a:p>
          <a:p>
            <a:r>
              <a:rPr lang="en-GB"/>
              <a:t>S: Spoofing is the act of pretending to be someone else. For example, an attacker might steal a user’s password to log in to their account. To avoid this, measures must be implemented to ensure that the person logging in is the expected user, thereby guaranteeing</a:t>
            </a:r>
            <a:r>
              <a:rPr lang="en-GB" b="1"/>
              <a:t> authenticity in the system</a:t>
            </a:r>
            <a:r>
              <a:rPr lang="en-GB"/>
              <a:t>.</a:t>
            </a:r>
          </a:p>
          <a:p>
            <a:r>
              <a:rPr lang="en-GB"/>
              <a:t>T: Tampering involves the malicious modification of data, whether on a hard disk, within a network, or in memory. This occurs, for example, when an attacker intercepts and alters data traveling over the network. To prevent such actions and ensure </a:t>
            </a:r>
            <a:r>
              <a:rPr lang="en-GB" b="1"/>
              <a:t>system integrity</a:t>
            </a:r>
            <a:r>
              <a:rPr lang="en-GB"/>
              <a:t>, these modifications must be detectable.</a:t>
            </a:r>
          </a:p>
          <a:p>
            <a:r>
              <a:rPr lang="en-GB"/>
              <a:t>R: Repudiation involves causing the system to believe that an operation was not performed or that a user is not responsible for it. For example, repudiation can occur when an attacker successfully modifies the system’s audit logs to obscure their activities. To prevent such scenarios, measures must be implemented to ensure </a:t>
            </a:r>
            <a:r>
              <a:rPr lang="en-GB" b="1"/>
              <a:t>non-repudiation in the system.</a:t>
            </a:r>
            <a:endParaRPr lang="en-GB"/>
          </a:p>
          <a:p>
            <a:r>
              <a:rPr lang="en-GB"/>
              <a:t>I: Information disclosure occurs when an unauthorized user gains access to sensitive information. This can happen if a system is poorly configured, exposing sensitive details to the public, or when an attacker intercepts data traveling over the network and steals it. To ensure </a:t>
            </a:r>
            <a:r>
              <a:rPr lang="en-GB" b="1"/>
              <a:t>system confidentiality</a:t>
            </a:r>
            <a:r>
              <a:rPr lang="en-GB"/>
              <a:t>, the use of encryption mechanisms is recommended.</a:t>
            </a:r>
          </a:p>
          <a:p>
            <a:r>
              <a:rPr lang="en-GB"/>
              <a:t>D: A Denial of Service (DoS) attack involves the consumption of system resources to the extent that legitimate users cannot access the service. This occurs when an attacker floods the system with excessive requests, rendering it inaccessible. In such cases, alternative access methods must be established to ensure </a:t>
            </a:r>
            <a:r>
              <a:rPr lang="en-GB" b="1"/>
              <a:t>system availability</a:t>
            </a:r>
            <a:r>
              <a:rPr lang="en-GB"/>
              <a:t>.</a:t>
            </a:r>
          </a:p>
          <a:p>
            <a:r>
              <a:rPr lang="en-GB"/>
              <a:t>E: An elevation of privileges occurs when someone performs an operation without proper authorization. This can happen if an attacker manages to steal login credentials and uses them to access a system with elevated privileges. To prevent this, measures must be implemented to ensure </a:t>
            </a:r>
            <a:r>
              <a:rPr lang="en-GB" b="1"/>
              <a:t>proper system authorizations</a:t>
            </a:r>
            <a:r>
              <a:rPr lang="en-GB"/>
              <a:t> are maintained.</a:t>
            </a:r>
          </a:p>
          <a:p>
            <a:endParaRPr lang="en-PT"/>
          </a:p>
        </p:txBody>
      </p:sp>
      <p:sp>
        <p:nvSpPr>
          <p:cNvPr id="4" name="Slide Number Placeholder 3"/>
          <p:cNvSpPr>
            <a:spLocks noGrp="1"/>
          </p:cNvSpPr>
          <p:nvPr>
            <p:ph type="sldNum" sz="quarter" idx="5"/>
          </p:nvPr>
        </p:nvSpPr>
        <p:spPr/>
        <p:txBody>
          <a:bodyPr/>
          <a:lstStyle/>
          <a:p>
            <a:fld id="{6F118F77-BF2E-4843-AA6C-ED9ACCB38B45}" type="slidenum">
              <a:rPr lang="de-DE" smtClean="0"/>
              <a:pPr/>
              <a:t>17</a:t>
            </a:fld>
            <a:endParaRPr lang="de-DE"/>
          </a:p>
        </p:txBody>
      </p:sp>
    </p:spTree>
    <p:extLst>
      <p:ext uri="{BB962C8B-B14F-4D97-AF65-F5344CB8AC3E}">
        <p14:creationId xmlns:p14="http://schemas.microsoft.com/office/powerpoint/2010/main" val="8321784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4BF13-88BA-63D9-D7A1-DF061A858A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E5CA5D-C9A4-D20F-CE7A-E51F64555C69}"/>
              </a:ext>
            </a:extLst>
          </p:cNvPr>
          <p:cNvSpPr>
            <a:spLocks noGrp="1" noRot="1" noChangeAspect="1"/>
          </p:cNvSpPr>
          <p:nvPr>
            <p:ph type="sldImg"/>
          </p:nvPr>
        </p:nvSpPr>
        <p:spPr>
          <a:xfrm>
            <a:off x="485775" y="612775"/>
            <a:ext cx="4737100" cy="2665413"/>
          </a:xfrm>
        </p:spPr>
      </p:sp>
      <p:sp>
        <p:nvSpPr>
          <p:cNvPr id="3" name="Notes Placeholder 2">
            <a:extLst>
              <a:ext uri="{FF2B5EF4-FFF2-40B4-BE49-F238E27FC236}">
                <a16:creationId xmlns:a16="http://schemas.microsoft.com/office/drawing/2014/main" id="{A78AFDD0-D73E-C750-D6A7-10055927BE3D}"/>
              </a:ext>
            </a:extLst>
          </p:cNvPr>
          <p:cNvSpPr>
            <a:spLocks noGrp="1"/>
          </p:cNvSpPr>
          <p:nvPr>
            <p:ph type="body" idx="1"/>
          </p:nvPr>
        </p:nvSpPr>
        <p:spPr/>
        <p:txBody>
          <a:bodyPr/>
          <a:lstStyle/>
          <a:p>
            <a:r>
              <a:rPr lang="en-GB" b="1"/>
              <a:t>1 - Identifying Information Assets</a:t>
            </a:r>
          </a:p>
          <a:p>
            <a:pPr lvl="1"/>
            <a:r>
              <a:rPr lang="en-GB"/>
              <a:t>An information asset is </a:t>
            </a:r>
            <a:r>
              <a:rPr lang="en-GB" b="1"/>
              <a:t>a resource within an organization’s infrastructure that must be protected due to its value</a:t>
            </a:r>
            <a:r>
              <a:rPr lang="en-GB"/>
              <a:t>. These assets include digital data, physical documents, intellectual property, and the knowledge and skills of employees.</a:t>
            </a:r>
          </a:p>
          <a:p>
            <a:pPr lvl="1"/>
            <a:r>
              <a:rPr lang="en-GB"/>
              <a:t>Their value exposes them to various threats and risks, such as unauthorized access, data breaches, malware attacks, system failures, and other cyber threats.</a:t>
            </a:r>
          </a:p>
          <a:p>
            <a:r>
              <a:rPr lang="en-GB" b="1"/>
              <a:t>2 - Identifying Attack Surfaces</a:t>
            </a:r>
          </a:p>
          <a:p>
            <a:pPr lvl="1"/>
            <a:r>
              <a:rPr lang="en-GB"/>
              <a:t>An attack surface is </a:t>
            </a:r>
            <a:r>
              <a:rPr lang="en-GB" b="1"/>
              <a:t>all the potential entry points through which an attacker can exploit vulnerabilities to gain unauthorized access to a system</a:t>
            </a:r>
            <a:r>
              <a:rPr lang="en-GB"/>
              <a:t> and cause damage.</a:t>
            </a:r>
          </a:p>
          <a:p>
            <a:pPr lvl="1"/>
            <a:r>
              <a:rPr lang="en-GB"/>
              <a:t>It encompasses the connections between system components where information is transmitted, or operations are performed. An example of this could be the Bluetooth connection between a phone and another device.</a:t>
            </a:r>
          </a:p>
          <a:p>
            <a:pPr lvl="1"/>
            <a:r>
              <a:rPr lang="en-GB"/>
              <a:t>When developing a software, it is advisable to minimize the number of potential attack surfaces to enhance security.</a:t>
            </a:r>
          </a:p>
          <a:p>
            <a:r>
              <a:rPr lang="en-GB" b="1"/>
              <a:t>3 – Applying the STRIDE Threat Model to Each of the Assets and Surfaces Identified</a:t>
            </a:r>
          </a:p>
          <a:p>
            <a:pPr lvl="1"/>
            <a:r>
              <a:rPr lang="en-GB"/>
              <a:t>To effectively apply the STRIDE threat model to each identified asset and surface, we recommend </a:t>
            </a:r>
            <a:r>
              <a:rPr lang="en-GB" b="1"/>
              <a:t>creating a cybersecurity analysis matrix</a:t>
            </a:r>
            <a:r>
              <a:rPr lang="en-GB"/>
              <a:t>.</a:t>
            </a:r>
          </a:p>
          <a:p>
            <a:pPr lvl="1"/>
            <a:r>
              <a:rPr lang="en-GB"/>
              <a:t>This matrix evaluates the potential cybersecurity risks across each communication channel for all data in transit throughout the system.</a:t>
            </a:r>
          </a:p>
          <a:p>
            <a:r>
              <a:rPr lang="en-GB" b="1"/>
              <a:t>4 – Performing Risk Management</a:t>
            </a:r>
          </a:p>
          <a:p>
            <a:pPr lvl="1"/>
            <a:r>
              <a:rPr lang="en-GB"/>
              <a:t>Assess consequences, initial risk levels, mitigation measures and residual risks.</a:t>
            </a:r>
          </a:p>
        </p:txBody>
      </p:sp>
      <p:sp>
        <p:nvSpPr>
          <p:cNvPr id="4" name="Slide Number Placeholder 3">
            <a:extLst>
              <a:ext uri="{FF2B5EF4-FFF2-40B4-BE49-F238E27FC236}">
                <a16:creationId xmlns:a16="http://schemas.microsoft.com/office/drawing/2014/main" id="{5DC29978-2FEA-5D02-CB09-849DC4140C19}"/>
              </a:ext>
            </a:extLst>
          </p:cNvPr>
          <p:cNvSpPr>
            <a:spLocks noGrp="1"/>
          </p:cNvSpPr>
          <p:nvPr>
            <p:ph type="sldNum" sz="quarter" idx="5"/>
          </p:nvPr>
        </p:nvSpPr>
        <p:spPr/>
        <p:txBody>
          <a:bodyPr/>
          <a:lstStyle/>
          <a:p>
            <a:fld id="{6F118F77-BF2E-4843-AA6C-ED9ACCB38B45}" type="slidenum">
              <a:rPr lang="de-DE" smtClean="0"/>
              <a:pPr/>
              <a:t>18</a:t>
            </a:fld>
            <a:endParaRPr lang="de-DE"/>
          </a:p>
        </p:txBody>
      </p:sp>
    </p:spTree>
    <p:extLst>
      <p:ext uri="{BB962C8B-B14F-4D97-AF65-F5344CB8AC3E}">
        <p14:creationId xmlns:p14="http://schemas.microsoft.com/office/powerpoint/2010/main" val="21239359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85775" y="612775"/>
            <a:ext cx="4737100" cy="2665413"/>
          </a:xfrm>
        </p:spPr>
      </p:sp>
      <p:sp>
        <p:nvSpPr>
          <p:cNvPr id="3" name="Notes Placeholder 2"/>
          <p:cNvSpPr>
            <a:spLocks noGrp="1"/>
          </p:cNvSpPr>
          <p:nvPr>
            <p:ph type="body" idx="1"/>
          </p:nvPr>
        </p:nvSpPr>
        <p:spPr/>
        <p:txBody>
          <a:bodyPr/>
          <a:lstStyle/>
          <a:p>
            <a:r>
              <a:rPr lang="en-US" sz="2800"/>
              <a:t>A sprint in Agile methodologies is a time-boxed period during which a team works to complete a specific set of tasks. Sprints are iterative.</a:t>
            </a:r>
          </a:p>
          <a:p>
            <a:r>
              <a:rPr lang="en-US" sz="2800"/>
              <a:t>When starting a sprint, the team should take into account the design inputs, and hold a sprint planning meeting.</a:t>
            </a:r>
          </a:p>
          <a:p>
            <a:r>
              <a:rPr lang="en-US" sz="2800"/>
              <a:t>During the sprint, changes to the product are done according to the decisions made during the sprint planning meeting.</a:t>
            </a:r>
          </a:p>
          <a:p>
            <a:r>
              <a:rPr lang="en-US" sz="2800"/>
              <a:t>At the end of the sprint, a sprint retrospective meeting is held, and the design outputs are documented.</a:t>
            </a:r>
          </a:p>
          <a:p>
            <a:endParaRPr lang="en-US" sz="1800" b="1" i="0">
              <a:solidFill>
                <a:srgbClr val="000000"/>
              </a:solidFill>
              <a:effectLst/>
              <a:latin typeface="Roboto-MediumItalic"/>
            </a:endParaRPr>
          </a:p>
          <a:p>
            <a:r>
              <a:rPr lang="en-US" sz="1800" b="1" i="0">
                <a:solidFill>
                  <a:srgbClr val="000000"/>
                </a:solidFill>
                <a:effectLst/>
                <a:latin typeface="Roboto-MediumItalic"/>
              </a:rPr>
              <a:t>Design inputs:</a:t>
            </a:r>
          </a:p>
          <a:p>
            <a:pPr marL="285750" indent="-285750">
              <a:buFont typeface="Arial" panose="020B0604020202020204" pitchFamily="34" charset="0"/>
              <a:buChar char="•"/>
            </a:pPr>
            <a:r>
              <a:rPr lang="en-US" sz="1800" b="0" i="0" u="sng">
                <a:solidFill>
                  <a:srgbClr val="000000"/>
                </a:solidFill>
                <a:effectLst/>
                <a:latin typeface="Roboto-MediumItalic"/>
              </a:rPr>
              <a:t>Requirements Specification</a:t>
            </a:r>
            <a:r>
              <a:rPr lang="en-US" sz="1800" b="0" i="0">
                <a:solidFill>
                  <a:srgbClr val="000000"/>
                </a:solidFill>
                <a:effectLst/>
                <a:latin typeface="Roboto-MediumItalic"/>
              </a:rPr>
              <a:t>: system requirements, user requirements, regulatory requirements (b) (c)</a:t>
            </a:r>
          </a:p>
          <a:p>
            <a:pPr marL="285750" indent="-285750">
              <a:buFont typeface="Arial" panose="020B0604020202020204" pitchFamily="34" charset="0"/>
              <a:buChar char="•"/>
            </a:pPr>
            <a:r>
              <a:rPr lang="en-US" sz="1800" b="0" i="0" u="sng">
                <a:solidFill>
                  <a:srgbClr val="000000"/>
                </a:solidFill>
                <a:effectLst/>
                <a:latin typeface="Roboto-MediumItalic"/>
              </a:rPr>
              <a:t>System Architecture Specification</a:t>
            </a:r>
            <a:r>
              <a:rPr lang="en-US" sz="1800" b="0" i="0">
                <a:solidFill>
                  <a:srgbClr val="000000"/>
                </a:solidFill>
                <a:effectLst/>
                <a:latin typeface="Roboto-MediumItalic"/>
              </a:rPr>
              <a:t>: depiction of how the different blocks of the system are integrated (e.g. using UML diagrams), API references (b) (c)</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i="0" u="sng">
                <a:solidFill>
                  <a:srgbClr val="000000"/>
                </a:solidFill>
                <a:effectLst/>
                <a:latin typeface="Roboto-MediumItalic"/>
              </a:rPr>
              <a:t>Approved design changes</a:t>
            </a:r>
            <a:r>
              <a:rPr lang="en-US" sz="1800" b="0" i="0" u="none">
                <a:solidFill>
                  <a:srgbClr val="000000"/>
                </a:solidFill>
                <a:effectLst/>
                <a:latin typeface="Roboto-MediumItalic"/>
              </a:rPr>
              <a:t> (c)</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i="0">
                <a:solidFill>
                  <a:srgbClr val="000000"/>
                </a:solidFill>
                <a:effectLst/>
                <a:latin typeface="Roboto-MediumItalic"/>
              </a:rPr>
              <a:t>During the sprint planning meeting:</a:t>
            </a:r>
          </a:p>
          <a:p>
            <a:pPr marL="742950" lvl="1" indent="-285750">
              <a:buFont typeface="Arial" panose="020B0604020202020204" pitchFamily="34" charset="0"/>
              <a:buChar char="•"/>
            </a:pPr>
            <a:r>
              <a:rPr lang="en-US" sz="1800" b="0" i="0" u="sng">
                <a:solidFill>
                  <a:srgbClr val="000000"/>
                </a:solidFill>
                <a:effectLst/>
                <a:latin typeface="Roboto-MediumItalic"/>
              </a:rPr>
              <a:t>Feature plan</a:t>
            </a:r>
            <a:r>
              <a:rPr lang="en-US" sz="1800" b="0" i="0">
                <a:solidFill>
                  <a:srgbClr val="000000"/>
                </a:solidFill>
                <a:effectLst/>
                <a:latin typeface="Roboto-MediumItalic"/>
              </a:rPr>
              <a:t>: features to work on during the sprint, selected and linked from the Requirements, with an indication of responsibilities for implementation (done using Jira) (b)</a:t>
            </a:r>
          </a:p>
          <a:p>
            <a:pPr marL="1200150" lvl="2" indent="-285750">
              <a:buFont typeface="Arial" panose="020B0604020202020204" pitchFamily="34" charset="0"/>
              <a:buChar char="•"/>
            </a:pPr>
            <a:r>
              <a:rPr lang="en-US" sz="1800" b="0" i="0">
                <a:solidFill>
                  <a:srgbClr val="000000"/>
                </a:solidFill>
                <a:effectLst/>
                <a:latin typeface="Roboto-MediumItalic"/>
              </a:rPr>
              <a:t>This includes </a:t>
            </a:r>
            <a:r>
              <a:rPr lang="en-US" sz="1800" b="0" i="0" u="sng">
                <a:solidFill>
                  <a:srgbClr val="000000"/>
                </a:solidFill>
                <a:effectLst/>
                <a:latin typeface="Roboto-MediumItalic"/>
              </a:rPr>
              <a:t>features targeted for a specific release</a:t>
            </a:r>
            <a:r>
              <a:rPr lang="en-US" sz="1800" b="0" i="0">
                <a:solidFill>
                  <a:srgbClr val="000000"/>
                </a:solidFill>
                <a:effectLst/>
                <a:latin typeface="Roboto-MediumItalic"/>
              </a:rPr>
              <a:t>, which may or may not occur at the end of the sprint</a:t>
            </a:r>
          </a:p>
          <a:p>
            <a:pPr marL="742950" lvl="1" indent="-285750">
              <a:buFont typeface="Arial" panose="020B0604020202020204" pitchFamily="34" charset="0"/>
              <a:buChar char="•"/>
            </a:pPr>
            <a:r>
              <a:rPr lang="en-US" sz="1800" b="0" i="0" u="sng">
                <a:solidFill>
                  <a:srgbClr val="000000"/>
                </a:solidFill>
                <a:effectLst/>
                <a:latin typeface="Roboto-MediumItalic"/>
              </a:rPr>
              <a:t>Test Plan</a:t>
            </a:r>
            <a:r>
              <a:rPr lang="en-US" sz="1800" b="0" i="0">
                <a:solidFill>
                  <a:srgbClr val="000000"/>
                </a:solidFill>
                <a:effectLst/>
                <a:latin typeface="Roboto-MediumItalic"/>
              </a:rPr>
              <a:t>: a plan of the tests to write and execute by the QA team, selected and linked from the features. (b)</a:t>
            </a:r>
          </a:p>
          <a:p>
            <a:pPr marL="285750" indent="-285750">
              <a:buFont typeface="Arial" panose="020B0604020202020204" pitchFamily="34" charset="0"/>
              <a:buChar char="•"/>
            </a:pPr>
            <a:endParaRPr lang="en-US" sz="1800" b="0" i="0">
              <a:solidFill>
                <a:srgbClr val="000000"/>
              </a:solidFill>
              <a:effectLst/>
              <a:latin typeface="Roboto-MediumItalic"/>
            </a:endParaRPr>
          </a:p>
          <a:p>
            <a:pPr marL="0" indent="0">
              <a:buFont typeface="Arial" panose="020B0604020202020204" pitchFamily="34" charset="0"/>
              <a:buNone/>
            </a:pPr>
            <a:r>
              <a:rPr lang="en-US" sz="1800" b="1" i="0">
                <a:solidFill>
                  <a:srgbClr val="000000"/>
                </a:solidFill>
                <a:effectLst/>
                <a:latin typeface="Roboto-MediumItalic"/>
              </a:rPr>
              <a:t>Design outputs:</a:t>
            </a:r>
            <a:endParaRPr lang="en-US" sz="1800" b="0" i="0">
              <a:solidFill>
                <a:srgbClr val="000000"/>
              </a:solidFill>
              <a:effectLst/>
              <a:latin typeface="Roboto-MediumItalic"/>
            </a:endParaRPr>
          </a:p>
          <a:p>
            <a:pPr marL="285750" indent="-285750">
              <a:buFont typeface="Arial" panose="020B0604020202020204" pitchFamily="34" charset="0"/>
              <a:buChar char="•"/>
            </a:pPr>
            <a:r>
              <a:rPr lang="en-US" sz="1800" b="0" i="0" u="sng">
                <a:solidFill>
                  <a:srgbClr val="000000"/>
                </a:solidFill>
                <a:effectLst/>
                <a:latin typeface="Roboto-MediumItalic"/>
              </a:rPr>
              <a:t>Test report</a:t>
            </a:r>
            <a:r>
              <a:rPr lang="en-US" sz="1800" b="0" i="0">
                <a:solidFill>
                  <a:srgbClr val="000000"/>
                </a:solidFill>
                <a:effectLst/>
                <a:latin typeface="Roboto-MediumItalic"/>
              </a:rPr>
              <a:t>: evidence that code changes made by a developer were reviewed and approved by another developer, evidence that some sort of static analysis was performed, evidence of the tests executed (unit tests written and executed by the developers, functional/UI tests written and executed by the QA team) and their results (d) (f) (g)</a:t>
            </a:r>
          </a:p>
          <a:p>
            <a:pPr marL="285750" indent="-285750">
              <a:buFont typeface="Arial" panose="020B0604020202020204" pitchFamily="34" charset="0"/>
              <a:buChar char="•"/>
            </a:pPr>
            <a:r>
              <a:rPr lang="en-US" sz="1800" b="0" i="0" u="sng">
                <a:solidFill>
                  <a:srgbClr val="000000"/>
                </a:solidFill>
                <a:effectLst/>
                <a:latin typeface="Roboto-MediumItalic"/>
              </a:rPr>
              <a:t>Traceability matrix </a:t>
            </a:r>
            <a:r>
              <a:rPr lang="en-US" sz="1800" b="0" i="0">
                <a:solidFill>
                  <a:srgbClr val="000000"/>
                </a:solidFill>
                <a:effectLst/>
                <a:latin typeface="Roboto-MediumItalic"/>
              </a:rPr>
              <a:t>from requirements to test results (d)</a:t>
            </a:r>
          </a:p>
          <a:p>
            <a:pPr marL="742950" lvl="1" indent="-285750">
              <a:buFont typeface="Arial" panose="020B0604020202020204" pitchFamily="34" charset="0"/>
              <a:buChar char="•"/>
            </a:pPr>
            <a:r>
              <a:rPr lang="en-US" sz="1800" b="0" i="0">
                <a:solidFill>
                  <a:srgbClr val="000000"/>
                </a:solidFill>
                <a:effectLst/>
                <a:latin typeface="Roboto-MediumItalic"/>
              </a:rPr>
              <a:t>Requirements with failing or pending tests are not considered implemented and that feature may not yet be delivered in a release</a:t>
            </a:r>
          </a:p>
          <a:p>
            <a:pPr marL="742950" lvl="1" indent="-285750">
              <a:buFont typeface="Arial" panose="020B0604020202020204" pitchFamily="34" charset="0"/>
              <a:buChar char="•"/>
            </a:pPr>
            <a:r>
              <a:rPr lang="en-US" sz="1800" b="0" i="0">
                <a:solidFill>
                  <a:srgbClr val="000000"/>
                </a:solidFill>
                <a:effectLst/>
                <a:latin typeface="Roboto-MediumItalic"/>
              </a:rPr>
              <a:t>Requirements without failing or pending tests mark features that may be delivered in a release</a:t>
            </a:r>
          </a:p>
          <a:p>
            <a:pPr marL="285750" lvl="0" indent="-285750">
              <a:buFont typeface="Arial" panose="020B0604020202020204" pitchFamily="34" charset="0"/>
              <a:buChar char="•"/>
            </a:pPr>
            <a:r>
              <a:rPr lang="en-US" sz="1800" b="0" i="0">
                <a:solidFill>
                  <a:srgbClr val="000000"/>
                </a:solidFill>
                <a:effectLst/>
                <a:latin typeface="Roboto-MediumItalic"/>
              </a:rPr>
              <a:t>During sprint retrospective meeting:</a:t>
            </a:r>
          </a:p>
          <a:p>
            <a:pPr marL="742950" lvl="1" indent="-285750">
              <a:buFont typeface="Arial" panose="020B0604020202020204" pitchFamily="34" charset="0"/>
              <a:buChar char="•"/>
            </a:pPr>
            <a:r>
              <a:rPr lang="en-US" sz="1800" b="0" i="0" u="sng">
                <a:solidFill>
                  <a:srgbClr val="000000"/>
                </a:solidFill>
                <a:effectLst/>
                <a:latin typeface="Roboto-MediumItalic"/>
              </a:rPr>
              <a:t>Design review</a:t>
            </a:r>
            <a:r>
              <a:rPr lang="en-US" sz="1800" b="0" i="0" u="none">
                <a:solidFill>
                  <a:srgbClr val="000000"/>
                </a:solidFill>
                <a:effectLst/>
                <a:latin typeface="Roboto-MediumItalic"/>
              </a:rPr>
              <a:t> (e) – if a new MAJOR or MINOR release increment is observed (refer to answer to question 2.4)</a:t>
            </a:r>
            <a:endParaRPr lang="en-US" sz="1800" b="0" i="0" u="sng">
              <a:solidFill>
                <a:srgbClr val="000000"/>
              </a:solidFill>
              <a:effectLst/>
              <a:latin typeface="Roboto-MediumItalic"/>
            </a:endParaRPr>
          </a:p>
          <a:p>
            <a:pPr marL="742950" lvl="1" indent="-285750">
              <a:buFont typeface="Arial" panose="020B0604020202020204" pitchFamily="34" charset="0"/>
              <a:buChar char="•"/>
            </a:pPr>
            <a:r>
              <a:rPr lang="en-US" sz="1800" b="0" i="0" u="sng">
                <a:solidFill>
                  <a:srgbClr val="000000"/>
                </a:solidFill>
                <a:effectLst/>
                <a:latin typeface="Roboto-MediumItalic"/>
              </a:rPr>
              <a:t>Design history file</a:t>
            </a:r>
            <a:r>
              <a:rPr lang="en-US" sz="1800" b="0" i="0" u="none">
                <a:solidFill>
                  <a:srgbClr val="000000"/>
                </a:solidFill>
                <a:effectLst/>
                <a:latin typeface="Roboto-MediumItalic"/>
              </a:rPr>
              <a:t> </a:t>
            </a:r>
            <a:r>
              <a:rPr lang="en-US" sz="1800" b="0" i="0">
                <a:solidFill>
                  <a:srgbClr val="000000"/>
                </a:solidFill>
                <a:effectLst/>
                <a:latin typeface="Roboto-MediumItalic"/>
              </a:rPr>
              <a:t>(DHF) update (j)</a:t>
            </a:r>
          </a:p>
          <a:p>
            <a:endParaRPr lang="en-PT"/>
          </a:p>
        </p:txBody>
      </p:sp>
      <p:sp>
        <p:nvSpPr>
          <p:cNvPr id="4" name="Slide Number Placeholder 3"/>
          <p:cNvSpPr>
            <a:spLocks noGrp="1"/>
          </p:cNvSpPr>
          <p:nvPr>
            <p:ph type="sldNum" sz="quarter" idx="5"/>
          </p:nvPr>
        </p:nvSpPr>
        <p:spPr/>
        <p:txBody>
          <a:bodyPr/>
          <a:lstStyle/>
          <a:p>
            <a:fld id="{6F118F77-BF2E-4843-AA6C-ED9ACCB38B45}" type="slidenum">
              <a:rPr lang="de-DE" smtClean="0"/>
              <a:pPr/>
              <a:t>19</a:t>
            </a:fld>
            <a:endParaRPr lang="de-DE"/>
          </a:p>
        </p:txBody>
      </p:sp>
    </p:spTree>
    <p:extLst>
      <p:ext uri="{BB962C8B-B14F-4D97-AF65-F5344CB8AC3E}">
        <p14:creationId xmlns:p14="http://schemas.microsoft.com/office/powerpoint/2010/main" val="42181380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D5B0D6-4113-F528-A92B-EDA02D3AD0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13E70F-5A69-4A58-7B02-DD4C50ED1254}"/>
              </a:ext>
            </a:extLst>
          </p:cNvPr>
          <p:cNvSpPr>
            <a:spLocks noGrp="1" noRot="1" noChangeAspect="1"/>
          </p:cNvSpPr>
          <p:nvPr>
            <p:ph type="sldImg"/>
          </p:nvPr>
        </p:nvSpPr>
        <p:spPr>
          <a:xfrm>
            <a:off x="485775" y="612775"/>
            <a:ext cx="4737100" cy="2665413"/>
          </a:xfrm>
        </p:spPr>
      </p:sp>
      <p:sp>
        <p:nvSpPr>
          <p:cNvPr id="3" name="Notes Placeholder 2">
            <a:extLst>
              <a:ext uri="{FF2B5EF4-FFF2-40B4-BE49-F238E27FC236}">
                <a16:creationId xmlns:a16="http://schemas.microsoft.com/office/drawing/2014/main" id="{55E0F4F1-EAF2-CE93-4D87-097DA5BD3700}"/>
              </a:ext>
            </a:extLst>
          </p:cNvPr>
          <p:cNvSpPr>
            <a:spLocks noGrp="1"/>
          </p:cNvSpPr>
          <p:nvPr>
            <p:ph type="body" idx="1"/>
          </p:nvPr>
        </p:nvSpPr>
        <p:spPr/>
        <p:txBody>
          <a:bodyPr/>
          <a:lstStyle/>
          <a:p>
            <a:r>
              <a:rPr lang="en-US"/>
              <a:t>The </a:t>
            </a:r>
            <a:r>
              <a:rPr lang="en-US" b="1"/>
              <a:t>GDPR</a:t>
            </a:r>
            <a:r>
              <a:rPr lang="en-US"/>
              <a:t> is a EU law that focuses on protecting the personal data and privacy of EU citizens. It applies not just to companies in the EU but to any organization globally that processes the personal data of EU citizens.</a:t>
            </a:r>
          </a:p>
          <a:p>
            <a:r>
              <a:rPr lang="en-US" b="1"/>
              <a:t>Key principles:</a:t>
            </a:r>
            <a:endParaRPr lang="en-US"/>
          </a:p>
          <a:p>
            <a:pPr>
              <a:buFont typeface="Arial" panose="020B0604020202020204" pitchFamily="34" charset="0"/>
              <a:buChar char="•"/>
            </a:pPr>
            <a:r>
              <a:rPr lang="en-US" b="1"/>
              <a:t>Lawfulness, Fairness, and Transparency</a:t>
            </a:r>
            <a:r>
              <a:rPr lang="en-US"/>
              <a:t>: Data must be collected and used in a lawful, fair, and transparent manner.</a:t>
            </a:r>
          </a:p>
          <a:p>
            <a:pPr>
              <a:buFont typeface="Arial" panose="020B0604020202020204" pitchFamily="34" charset="0"/>
              <a:buChar char="•"/>
            </a:pPr>
            <a:r>
              <a:rPr lang="en-US" b="1"/>
              <a:t>Data Minimization</a:t>
            </a:r>
            <a:r>
              <a:rPr lang="en-US"/>
              <a:t>: You should only collect the data that is strictly necessary for your purpose—no more, no less.</a:t>
            </a:r>
          </a:p>
          <a:p>
            <a:pPr>
              <a:buFont typeface="Arial" panose="020B0604020202020204" pitchFamily="34" charset="0"/>
              <a:buChar char="•"/>
            </a:pPr>
            <a:r>
              <a:rPr lang="en-US" b="1"/>
              <a:t>Purpose Limitation</a:t>
            </a:r>
            <a:r>
              <a:rPr lang="en-US"/>
              <a:t>: Data should only be used for the specific purpose it was collected for.</a:t>
            </a:r>
          </a:p>
          <a:p>
            <a:pPr>
              <a:buFont typeface="Arial" panose="020B0604020202020204" pitchFamily="34" charset="0"/>
              <a:buChar char="•"/>
            </a:pPr>
            <a:r>
              <a:rPr lang="en-US" b="1"/>
              <a:t>Accuracy</a:t>
            </a:r>
            <a:r>
              <a:rPr lang="en-US"/>
              <a:t>: Organizations must ensure that personal data is kept accurate and up to date.</a:t>
            </a:r>
          </a:p>
          <a:p>
            <a:pPr>
              <a:buFont typeface="Arial" panose="020B0604020202020204" pitchFamily="34" charset="0"/>
              <a:buChar char="•"/>
            </a:pPr>
            <a:r>
              <a:rPr lang="en-US" b="1"/>
              <a:t>Security</a:t>
            </a:r>
            <a:r>
              <a:rPr lang="en-US"/>
              <a:t>: Robust measures, like encryption and access controls, must be in place to protect personal data from unauthorized access or breaches.</a:t>
            </a:r>
          </a:p>
          <a:p>
            <a:pPr>
              <a:buFont typeface="Arial" panose="020B0604020202020204" pitchFamily="34" charset="0"/>
              <a:buChar char="•"/>
            </a:pPr>
            <a:r>
              <a:rPr lang="en-US" b="1"/>
              <a:t>Storage Limitation</a:t>
            </a:r>
            <a:r>
              <a:rPr lang="en-US"/>
              <a:t>: Data should only be retained for as long as it’s needed, and no longer.</a:t>
            </a:r>
          </a:p>
          <a:p>
            <a:r>
              <a:rPr lang="en-US" b="1"/>
              <a:t>Data subject rights</a:t>
            </a:r>
            <a:r>
              <a:rPr lang="en-US"/>
              <a:t> are a major focus of GDPR. Individuals have the right to:</a:t>
            </a:r>
          </a:p>
          <a:p>
            <a:pPr>
              <a:buFont typeface="Arial" panose="020B0604020202020204" pitchFamily="34" charset="0"/>
              <a:buChar char="•"/>
            </a:pPr>
            <a:r>
              <a:rPr lang="en-US"/>
              <a:t>Access their data,</a:t>
            </a:r>
          </a:p>
          <a:p>
            <a:pPr>
              <a:buFont typeface="Arial" panose="020B0604020202020204" pitchFamily="34" charset="0"/>
              <a:buChar char="•"/>
            </a:pPr>
            <a:r>
              <a:rPr lang="en-US"/>
              <a:t>Correct inaccurate data,</a:t>
            </a:r>
          </a:p>
          <a:p>
            <a:pPr>
              <a:buFont typeface="Arial" panose="020B0604020202020204" pitchFamily="34" charset="0"/>
              <a:buChar char="•"/>
            </a:pPr>
            <a:r>
              <a:rPr lang="en-US"/>
              <a:t>Request their data to be erased, also known as the Right to be Forgotten,</a:t>
            </a:r>
          </a:p>
          <a:p>
            <a:pPr>
              <a:buFont typeface="Arial" panose="020B0604020202020204" pitchFamily="34" charset="0"/>
              <a:buChar char="•"/>
            </a:pPr>
            <a:r>
              <a:rPr lang="en-US"/>
              <a:t>Transfer their data to another provider, and</a:t>
            </a:r>
          </a:p>
          <a:p>
            <a:pPr>
              <a:buFont typeface="Arial" panose="020B0604020202020204" pitchFamily="34" charset="0"/>
              <a:buChar char="•"/>
            </a:pPr>
            <a:r>
              <a:rPr lang="en-US"/>
              <a:t>Object or restrict certain uses of their data, such as for marketing.</a:t>
            </a:r>
          </a:p>
          <a:p>
            <a:r>
              <a:rPr lang="en-US"/>
              <a:t>If a </a:t>
            </a:r>
            <a:r>
              <a:rPr lang="en-US" b="1"/>
              <a:t>data breach</a:t>
            </a:r>
            <a:r>
              <a:rPr lang="en-US"/>
              <a:t> occurs, organizations must report it to the relevant authorities within </a:t>
            </a:r>
            <a:r>
              <a:rPr lang="en-US" b="1"/>
              <a:t>72 hours</a:t>
            </a:r>
            <a:r>
              <a:rPr lang="en-US"/>
              <a:t>, and potentially inform the affected individuals as well.</a:t>
            </a:r>
          </a:p>
          <a:p>
            <a:r>
              <a:rPr lang="en-US"/>
              <a:t>Finally, </a:t>
            </a:r>
            <a:r>
              <a:rPr lang="en-US" b="1"/>
              <a:t>accountability</a:t>
            </a:r>
            <a:r>
              <a:rPr lang="en-US"/>
              <a:t> is crucial under GDPR. Organizations are expected to maintain detailed records of their data processing activities, conduct </a:t>
            </a:r>
            <a:r>
              <a:rPr lang="en-US" b="1"/>
              <a:t>Data Protection Impact Assessments (DPIAs)</a:t>
            </a:r>
            <a:r>
              <a:rPr lang="en-US"/>
              <a:t> for high-risk activities, and ensure compliance by having </a:t>
            </a:r>
            <a:r>
              <a:rPr lang="en-US" b="1"/>
              <a:t>Data Processing Agreements (DPAs)</a:t>
            </a:r>
            <a:r>
              <a:rPr lang="en-US"/>
              <a:t> in place with third-party processors.</a:t>
            </a:r>
          </a:p>
          <a:p>
            <a:endParaRPr lang="en-US"/>
          </a:p>
          <a:p>
            <a:endParaRPr lang="en-US"/>
          </a:p>
          <a:p>
            <a:pPr marL="0" marR="0" lvl="0" indent="0" algn="l" defTabSz="914400" rtl="0" eaLnBrk="1" fontAlgn="auto" latinLnBrk="0" hangingPunct="1">
              <a:lnSpc>
                <a:spcPct val="100000"/>
              </a:lnSpc>
              <a:spcBef>
                <a:spcPts val="0"/>
              </a:spcBef>
              <a:spcAft>
                <a:spcPts val="0"/>
              </a:spcAft>
              <a:buClr>
                <a:srgbClr val="179C7D"/>
              </a:buClr>
              <a:buSzTx/>
              <a:buFont typeface="Wingdings" pitchFamily="2" charset="2"/>
              <a:buNone/>
              <a:tabLst/>
              <a:defRPr/>
            </a:pPr>
            <a:r>
              <a:rPr lang="en-US"/>
              <a:t>In addition to the new AI Act, we also need to make sure our use of personal data complies with the GDPR. This is especially important for AI systems, which rely heavily on data. When it comes to health data, the rules are even more stringent. We need to make sure we have a valid lawful basis for processing personal data, that we follow key data protection principles like minimization and security, that we uphold data subject rights, and that we maintain clear records and documentation. Especially for high-risk processing like in AI systems, we need to do data protection impact assessments to identify and mitigate risks.</a:t>
            </a:r>
            <a:endParaRPr lang="pt-PT"/>
          </a:p>
          <a:p>
            <a:pPr marL="0" indent="0">
              <a:buNone/>
            </a:pPr>
            <a:endParaRPr lang="en-US"/>
          </a:p>
        </p:txBody>
      </p:sp>
      <p:sp>
        <p:nvSpPr>
          <p:cNvPr id="4" name="Slide Number Placeholder 3">
            <a:extLst>
              <a:ext uri="{FF2B5EF4-FFF2-40B4-BE49-F238E27FC236}">
                <a16:creationId xmlns:a16="http://schemas.microsoft.com/office/drawing/2014/main" id="{38EB7EB7-8A24-1AB0-F491-77B7F40ACA64}"/>
              </a:ext>
            </a:extLst>
          </p:cNvPr>
          <p:cNvSpPr>
            <a:spLocks noGrp="1"/>
          </p:cNvSpPr>
          <p:nvPr>
            <p:ph type="sldNum" sz="quarter" idx="5"/>
          </p:nvPr>
        </p:nvSpPr>
        <p:spPr/>
        <p:txBody>
          <a:bodyPr/>
          <a:lstStyle/>
          <a:p>
            <a:fld id="{6F118F77-BF2E-4843-AA6C-ED9ACCB38B45}" type="slidenum">
              <a:rPr lang="de-DE" smtClean="0"/>
              <a:pPr/>
              <a:t>20</a:t>
            </a:fld>
            <a:endParaRPr lang="de-DE"/>
          </a:p>
        </p:txBody>
      </p:sp>
    </p:spTree>
    <p:extLst>
      <p:ext uri="{BB962C8B-B14F-4D97-AF65-F5344CB8AC3E}">
        <p14:creationId xmlns:p14="http://schemas.microsoft.com/office/powerpoint/2010/main" val="14542050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AE5A15-C523-6A06-2D9F-8683F5A12D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69350D-6B13-E447-B6B0-FBEE25DAE829}"/>
              </a:ext>
            </a:extLst>
          </p:cNvPr>
          <p:cNvSpPr>
            <a:spLocks noGrp="1" noRot="1" noChangeAspect="1"/>
          </p:cNvSpPr>
          <p:nvPr>
            <p:ph type="sldImg"/>
          </p:nvPr>
        </p:nvSpPr>
        <p:spPr>
          <a:xfrm>
            <a:off x="485775" y="612775"/>
            <a:ext cx="4737100" cy="2665413"/>
          </a:xfrm>
        </p:spPr>
      </p:sp>
      <p:sp>
        <p:nvSpPr>
          <p:cNvPr id="3" name="Notes Placeholder 2">
            <a:extLst>
              <a:ext uri="{FF2B5EF4-FFF2-40B4-BE49-F238E27FC236}">
                <a16:creationId xmlns:a16="http://schemas.microsoft.com/office/drawing/2014/main" id="{EC17D56A-90BE-19F0-2171-7F5016DF973B}"/>
              </a:ext>
            </a:extLst>
          </p:cNvPr>
          <p:cNvSpPr>
            <a:spLocks noGrp="1"/>
          </p:cNvSpPr>
          <p:nvPr>
            <p:ph type="body" idx="1"/>
          </p:nvPr>
        </p:nvSpPr>
        <p:spPr/>
        <p:txBody>
          <a:bodyPr/>
          <a:lstStyle/>
          <a:p>
            <a:r>
              <a:rPr lang="en-US"/>
              <a:t>There's a global recognition of the need for legislation to ensure the responsible deployment of AI </a:t>
            </a:r>
          </a:p>
          <a:p>
            <a:pPr>
              <a:buFont typeface="Arial" panose="020B0604020202020204" pitchFamily="34" charset="0"/>
              <a:buChar char="•"/>
            </a:pPr>
            <a:endParaRPr lang="en-US" b="1"/>
          </a:p>
          <a:p>
            <a:pPr>
              <a:buFont typeface="Arial" panose="020B0604020202020204" pitchFamily="34" charset="0"/>
              <a:buChar char="•"/>
            </a:pPr>
            <a:r>
              <a:rPr lang="en-US" b="1"/>
              <a:t>Europe:</a:t>
            </a:r>
            <a:endParaRPr lang="en-US"/>
          </a:p>
          <a:p>
            <a:pPr marL="742950" lvl="1" indent="-285750">
              <a:buFont typeface="Arial" panose="020B0604020202020204" pitchFamily="34" charset="0"/>
              <a:buChar char="•"/>
            </a:pPr>
            <a:r>
              <a:rPr lang="en-US"/>
              <a:t>The </a:t>
            </a:r>
            <a:r>
              <a:rPr lang="en-US" b="1"/>
              <a:t>AI Liability Directive</a:t>
            </a:r>
            <a:r>
              <a:rPr lang="en-US"/>
              <a:t> simplifies liability for AI-related damages, making it easier for individuals to seek compensation.</a:t>
            </a:r>
          </a:p>
          <a:p>
            <a:pPr marL="742950" lvl="1" indent="-285750">
              <a:buFont typeface="Arial" panose="020B0604020202020204" pitchFamily="34" charset="0"/>
              <a:buChar char="•"/>
            </a:pPr>
            <a:r>
              <a:rPr lang="en-US"/>
              <a:t>The </a:t>
            </a:r>
            <a:r>
              <a:rPr lang="en-US" b="1"/>
              <a:t>Platform Work Directive</a:t>
            </a:r>
            <a:r>
              <a:rPr lang="en-US"/>
              <a:t> enhances rights for platform workers, addressing employment status and algorithmic management.</a:t>
            </a:r>
          </a:p>
          <a:p>
            <a:pPr marL="742950" lvl="1" indent="-285750">
              <a:buFont typeface="Arial" panose="020B0604020202020204" pitchFamily="34" charset="0"/>
              <a:buChar char="•"/>
            </a:pPr>
            <a:r>
              <a:rPr lang="en-US"/>
              <a:t>The </a:t>
            </a:r>
            <a:r>
              <a:rPr lang="en-US" b="1"/>
              <a:t>EU AI Act</a:t>
            </a:r>
            <a:r>
              <a:rPr lang="en-US"/>
              <a:t> adopts a risk-based approach to regulate AI, emphasizing transparency and human oversight.</a:t>
            </a:r>
          </a:p>
          <a:p>
            <a:pPr>
              <a:buFont typeface="Arial" panose="020B0604020202020204" pitchFamily="34" charset="0"/>
              <a:buChar char="•"/>
            </a:pPr>
            <a:r>
              <a:rPr lang="en-US" b="1"/>
              <a:t>North America:</a:t>
            </a:r>
            <a:endParaRPr lang="en-US"/>
          </a:p>
          <a:p>
            <a:pPr marL="742950" lvl="1" indent="-285750">
              <a:buFont typeface="Arial" panose="020B0604020202020204" pitchFamily="34" charset="0"/>
              <a:buChar char="•"/>
            </a:pPr>
            <a:r>
              <a:rPr lang="en-US"/>
              <a:t>In the </a:t>
            </a:r>
            <a:r>
              <a:rPr lang="en-US" b="1"/>
              <a:t>USA</a:t>
            </a:r>
            <a:r>
              <a:rPr lang="en-US"/>
              <a:t>, various federal and state laws—such as the </a:t>
            </a:r>
            <a:r>
              <a:rPr lang="en-US" b="1"/>
              <a:t>Algorithmic Accountability Act</a:t>
            </a:r>
            <a:r>
              <a:rPr lang="en-US"/>
              <a:t> and </a:t>
            </a:r>
            <a:r>
              <a:rPr lang="en-US" b="1"/>
              <a:t>New York City's Local Law 144</a:t>
            </a:r>
            <a:r>
              <a:rPr lang="en-US"/>
              <a:t>—focus on transparency, accountability, and non-discrimination in AI employment tools.</a:t>
            </a:r>
          </a:p>
          <a:p>
            <a:pPr>
              <a:buFont typeface="Arial" panose="020B0604020202020204" pitchFamily="34" charset="0"/>
              <a:buChar char="•"/>
            </a:pPr>
            <a:r>
              <a:rPr lang="en-US" b="1"/>
              <a:t>South America:</a:t>
            </a:r>
            <a:endParaRPr lang="en-US"/>
          </a:p>
          <a:p>
            <a:pPr marL="742950" lvl="1" indent="-285750">
              <a:buFont typeface="Arial" panose="020B0604020202020204" pitchFamily="34" charset="0"/>
              <a:buChar char="•"/>
            </a:pPr>
            <a:r>
              <a:rPr lang="en-US" b="1"/>
              <a:t>Brazil</a:t>
            </a:r>
            <a:r>
              <a:rPr lang="en-US"/>
              <a:t> has enacted the </a:t>
            </a:r>
            <a:r>
              <a:rPr lang="en-US" b="1"/>
              <a:t>Civil Rights Framework for the Internet</a:t>
            </a:r>
            <a:r>
              <a:rPr lang="en-US"/>
              <a:t> and is debating a proposed </a:t>
            </a:r>
            <a:r>
              <a:rPr lang="en-US" b="1"/>
              <a:t>AI Bill</a:t>
            </a:r>
            <a:r>
              <a:rPr lang="en-US"/>
              <a:t>, both emphasizing data privacy and setting responsibilities for companies in AI development and deployment.</a:t>
            </a:r>
          </a:p>
          <a:p>
            <a:pPr>
              <a:buFont typeface="Arial" panose="020B0604020202020204" pitchFamily="34" charset="0"/>
              <a:buChar char="•"/>
            </a:pPr>
            <a:r>
              <a:rPr lang="en-US" b="1"/>
              <a:t>Asia:</a:t>
            </a:r>
            <a:endParaRPr lang="en-US"/>
          </a:p>
          <a:p>
            <a:pPr marL="742950" lvl="1" indent="-285750">
              <a:buFont typeface="Arial" panose="020B0604020202020204" pitchFamily="34" charset="0"/>
              <a:buChar char="•"/>
            </a:pPr>
            <a:r>
              <a:rPr lang="en-US" b="1"/>
              <a:t>China</a:t>
            </a:r>
            <a:r>
              <a:rPr lang="en-US"/>
              <a:t> has implemented regulations on algorithmic systems to ensure data privacy and responsible AI use.</a:t>
            </a:r>
          </a:p>
          <a:p>
            <a:pPr marL="742950" lvl="1" indent="-285750">
              <a:buFont typeface="Arial" panose="020B0604020202020204" pitchFamily="34" charset="0"/>
              <a:buChar char="•"/>
            </a:pPr>
            <a:r>
              <a:rPr lang="en-US" b="1"/>
              <a:t>India</a:t>
            </a:r>
            <a:r>
              <a:rPr lang="en-US"/>
              <a:t> is proposing the </a:t>
            </a:r>
            <a:r>
              <a:rPr lang="en-US" b="1"/>
              <a:t>Digital India Act</a:t>
            </a:r>
            <a:r>
              <a:rPr lang="en-US"/>
              <a:t>, which introduces rights against automated decision-making and mandates algorithmic accountability.</a:t>
            </a:r>
          </a:p>
          <a:p>
            <a:endParaRPr lang="en-US" b="1"/>
          </a:p>
        </p:txBody>
      </p:sp>
      <p:sp>
        <p:nvSpPr>
          <p:cNvPr id="4" name="Slide Number Placeholder 3">
            <a:extLst>
              <a:ext uri="{FF2B5EF4-FFF2-40B4-BE49-F238E27FC236}">
                <a16:creationId xmlns:a16="http://schemas.microsoft.com/office/drawing/2014/main" id="{06C54851-FB96-DC87-1DBE-1C23625516CC}"/>
              </a:ext>
            </a:extLst>
          </p:cNvPr>
          <p:cNvSpPr>
            <a:spLocks noGrp="1"/>
          </p:cNvSpPr>
          <p:nvPr>
            <p:ph type="sldNum" sz="quarter" idx="5"/>
          </p:nvPr>
        </p:nvSpPr>
        <p:spPr/>
        <p:txBody>
          <a:bodyPr/>
          <a:lstStyle/>
          <a:p>
            <a:fld id="{6F118F77-BF2E-4843-AA6C-ED9ACCB38B45}" type="slidenum">
              <a:rPr lang="de-DE" smtClean="0"/>
              <a:pPr/>
              <a:t>21</a:t>
            </a:fld>
            <a:endParaRPr lang="de-DE"/>
          </a:p>
        </p:txBody>
      </p:sp>
    </p:spTree>
    <p:extLst>
      <p:ext uri="{BB962C8B-B14F-4D97-AF65-F5344CB8AC3E}">
        <p14:creationId xmlns:p14="http://schemas.microsoft.com/office/powerpoint/2010/main" val="16018970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D44AB-99FA-923E-BE39-8D2041DE6A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1DACA9-72EF-8FE4-0086-9DEE95D23E5F}"/>
              </a:ext>
            </a:extLst>
          </p:cNvPr>
          <p:cNvSpPr>
            <a:spLocks noGrp="1" noRot="1" noChangeAspect="1"/>
          </p:cNvSpPr>
          <p:nvPr>
            <p:ph type="sldImg"/>
          </p:nvPr>
        </p:nvSpPr>
        <p:spPr>
          <a:xfrm>
            <a:off x="485775" y="612775"/>
            <a:ext cx="4737100" cy="2665413"/>
          </a:xfrm>
        </p:spPr>
      </p:sp>
      <p:sp>
        <p:nvSpPr>
          <p:cNvPr id="3" name="Notes Placeholder 2">
            <a:extLst>
              <a:ext uri="{FF2B5EF4-FFF2-40B4-BE49-F238E27FC236}">
                <a16:creationId xmlns:a16="http://schemas.microsoft.com/office/drawing/2014/main" id="{E07DD381-9FD7-C60F-A3D3-E8B355DF9A3F}"/>
              </a:ext>
            </a:extLst>
          </p:cNvPr>
          <p:cNvSpPr>
            <a:spLocks noGrp="1"/>
          </p:cNvSpPr>
          <p:nvPr>
            <p:ph type="body" idx="1"/>
          </p:nvPr>
        </p:nvSpPr>
        <p:spPr/>
        <p:txBody>
          <a:bodyPr/>
          <a:lstStyle/>
          <a:p>
            <a:r>
              <a:rPr lang="en-US"/>
              <a:t>The AI Act prohibits certain unacceptable uses of AI entirely, like exploiting mental vulnerabilities to distort behavior in a harmful way. It also defines high-risk AI systems that must meet strict requirements. This includes AI used in regulated products like medical devices, as well as stand-alone diagnostic and health systems. High-risk systems must provide extensive documentation on their development, undergo testing to demonstrate they meet quality criteria, be registered in a public database, and more. Let's look at those requirements</a:t>
            </a:r>
            <a:endParaRPr lang="pt-PT"/>
          </a:p>
        </p:txBody>
      </p:sp>
      <p:sp>
        <p:nvSpPr>
          <p:cNvPr id="4" name="Slide Number Placeholder 3">
            <a:extLst>
              <a:ext uri="{FF2B5EF4-FFF2-40B4-BE49-F238E27FC236}">
                <a16:creationId xmlns:a16="http://schemas.microsoft.com/office/drawing/2014/main" id="{BEF16EC9-3A3C-0A00-230E-D31C7EF7DC52}"/>
              </a:ext>
            </a:extLst>
          </p:cNvPr>
          <p:cNvSpPr>
            <a:spLocks noGrp="1"/>
          </p:cNvSpPr>
          <p:nvPr>
            <p:ph type="sldNum" sz="quarter" idx="5"/>
          </p:nvPr>
        </p:nvSpPr>
        <p:spPr/>
        <p:txBody>
          <a:bodyPr/>
          <a:lstStyle/>
          <a:p>
            <a:fld id="{6F118F77-BF2E-4843-AA6C-ED9ACCB38B45}" type="slidenum">
              <a:rPr lang="de-DE" smtClean="0"/>
              <a:pPr/>
              <a:t>22</a:t>
            </a:fld>
            <a:endParaRPr lang="de-DE"/>
          </a:p>
        </p:txBody>
      </p:sp>
    </p:spTree>
    <p:extLst>
      <p:ext uri="{BB962C8B-B14F-4D97-AF65-F5344CB8AC3E}">
        <p14:creationId xmlns:p14="http://schemas.microsoft.com/office/powerpoint/2010/main" val="35314340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85775" y="612775"/>
            <a:ext cx="4737100" cy="2665413"/>
          </a:xfrm>
        </p:spPr>
      </p:sp>
      <p:sp>
        <p:nvSpPr>
          <p:cNvPr id="3" name="Notes Placeholder 2"/>
          <p:cNvSpPr>
            <a:spLocks noGrp="1"/>
          </p:cNvSpPr>
          <p:nvPr>
            <p:ph type="body" idx="1"/>
          </p:nvPr>
        </p:nvSpPr>
        <p:spPr/>
        <p:txBody>
          <a:bodyPr/>
          <a:lstStyle/>
          <a:p>
            <a:endParaRPr lang="pt-PT"/>
          </a:p>
        </p:txBody>
      </p:sp>
      <p:sp>
        <p:nvSpPr>
          <p:cNvPr id="4" name="Slide Number Placeholder 3"/>
          <p:cNvSpPr>
            <a:spLocks noGrp="1"/>
          </p:cNvSpPr>
          <p:nvPr>
            <p:ph type="sldNum" sz="quarter" idx="5"/>
          </p:nvPr>
        </p:nvSpPr>
        <p:spPr/>
        <p:txBody>
          <a:bodyPr/>
          <a:lstStyle/>
          <a:p>
            <a:fld id="{6F118F77-BF2E-4843-AA6C-ED9ACCB38B45}" type="slidenum">
              <a:rPr lang="de-DE" smtClean="0"/>
              <a:pPr/>
              <a:t>23</a:t>
            </a:fld>
            <a:endParaRPr lang="de-DE"/>
          </a:p>
        </p:txBody>
      </p:sp>
    </p:spTree>
    <p:extLst>
      <p:ext uri="{BB962C8B-B14F-4D97-AF65-F5344CB8AC3E}">
        <p14:creationId xmlns:p14="http://schemas.microsoft.com/office/powerpoint/2010/main" val="31368407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85775" y="612775"/>
            <a:ext cx="4737100" cy="2665413"/>
          </a:xfrm>
        </p:spPr>
      </p:sp>
      <p:sp>
        <p:nvSpPr>
          <p:cNvPr id="3" name="Notes Placeholder 2"/>
          <p:cNvSpPr>
            <a:spLocks noGrp="1"/>
          </p:cNvSpPr>
          <p:nvPr>
            <p:ph type="body" idx="1"/>
          </p:nvPr>
        </p:nvSpPr>
        <p:spPr/>
        <p:txBody>
          <a:bodyPr/>
          <a:lstStyle/>
          <a:p>
            <a:pPr marL="268287" lvl="0" indent="0">
              <a:buFont typeface="Arial" panose="020B0604020202020204" pitchFamily="34" charset="0"/>
              <a:buNone/>
            </a:pPr>
            <a:endParaRPr lang="en-US"/>
          </a:p>
          <a:p>
            <a:pPr marL="0" indent="0">
              <a:buFont typeface="Arial" panose="020B0604020202020204" pitchFamily="34" charset="0"/>
              <a:buNone/>
            </a:pPr>
            <a:r>
              <a:rPr lang="en-US"/>
              <a:t>When developing AI for medical applications, it’s an engineer responsibility to ensure the </a:t>
            </a:r>
            <a:r>
              <a:rPr lang="en-US" b="1"/>
              <a:t>data is validated</a:t>
            </a:r>
            <a:r>
              <a:rPr lang="en-US"/>
              <a:t>, </a:t>
            </a:r>
            <a:r>
              <a:rPr lang="en-US" b="1"/>
              <a:t>bias is minimized</a:t>
            </a:r>
            <a:r>
              <a:rPr lang="en-US"/>
              <a:t>, and the </a:t>
            </a:r>
            <a:r>
              <a:rPr lang="en-US" b="1"/>
              <a:t>AI model’s decision-making process</a:t>
            </a:r>
            <a:r>
              <a:rPr lang="en-US"/>
              <a:t> is well-documented.</a:t>
            </a:r>
          </a:p>
          <a:p>
            <a:pPr marL="0" indent="0">
              <a:buFont typeface="Arial" panose="020B0604020202020204" pitchFamily="34" charset="0"/>
              <a:buNone/>
            </a:pPr>
            <a:r>
              <a:rPr lang="en-US"/>
              <a:t>This means developers will be responsible not only for creating functional systems but also ensuring those systems comply with regulatory standards like the AI Act to protect </a:t>
            </a:r>
            <a:r>
              <a:rPr lang="en-US" b="1"/>
              <a:t>patient safety and privacy</a:t>
            </a:r>
            <a:r>
              <a:rPr lang="en-US"/>
              <a:t>.</a:t>
            </a:r>
          </a:p>
          <a:p>
            <a:pPr marL="0" indent="0">
              <a:buNone/>
            </a:pPr>
            <a:r>
              <a:rPr lang="en-US" i="0"/>
              <a:t>In summary, the AI Act will shape how you design and develop AI solutions, particularly in high-stakes industries like healthcare. Understanding these regulations is essential for creating ethical and compliant software solutions.</a:t>
            </a:r>
          </a:p>
        </p:txBody>
      </p:sp>
      <p:sp>
        <p:nvSpPr>
          <p:cNvPr id="4" name="Slide Number Placeholder 3"/>
          <p:cNvSpPr>
            <a:spLocks noGrp="1"/>
          </p:cNvSpPr>
          <p:nvPr>
            <p:ph type="sldNum" sz="quarter" idx="5"/>
          </p:nvPr>
        </p:nvSpPr>
        <p:spPr/>
        <p:txBody>
          <a:bodyPr/>
          <a:lstStyle/>
          <a:p>
            <a:fld id="{6F118F77-BF2E-4843-AA6C-ED9ACCB38B45}" type="slidenum">
              <a:rPr lang="de-DE" smtClean="0"/>
              <a:pPr/>
              <a:t>24</a:t>
            </a:fld>
            <a:endParaRPr lang="de-DE"/>
          </a:p>
        </p:txBody>
      </p:sp>
    </p:spTree>
    <p:extLst>
      <p:ext uri="{BB962C8B-B14F-4D97-AF65-F5344CB8AC3E}">
        <p14:creationId xmlns:p14="http://schemas.microsoft.com/office/powerpoint/2010/main" val="2237892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B52EB-4FE2-06C9-A3EE-791CC966BF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AE1FFD-43F1-5A16-CC89-1841B50A1116}"/>
              </a:ext>
            </a:extLst>
          </p:cNvPr>
          <p:cNvSpPr>
            <a:spLocks noGrp="1" noRot="1" noChangeAspect="1"/>
          </p:cNvSpPr>
          <p:nvPr>
            <p:ph type="sldImg"/>
          </p:nvPr>
        </p:nvSpPr>
        <p:spPr>
          <a:xfrm>
            <a:off x="485775" y="612775"/>
            <a:ext cx="4737100" cy="2665413"/>
          </a:xfrm>
        </p:spPr>
      </p:sp>
      <p:sp>
        <p:nvSpPr>
          <p:cNvPr id="3" name="Notes Placeholder 2">
            <a:extLst>
              <a:ext uri="{FF2B5EF4-FFF2-40B4-BE49-F238E27FC236}">
                <a16:creationId xmlns:a16="http://schemas.microsoft.com/office/drawing/2014/main" id="{06BBDAC3-7B5B-3296-2EE2-56CA0F298533}"/>
              </a:ext>
            </a:extLst>
          </p:cNvPr>
          <p:cNvSpPr>
            <a:spLocks noGrp="1"/>
          </p:cNvSpPr>
          <p:nvPr>
            <p:ph type="body" idx="1"/>
          </p:nvPr>
        </p:nvSpPr>
        <p:spPr/>
        <p:txBody>
          <a:bodyPr/>
          <a:lstStyle/>
          <a:p>
            <a:r>
              <a:rPr lang="en-US"/>
              <a:t>25 organizations producing standards</a:t>
            </a:r>
          </a:p>
          <a:p>
            <a:r>
              <a:rPr lang="pt-PT" err="1"/>
              <a:t>Around</a:t>
            </a:r>
            <a:r>
              <a:rPr lang="pt-PT"/>
              <a:t> 311 </a:t>
            </a:r>
            <a:r>
              <a:rPr lang="pt-PT" err="1"/>
              <a:t>already</a:t>
            </a:r>
            <a:r>
              <a:rPr lang="pt-PT"/>
              <a:t> </a:t>
            </a:r>
            <a:r>
              <a:rPr lang="pt-PT" err="1"/>
              <a:t>published</a:t>
            </a:r>
            <a:endParaRPr lang="pt-PT"/>
          </a:p>
          <a:p>
            <a:r>
              <a:rPr lang="pt-PT" err="1"/>
              <a:t>Around</a:t>
            </a:r>
            <a:r>
              <a:rPr lang="pt-PT"/>
              <a:t> 43 in </a:t>
            </a:r>
            <a:r>
              <a:rPr lang="pt-PT" err="1"/>
              <a:t>draft</a:t>
            </a:r>
            <a:r>
              <a:rPr lang="pt-PT"/>
              <a:t>/</a:t>
            </a:r>
            <a:r>
              <a:rPr lang="pt-PT" err="1"/>
              <a:t>pre-draft</a:t>
            </a:r>
            <a:r>
              <a:rPr lang="pt-PT"/>
              <a:t> </a:t>
            </a:r>
            <a:r>
              <a:rPr lang="pt-PT" err="1"/>
              <a:t>stage</a:t>
            </a:r>
            <a:endParaRPr lang="pt-PT"/>
          </a:p>
        </p:txBody>
      </p:sp>
      <p:sp>
        <p:nvSpPr>
          <p:cNvPr id="4" name="Slide Number Placeholder 3">
            <a:extLst>
              <a:ext uri="{FF2B5EF4-FFF2-40B4-BE49-F238E27FC236}">
                <a16:creationId xmlns:a16="http://schemas.microsoft.com/office/drawing/2014/main" id="{F33C2A0E-92F2-F70C-2CCA-66BE51AD88FD}"/>
              </a:ext>
            </a:extLst>
          </p:cNvPr>
          <p:cNvSpPr>
            <a:spLocks noGrp="1"/>
          </p:cNvSpPr>
          <p:nvPr>
            <p:ph type="sldNum" sz="quarter" idx="5"/>
          </p:nvPr>
        </p:nvSpPr>
        <p:spPr/>
        <p:txBody>
          <a:bodyPr/>
          <a:lstStyle/>
          <a:p>
            <a:fld id="{6F118F77-BF2E-4843-AA6C-ED9ACCB38B45}" type="slidenum">
              <a:rPr lang="de-DE" smtClean="0"/>
              <a:pPr/>
              <a:t>25</a:t>
            </a:fld>
            <a:endParaRPr lang="de-DE"/>
          </a:p>
        </p:txBody>
      </p:sp>
    </p:spTree>
    <p:extLst>
      <p:ext uri="{BB962C8B-B14F-4D97-AF65-F5344CB8AC3E}">
        <p14:creationId xmlns:p14="http://schemas.microsoft.com/office/powerpoint/2010/main" val="34180628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98FDA-292B-1E4E-340F-88E170BC15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DECB45-D8D0-5D5F-AF74-136EFA296FB8}"/>
              </a:ext>
            </a:extLst>
          </p:cNvPr>
          <p:cNvSpPr>
            <a:spLocks noGrp="1" noRot="1" noChangeAspect="1"/>
          </p:cNvSpPr>
          <p:nvPr>
            <p:ph type="sldImg"/>
          </p:nvPr>
        </p:nvSpPr>
        <p:spPr>
          <a:xfrm>
            <a:off x="485775" y="612775"/>
            <a:ext cx="4737100" cy="2665413"/>
          </a:xfrm>
        </p:spPr>
      </p:sp>
      <p:sp>
        <p:nvSpPr>
          <p:cNvPr id="3" name="Notes Placeholder 2">
            <a:extLst>
              <a:ext uri="{FF2B5EF4-FFF2-40B4-BE49-F238E27FC236}">
                <a16:creationId xmlns:a16="http://schemas.microsoft.com/office/drawing/2014/main" id="{33DF946F-62A9-86E3-F8E8-054751BCE33E}"/>
              </a:ext>
            </a:extLst>
          </p:cNvPr>
          <p:cNvSpPr>
            <a:spLocks noGrp="1"/>
          </p:cNvSpPr>
          <p:nvPr>
            <p:ph type="body" idx="1"/>
          </p:nvPr>
        </p:nvSpPr>
        <p:spPr/>
        <p:txBody>
          <a:bodyPr/>
          <a:lstStyle/>
          <a:p>
            <a:r>
              <a:rPr lang="en-US" b="1"/>
              <a:t>ISO/IEC 5338</a:t>
            </a:r>
            <a:r>
              <a:rPr lang="en-US"/>
              <a:t> </a:t>
            </a:r>
          </a:p>
          <a:p>
            <a:pPr lvl="1"/>
            <a:r>
              <a:rPr lang="en-US"/>
              <a:t>Adapts existing lifecycle standards to the unique aspects of AI, such as the potential for performance degradation over time, the autonomous nature of the systems, the heavy reliance on data, and the need for continuous monitoring. </a:t>
            </a:r>
          </a:p>
          <a:p>
            <a:pPr lvl="1"/>
            <a:r>
              <a:rPr lang="en-US"/>
              <a:t>It covers processes across the full life cycle, including design, development, testing, deployment, operation and maintenance. A key point is the potential need to retrain and update the system over time as its environment evolves.</a:t>
            </a:r>
          </a:p>
          <a:p>
            <a:pPr marL="0" indent="0">
              <a:buNone/>
            </a:pPr>
            <a:endParaRPr lang="pt-PT"/>
          </a:p>
        </p:txBody>
      </p:sp>
      <p:sp>
        <p:nvSpPr>
          <p:cNvPr id="4" name="Slide Number Placeholder 3">
            <a:extLst>
              <a:ext uri="{FF2B5EF4-FFF2-40B4-BE49-F238E27FC236}">
                <a16:creationId xmlns:a16="http://schemas.microsoft.com/office/drawing/2014/main" id="{8D2DBB30-AD56-39F4-23D0-88E1FA64F6F8}"/>
              </a:ext>
            </a:extLst>
          </p:cNvPr>
          <p:cNvSpPr>
            <a:spLocks noGrp="1"/>
          </p:cNvSpPr>
          <p:nvPr>
            <p:ph type="sldNum" sz="quarter" idx="5"/>
          </p:nvPr>
        </p:nvSpPr>
        <p:spPr/>
        <p:txBody>
          <a:bodyPr/>
          <a:lstStyle/>
          <a:p>
            <a:fld id="{6F118F77-BF2E-4843-AA6C-ED9ACCB38B45}" type="slidenum">
              <a:rPr lang="de-DE" smtClean="0"/>
              <a:pPr/>
              <a:t>26</a:t>
            </a:fld>
            <a:endParaRPr lang="de-DE"/>
          </a:p>
        </p:txBody>
      </p:sp>
    </p:spTree>
    <p:extLst>
      <p:ext uri="{BB962C8B-B14F-4D97-AF65-F5344CB8AC3E}">
        <p14:creationId xmlns:p14="http://schemas.microsoft.com/office/powerpoint/2010/main" val="713299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9E366-0B61-C0BE-00E3-007E72B353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354526-7528-B7A5-6376-5F62E5A9854D}"/>
              </a:ext>
            </a:extLst>
          </p:cNvPr>
          <p:cNvSpPr>
            <a:spLocks noGrp="1" noRot="1" noChangeAspect="1"/>
          </p:cNvSpPr>
          <p:nvPr>
            <p:ph type="sldImg"/>
          </p:nvPr>
        </p:nvSpPr>
        <p:spPr>
          <a:xfrm>
            <a:off x="485775" y="612775"/>
            <a:ext cx="4737100" cy="2665413"/>
          </a:xfrm>
        </p:spPr>
      </p:sp>
      <p:sp>
        <p:nvSpPr>
          <p:cNvPr id="3" name="Notes Placeholder 2">
            <a:extLst>
              <a:ext uri="{FF2B5EF4-FFF2-40B4-BE49-F238E27FC236}">
                <a16:creationId xmlns:a16="http://schemas.microsoft.com/office/drawing/2014/main" id="{AD9C4A7F-C839-EB16-04E2-E821BE7D5609}"/>
              </a:ext>
            </a:extLst>
          </p:cNvPr>
          <p:cNvSpPr>
            <a:spLocks noGrp="1"/>
          </p:cNvSpPr>
          <p:nvPr>
            <p:ph type="body" idx="1"/>
          </p:nvPr>
        </p:nvSpPr>
        <p:spPr/>
        <p:txBody>
          <a:bodyPr/>
          <a:lstStyle/>
          <a:p>
            <a:r>
              <a:rPr lang="en-US" b="1"/>
              <a:t>ISO/IEC 23894: </a:t>
            </a:r>
          </a:p>
          <a:p>
            <a:pPr lvl="1"/>
            <a:r>
              <a:rPr lang="en-US"/>
              <a:t>Guidance on managing the unique risks that can arise with AI systems</a:t>
            </a:r>
          </a:p>
          <a:p>
            <a:pPr lvl="1"/>
            <a:r>
              <a:rPr lang="en-US"/>
              <a:t>It highlights AI-specific risk sources and failure modes that we need to consider, like lack of explainability, unreliable performance in complex environments, inherent biases and privacy issues from training data, and so on. </a:t>
            </a:r>
          </a:p>
          <a:p>
            <a:pPr lvl="1"/>
            <a:r>
              <a:rPr lang="en-US"/>
              <a:t>It shows how these risks can negatively impact key objectives and principles for AI systems around fairness, transparency, privacy, robustness and more. </a:t>
            </a:r>
          </a:p>
          <a:p>
            <a:pPr lvl="1"/>
            <a:r>
              <a:rPr lang="en-US"/>
              <a:t>To manage the risks, it emphasizes the importance of impact assessments, human oversight, continuous monitoring, and ensuring really high data quality.</a:t>
            </a:r>
          </a:p>
        </p:txBody>
      </p:sp>
      <p:sp>
        <p:nvSpPr>
          <p:cNvPr id="4" name="Slide Number Placeholder 3">
            <a:extLst>
              <a:ext uri="{FF2B5EF4-FFF2-40B4-BE49-F238E27FC236}">
                <a16:creationId xmlns:a16="http://schemas.microsoft.com/office/drawing/2014/main" id="{81CB92C5-0EFD-F663-B59A-7DA7C1F654AA}"/>
              </a:ext>
            </a:extLst>
          </p:cNvPr>
          <p:cNvSpPr>
            <a:spLocks noGrp="1"/>
          </p:cNvSpPr>
          <p:nvPr>
            <p:ph type="sldNum" sz="quarter" idx="5"/>
          </p:nvPr>
        </p:nvSpPr>
        <p:spPr/>
        <p:txBody>
          <a:bodyPr/>
          <a:lstStyle/>
          <a:p>
            <a:fld id="{6F118F77-BF2E-4843-AA6C-ED9ACCB38B45}" type="slidenum">
              <a:rPr lang="de-DE" smtClean="0"/>
              <a:pPr/>
              <a:t>27</a:t>
            </a:fld>
            <a:endParaRPr lang="de-DE"/>
          </a:p>
        </p:txBody>
      </p:sp>
    </p:spTree>
    <p:extLst>
      <p:ext uri="{BB962C8B-B14F-4D97-AF65-F5344CB8AC3E}">
        <p14:creationId xmlns:p14="http://schemas.microsoft.com/office/powerpoint/2010/main" val="33610001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1D3272-F911-A825-7E38-16F2EF9BCC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BBBFCD-B5BC-8DEB-CBD3-90233917E374}"/>
              </a:ext>
            </a:extLst>
          </p:cNvPr>
          <p:cNvSpPr>
            <a:spLocks noGrp="1" noRot="1" noChangeAspect="1"/>
          </p:cNvSpPr>
          <p:nvPr>
            <p:ph type="sldImg"/>
          </p:nvPr>
        </p:nvSpPr>
        <p:spPr>
          <a:xfrm>
            <a:off x="485775" y="612775"/>
            <a:ext cx="4737100" cy="2665413"/>
          </a:xfrm>
        </p:spPr>
      </p:sp>
      <p:sp>
        <p:nvSpPr>
          <p:cNvPr id="3" name="Notes Placeholder 2">
            <a:extLst>
              <a:ext uri="{FF2B5EF4-FFF2-40B4-BE49-F238E27FC236}">
                <a16:creationId xmlns:a16="http://schemas.microsoft.com/office/drawing/2014/main" id="{14BC98FE-D4F3-B337-0186-83C08BBB4E4F}"/>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
                <a:srgbClr val="179C7D"/>
              </a:buClr>
              <a:buSzTx/>
              <a:buFont typeface="Wingdings" pitchFamily="2" charset="2"/>
              <a:buChar char="n"/>
              <a:tabLst/>
              <a:defRPr/>
            </a:pPr>
            <a:r>
              <a:rPr lang="en-US" b="1"/>
              <a:t>ISO/IEC 42001:</a:t>
            </a:r>
          </a:p>
          <a:p>
            <a:pPr marL="360363" marR="0" lvl="1" indent="-171450" algn="l" defTabSz="914400" rtl="0" eaLnBrk="1" fontAlgn="auto" latinLnBrk="0" hangingPunct="1">
              <a:lnSpc>
                <a:spcPct val="100000"/>
              </a:lnSpc>
              <a:spcBef>
                <a:spcPts val="0"/>
              </a:spcBef>
              <a:spcAft>
                <a:spcPts val="0"/>
              </a:spcAft>
              <a:buClr>
                <a:srgbClr val="179C7D"/>
              </a:buClr>
              <a:buSzTx/>
              <a:buFont typeface="Wingdings" pitchFamily="2" charset="2"/>
              <a:buChar char="n"/>
              <a:tabLst/>
              <a:defRPr/>
            </a:pPr>
            <a:r>
              <a:rPr lang="en-US"/>
              <a:t>It outlines requirements for clear policies and principles on the use of AI, thorough processes to identify and manage AI risks, assignment of roles and responsibilities, maintaining documentation, and monitoring performance. </a:t>
            </a:r>
          </a:p>
          <a:p>
            <a:pPr marL="360363" marR="0" lvl="1" indent="-171450" algn="l" defTabSz="914400" rtl="0" eaLnBrk="1" fontAlgn="auto" latinLnBrk="0" hangingPunct="1">
              <a:lnSpc>
                <a:spcPct val="100000"/>
              </a:lnSpc>
              <a:spcBef>
                <a:spcPts val="0"/>
              </a:spcBef>
              <a:spcAft>
                <a:spcPts val="0"/>
              </a:spcAft>
              <a:buClr>
                <a:srgbClr val="179C7D"/>
              </a:buClr>
              <a:buSzTx/>
              <a:buFont typeface="Wingdings" pitchFamily="2" charset="2"/>
              <a:buChar char="n"/>
              <a:tabLst/>
              <a:defRPr/>
            </a:pPr>
            <a:r>
              <a:rPr lang="en-US"/>
              <a:t>It includes a catalog of key topics to address, like data management, transparency, impact assessments, and so on. </a:t>
            </a:r>
          </a:p>
          <a:p>
            <a:pPr marL="360363" marR="0" lvl="1" indent="-171450" algn="l" defTabSz="914400" rtl="0" eaLnBrk="1" fontAlgn="auto" latinLnBrk="0" hangingPunct="1">
              <a:lnSpc>
                <a:spcPct val="100000"/>
              </a:lnSpc>
              <a:spcBef>
                <a:spcPts val="0"/>
              </a:spcBef>
              <a:spcAft>
                <a:spcPts val="0"/>
              </a:spcAft>
              <a:buClr>
                <a:srgbClr val="179C7D"/>
              </a:buClr>
              <a:buSzTx/>
              <a:buFont typeface="Wingdings" pitchFamily="2" charset="2"/>
              <a:buChar char="n"/>
              <a:tabLst/>
              <a:defRPr/>
            </a:pPr>
            <a:r>
              <a:rPr lang="en-US"/>
              <a:t>The goal is to systematically ensure AI systems are developed and used responsibly.</a:t>
            </a:r>
            <a:endParaRPr lang="pt-PT"/>
          </a:p>
          <a:p>
            <a:endParaRPr lang="en-US" b="0"/>
          </a:p>
          <a:p>
            <a:endParaRPr lang="pt-PT"/>
          </a:p>
        </p:txBody>
      </p:sp>
      <p:sp>
        <p:nvSpPr>
          <p:cNvPr id="4" name="Slide Number Placeholder 3">
            <a:extLst>
              <a:ext uri="{FF2B5EF4-FFF2-40B4-BE49-F238E27FC236}">
                <a16:creationId xmlns:a16="http://schemas.microsoft.com/office/drawing/2014/main" id="{78814CC4-51DF-3196-7FD4-5F9D4519AC23}"/>
              </a:ext>
            </a:extLst>
          </p:cNvPr>
          <p:cNvSpPr>
            <a:spLocks noGrp="1"/>
          </p:cNvSpPr>
          <p:nvPr>
            <p:ph type="sldNum" sz="quarter" idx="5"/>
          </p:nvPr>
        </p:nvSpPr>
        <p:spPr/>
        <p:txBody>
          <a:bodyPr/>
          <a:lstStyle/>
          <a:p>
            <a:fld id="{6F118F77-BF2E-4843-AA6C-ED9ACCB38B45}" type="slidenum">
              <a:rPr lang="de-DE" smtClean="0"/>
              <a:pPr/>
              <a:t>28</a:t>
            </a:fld>
            <a:endParaRPr lang="de-DE"/>
          </a:p>
        </p:txBody>
      </p:sp>
    </p:spTree>
    <p:extLst>
      <p:ext uri="{BB962C8B-B14F-4D97-AF65-F5344CB8AC3E}">
        <p14:creationId xmlns:p14="http://schemas.microsoft.com/office/powerpoint/2010/main" val="246336998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7D9D1-BE79-E37C-1259-E981A3DB39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BC3F2C-0302-8BF7-8F0D-D980E4BF76A0}"/>
              </a:ext>
            </a:extLst>
          </p:cNvPr>
          <p:cNvSpPr>
            <a:spLocks noGrp="1" noRot="1" noChangeAspect="1"/>
          </p:cNvSpPr>
          <p:nvPr>
            <p:ph type="sldImg"/>
          </p:nvPr>
        </p:nvSpPr>
        <p:spPr>
          <a:xfrm>
            <a:off x="485775" y="612775"/>
            <a:ext cx="4737100" cy="2665413"/>
          </a:xfrm>
        </p:spPr>
      </p:sp>
      <p:sp>
        <p:nvSpPr>
          <p:cNvPr id="3" name="Notes Placeholder 2">
            <a:extLst>
              <a:ext uri="{FF2B5EF4-FFF2-40B4-BE49-F238E27FC236}">
                <a16:creationId xmlns:a16="http://schemas.microsoft.com/office/drawing/2014/main" id="{640CF16B-06C6-FA8F-D087-C5A0707D584E}"/>
              </a:ext>
            </a:extLst>
          </p:cNvPr>
          <p:cNvSpPr>
            <a:spLocks noGrp="1"/>
          </p:cNvSpPr>
          <p:nvPr>
            <p:ph type="body" idx="1"/>
          </p:nvPr>
        </p:nvSpPr>
        <p:spPr/>
        <p:txBody>
          <a:bodyPr/>
          <a:lstStyle/>
          <a:p>
            <a:endParaRPr lang="pt-PT"/>
          </a:p>
        </p:txBody>
      </p:sp>
      <p:sp>
        <p:nvSpPr>
          <p:cNvPr id="4" name="Slide Number Placeholder 3">
            <a:extLst>
              <a:ext uri="{FF2B5EF4-FFF2-40B4-BE49-F238E27FC236}">
                <a16:creationId xmlns:a16="http://schemas.microsoft.com/office/drawing/2014/main" id="{1EB4C64B-66BF-402A-8EEE-C2D9F7A788B9}"/>
              </a:ext>
            </a:extLst>
          </p:cNvPr>
          <p:cNvSpPr>
            <a:spLocks noGrp="1"/>
          </p:cNvSpPr>
          <p:nvPr>
            <p:ph type="sldNum" sz="quarter" idx="5"/>
          </p:nvPr>
        </p:nvSpPr>
        <p:spPr/>
        <p:txBody>
          <a:bodyPr/>
          <a:lstStyle/>
          <a:p>
            <a:fld id="{6F118F77-BF2E-4843-AA6C-ED9ACCB38B45}" type="slidenum">
              <a:rPr lang="de-DE" smtClean="0"/>
              <a:pPr/>
              <a:t>29</a:t>
            </a:fld>
            <a:endParaRPr lang="de-DE"/>
          </a:p>
        </p:txBody>
      </p:sp>
    </p:spTree>
    <p:extLst>
      <p:ext uri="{BB962C8B-B14F-4D97-AF65-F5344CB8AC3E}">
        <p14:creationId xmlns:p14="http://schemas.microsoft.com/office/powerpoint/2010/main" val="169064079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E7274-0B10-1ECF-1B4B-67F6B7E494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CDEB21-50BD-4F25-6FA1-6C217042C6BA}"/>
              </a:ext>
            </a:extLst>
          </p:cNvPr>
          <p:cNvSpPr>
            <a:spLocks noGrp="1" noRot="1" noChangeAspect="1"/>
          </p:cNvSpPr>
          <p:nvPr>
            <p:ph type="sldImg"/>
          </p:nvPr>
        </p:nvSpPr>
        <p:spPr>
          <a:xfrm>
            <a:off x="485775" y="612775"/>
            <a:ext cx="4737100" cy="2665413"/>
          </a:xfrm>
        </p:spPr>
      </p:sp>
      <p:sp>
        <p:nvSpPr>
          <p:cNvPr id="3" name="Notes Placeholder 2">
            <a:extLst>
              <a:ext uri="{FF2B5EF4-FFF2-40B4-BE49-F238E27FC236}">
                <a16:creationId xmlns:a16="http://schemas.microsoft.com/office/drawing/2014/main" id="{C4E9D8F1-BBDF-DFC8-E008-F8A64FC12150}"/>
              </a:ext>
            </a:extLst>
          </p:cNvPr>
          <p:cNvSpPr>
            <a:spLocks noGrp="1"/>
          </p:cNvSpPr>
          <p:nvPr>
            <p:ph type="body" idx="1"/>
          </p:nvPr>
        </p:nvSpPr>
        <p:spPr/>
        <p:txBody>
          <a:bodyPr/>
          <a:lstStyle/>
          <a:p>
            <a:endParaRPr lang="pt-PT"/>
          </a:p>
        </p:txBody>
      </p:sp>
      <p:sp>
        <p:nvSpPr>
          <p:cNvPr id="4" name="Slide Number Placeholder 3">
            <a:extLst>
              <a:ext uri="{FF2B5EF4-FFF2-40B4-BE49-F238E27FC236}">
                <a16:creationId xmlns:a16="http://schemas.microsoft.com/office/drawing/2014/main" id="{4AAD8ABB-D998-F0E7-148D-1F44EFD21131}"/>
              </a:ext>
            </a:extLst>
          </p:cNvPr>
          <p:cNvSpPr>
            <a:spLocks noGrp="1"/>
          </p:cNvSpPr>
          <p:nvPr>
            <p:ph type="sldNum" sz="quarter" idx="5"/>
          </p:nvPr>
        </p:nvSpPr>
        <p:spPr/>
        <p:txBody>
          <a:bodyPr/>
          <a:lstStyle/>
          <a:p>
            <a:fld id="{6F118F77-BF2E-4843-AA6C-ED9ACCB38B45}" type="slidenum">
              <a:rPr lang="de-DE" smtClean="0"/>
              <a:pPr/>
              <a:t>30</a:t>
            </a:fld>
            <a:endParaRPr lang="de-DE"/>
          </a:p>
        </p:txBody>
      </p:sp>
    </p:spTree>
    <p:extLst>
      <p:ext uri="{BB962C8B-B14F-4D97-AF65-F5344CB8AC3E}">
        <p14:creationId xmlns:p14="http://schemas.microsoft.com/office/powerpoint/2010/main" val="345461601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738FC-9B60-62E2-DB78-10F0F91B37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DD1B7F-EBA1-7B70-0296-43085003B01F}"/>
              </a:ext>
            </a:extLst>
          </p:cNvPr>
          <p:cNvSpPr>
            <a:spLocks noGrp="1" noRot="1" noChangeAspect="1"/>
          </p:cNvSpPr>
          <p:nvPr>
            <p:ph type="sldImg"/>
          </p:nvPr>
        </p:nvSpPr>
        <p:spPr>
          <a:xfrm>
            <a:off x="485775" y="612775"/>
            <a:ext cx="4737100" cy="2665413"/>
          </a:xfrm>
        </p:spPr>
      </p:sp>
      <p:sp>
        <p:nvSpPr>
          <p:cNvPr id="3" name="Notes Placeholder 2">
            <a:extLst>
              <a:ext uri="{FF2B5EF4-FFF2-40B4-BE49-F238E27FC236}">
                <a16:creationId xmlns:a16="http://schemas.microsoft.com/office/drawing/2014/main" id="{99FBBD35-9179-F4BB-E492-05AACEBEC047}"/>
              </a:ext>
            </a:extLst>
          </p:cNvPr>
          <p:cNvSpPr>
            <a:spLocks noGrp="1"/>
          </p:cNvSpPr>
          <p:nvPr>
            <p:ph type="body" idx="1"/>
          </p:nvPr>
        </p:nvSpPr>
        <p:spPr/>
        <p:txBody>
          <a:bodyPr/>
          <a:lstStyle/>
          <a:p>
            <a:endParaRPr lang="pt-PT"/>
          </a:p>
        </p:txBody>
      </p:sp>
      <p:sp>
        <p:nvSpPr>
          <p:cNvPr id="4" name="Slide Number Placeholder 3">
            <a:extLst>
              <a:ext uri="{FF2B5EF4-FFF2-40B4-BE49-F238E27FC236}">
                <a16:creationId xmlns:a16="http://schemas.microsoft.com/office/drawing/2014/main" id="{5149448E-701D-DF80-D31E-5B48A18402FB}"/>
              </a:ext>
            </a:extLst>
          </p:cNvPr>
          <p:cNvSpPr>
            <a:spLocks noGrp="1"/>
          </p:cNvSpPr>
          <p:nvPr>
            <p:ph type="sldNum" sz="quarter" idx="5"/>
          </p:nvPr>
        </p:nvSpPr>
        <p:spPr/>
        <p:txBody>
          <a:bodyPr/>
          <a:lstStyle/>
          <a:p>
            <a:fld id="{6F118F77-BF2E-4843-AA6C-ED9ACCB38B45}" type="slidenum">
              <a:rPr lang="de-DE" smtClean="0"/>
              <a:pPr/>
              <a:t>31</a:t>
            </a:fld>
            <a:endParaRPr lang="de-DE"/>
          </a:p>
        </p:txBody>
      </p:sp>
    </p:spTree>
    <p:extLst>
      <p:ext uri="{BB962C8B-B14F-4D97-AF65-F5344CB8AC3E}">
        <p14:creationId xmlns:p14="http://schemas.microsoft.com/office/powerpoint/2010/main" val="383765740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92352-12F3-D800-A062-D89D81FB3E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8BDCF8-1FA4-A722-ED22-986AD7A790B4}"/>
              </a:ext>
            </a:extLst>
          </p:cNvPr>
          <p:cNvSpPr>
            <a:spLocks noGrp="1" noRot="1" noChangeAspect="1"/>
          </p:cNvSpPr>
          <p:nvPr>
            <p:ph type="sldImg"/>
          </p:nvPr>
        </p:nvSpPr>
        <p:spPr>
          <a:xfrm>
            <a:off x="485775" y="612775"/>
            <a:ext cx="4737100" cy="2665413"/>
          </a:xfrm>
        </p:spPr>
      </p:sp>
      <p:sp>
        <p:nvSpPr>
          <p:cNvPr id="3" name="Notes Placeholder 2">
            <a:extLst>
              <a:ext uri="{FF2B5EF4-FFF2-40B4-BE49-F238E27FC236}">
                <a16:creationId xmlns:a16="http://schemas.microsoft.com/office/drawing/2014/main" id="{389B1DB2-2BBC-526C-E05E-B8829F944E54}"/>
              </a:ext>
            </a:extLst>
          </p:cNvPr>
          <p:cNvSpPr>
            <a:spLocks noGrp="1"/>
          </p:cNvSpPr>
          <p:nvPr>
            <p:ph type="body" idx="1"/>
          </p:nvPr>
        </p:nvSpPr>
        <p:spPr/>
        <p:txBody>
          <a:bodyPr/>
          <a:lstStyle/>
          <a:p>
            <a:pPr marL="0" lvl="0" indent="0">
              <a:lnSpc>
                <a:spcPct val="115000"/>
              </a:lnSpc>
              <a:spcAft>
                <a:spcPts val="800"/>
              </a:spcAft>
              <a:buSzPts val="1000"/>
              <a:buFont typeface="Symbol" panose="05050102010706020507" pitchFamily="18" charset="2"/>
              <a:buNone/>
              <a:tabLst>
                <a:tab pos="457200" algn="l"/>
              </a:tabLst>
            </a:pPr>
            <a:endParaRPr lang="pt-PT" sz="1200" kern="10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18B98B1-7444-F7C8-814B-ADB67AD95D3F}"/>
              </a:ext>
            </a:extLst>
          </p:cNvPr>
          <p:cNvSpPr>
            <a:spLocks noGrp="1"/>
          </p:cNvSpPr>
          <p:nvPr>
            <p:ph type="sldNum" sz="quarter" idx="5"/>
          </p:nvPr>
        </p:nvSpPr>
        <p:spPr/>
        <p:txBody>
          <a:bodyPr/>
          <a:lstStyle/>
          <a:p>
            <a:fld id="{6F118F77-BF2E-4843-AA6C-ED9ACCB38B45}" type="slidenum">
              <a:rPr lang="de-DE" smtClean="0"/>
              <a:pPr/>
              <a:t>32</a:t>
            </a:fld>
            <a:endParaRPr lang="de-DE"/>
          </a:p>
        </p:txBody>
      </p:sp>
    </p:spTree>
    <p:extLst>
      <p:ext uri="{BB962C8B-B14F-4D97-AF65-F5344CB8AC3E}">
        <p14:creationId xmlns:p14="http://schemas.microsoft.com/office/powerpoint/2010/main" val="102930929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03732-DCE2-D547-0EF3-5FEA9FB84B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287035-73B4-BD02-A7BF-F9CABB71AB96}"/>
              </a:ext>
            </a:extLst>
          </p:cNvPr>
          <p:cNvSpPr>
            <a:spLocks noGrp="1" noRot="1" noChangeAspect="1"/>
          </p:cNvSpPr>
          <p:nvPr>
            <p:ph type="sldImg"/>
          </p:nvPr>
        </p:nvSpPr>
        <p:spPr>
          <a:xfrm>
            <a:off x="485775" y="612775"/>
            <a:ext cx="4737100" cy="2665413"/>
          </a:xfrm>
        </p:spPr>
      </p:sp>
      <p:sp>
        <p:nvSpPr>
          <p:cNvPr id="3" name="Notes Placeholder 2">
            <a:extLst>
              <a:ext uri="{FF2B5EF4-FFF2-40B4-BE49-F238E27FC236}">
                <a16:creationId xmlns:a16="http://schemas.microsoft.com/office/drawing/2014/main" id="{7E7D93E7-6CBA-0C11-74B2-D6F42D5CB717}"/>
              </a:ext>
            </a:extLst>
          </p:cNvPr>
          <p:cNvSpPr>
            <a:spLocks noGrp="1"/>
          </p:cNvSpPr>
          <p:nvPr>
            <p:ph type="body" idx="1"/>
          </p:nvPr>
        </p:nvSpPr>
        <p:spPr/>
        <p:txBody>
          <a:bodyPr/>
          <a:lstStyle/>
          <a:p>
            <a:pPr marL="342900" marR="0" lvl="0" indent="-342900" algn="l" defTabSz="914400" rtl="0" eaLnBrk="1" fontAlgn="auto" latinLnBrk="0" hangingPunct="1">
              <a:lnSpc>
                <a:spcPct val="115000"/>
              </a:lnSpc>
              <a:spcBef>
                <a:spcPts val="0"/>
              </a:spcBef>
              <a:spcAft>
                <a:spcPts val="800"/>
              </a:spcAft>
              <a:buClr>
                <a:srgbClr val="179C7D"/>
              </a:buClr>
              <a:buSzPts val="1000"/>
              <a:buFont typeface="Symbol" panose="05050102010706020507" pitchFamily="18" charset="2"/>
              <a:buChar char=""/>
              <a:tabLst>
                <a:tab pos="457200" algn="l"/>
              </a:tabLst>
              <a:defRPr/>
            </a:pPr>
            <a:endParaRPr lang="pt-PT" sz="1200" kern="10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C3264F69-2886-CCC8-8382-582B29A08E9A}"/>
              </a:ext>
            </a:extLst>
          </p:cNvPr>
          <p:cNvSpPr>
            <a:spLocks noGrp="1"/>
          </p:cNvSpPr>
          <p:nvPr>
            <p:ph type="sldNum" sz="quarter" idx="5"/>
          </p:nvPr>
        </p:nvSpPr>
        <p:spPr/>
        <p:txBody>
          <a:bodyPr/>
          <a:lstStyle/>
          <a:p>
            <a:fld id="{6F118F77-BF2E-4843-AA6C-ED9ACCB38B45}" type="slidenum">
              <a:rPr lang="de-DE" smtClean="0"/>
              <a:pPr/>
              <a:t>33</a:t>
            </a:fld>
            <a:endParaRPr lang="de-DE"/>
          </a:p>
        </p:txBody>
      </p:sp>
    </p:spTree>
    <p:extLst>
      <p:ext uri="{BB962C8B-B14F-4D97-AF65-F5344CB8AC3E}">
        <p14:creationId xmlns:p14="http://schemas.microsoft.com/office/powerpoint/2010/main" val="315829742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A91C4-D72B-061D-FCD3-669394DC89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518978-299A-C4A8-2690-40AE041B431F}"/>
              </a:ext>
            </a:extLst>
          </p:cNvPr>
          <p:cNvSpPr>
            <a:spLocks noGrp="1" noRot="1" noChangeAspect="1"/>
          </p:cNvSpPr>
          <p:nvPr>
            <p:ph type="sldImg"/>
          </p:nvPr>
        </p:nvSpPr>
        <p:spPr>
          <a:xfrm>
            <a:off x="485775" y="612775"/>
            <a:ext cx="4737100" cy="2665413"/>
          </a:xfrm>
        </p:spPr>
      </p:sp>
      <p:sp>
        <p:nvSpPr>
          <p:cNvPr id="3" name="Notes Placeholder 2">
            <a:extLst>
              <a:ext uri="{FF2B5EF4-FFF2-40B4-BE49-F238E27FC236}">
                <a16:creationId xmlns:a16="http://schemas.microsoft.com/office/drawing/2014/main" id="{5A3F0812-29A8-9B00-89D3-A0FA8965F262}"/>
              </a:ext>
            </a:extLst>
          </p:cNvPr>
          <p:cNvSpPr>
            <a:spLocks noGrp="1"/>
          </p:cNvSpPr>
          <p:nvPr>
            <p:ph type="body" idx="1"/>
          </p:nvPr>
        </p:nvSpPr>
        <p:spPr/>
        <p:txBody>
          <a:bodyPr/>
          <a:lstStyle/>
          <a:p>
            <a:pPr marL="342900" lvl="0" indent="-342900">
              <a:lnSpc>
                <a:spcPct val="115000"/>
              </a:lnSpc>
              <a:spcAft>
                <a:spcPts val="800"/>
              </a:spcAft>
              <a:buSzPts val="1000"/>
              <a:buFont typeface="Symbol" panose="05050102010706020507" pitchFamily="18" charset="2"/>
              <a:buChar char=""/>
              <a:tabLst>
                <a:tab pos="457200" algn="l"/>
              </a:tabLst>
            </a:pPr>
            <a:endParaRPr lang="pt-PT" sz="1200" kern="10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0BD1FDD6-D712-0996-5692-B1105E3258FA}"/>
              </a:ext>
            </a:extLst>
          </p:cNvPr>
          <p:cNvSpPr>
            <a:spLocks noGrp="1"/>
          </p:cNvSpPr>
          <p:nvPr>
            <p:ph type="sldNum" sz="quarter" idx="5"/>
          </p:nvPr>
        </p:nvSpPr>
        <p:spPr/>
        <p:txBody>
          <a:bodyPr/>
          <a:lstStyle/>
          <a:p>
            <a:fld id="{6F118F77-BF2E-4843-AA6C-ED9ACCB38B45}" type="slidenum">
              <a:rPr lang="de-DE" smtClean="0"/>
              <a:pPr/>
              <a:t>34</a:t>
            </a:fld>
            <a:endParaRPr lang="de-DE"/>
          </a:p>
        </p:txBody>
      </p:sp>
    </p:spTree>
    <p:extLst>
      <p:ext uri="{BB962C8B-B14F-4D97-AF65-F5344CB8AC3E}">
        <p14:creationId xmlns:p14="http://schemas.microsoft.com/office/powerpoint/2010/main" val="22456211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F34264-7509-E391-72B3-FF2F57F6A0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12870-2DE2-474A-D239-F45AE098CBF6}"/>
              </a:ext>
            </a:extLst>
          </p:cNvPr>
          <p:cNvSpPr>
            <a:spLocks noGrp="1" noRot="1" noChangeAspect="1"/>
          </p:cNvSpPr>
          <p:nvPr>
            <p:ph type="sldImg"/>
          </p:nvPr>
        </p:nvSpPr>
        <p:spPr>
          <a:xfrm>
            <a:off x="485775" y="612775"/>
            <a:ext cx="4737100" cy="2665413"/>
          </a:xfrm>
        </p:spPr>
      </p:sp>
      <p:sp>
        <p:nvSpPr>
          <p:cNvPr id="3" name="Notes Placeholder 2">
            <a:extLst>
              <a:ext uri="{FF2B5EF4-FFF2-40B4-BE49-F238E27FC236}">
                <a16:creationId xmlns:a16="http://schemas.microsoft.com/office/drawing/2014/main" id="{BCBB9B3D-84C9-B71F-1920-7E390D5E7FCA}"/>
              </a:ext>
            </a:extLst>
          </p:cNvPr>
          <p:cNvSpPr>
            <a:spLocks noGrp="1"/>
          </p:cNvSpPr>
          <p:nvPr>
            <p:ph type="body" idx="1"/>
          </p:nvPr>
        </p:nvSpPr>
        <p:spPr/>
        <p:txBody>
          <a:bodyPr/>
          <a:lstStyle/>
          <a:p>
            <a:pPr marL="342900" lvl="0" indent="-342900">
              <a:lnSpc>
                <a:spcPct val="115000"/>
              </a:lnSpc>
              <a:spcAft>
                <a:spcPts val="800"/>
              </a:spcAft>
              <a:buSzPts val="1000"/>
              <a:buFont typeface="Symbol" panose="05050102010706020507" pitchFamily="18" charset="2"/>
              <a:buChar char=""/>
              <a:tabLst>
                <a:tab pos="457200" algn="l"/>
              </a:tabLst>
            </a:pPr>
            <a:endParaRPr lang="pt-PT" sz="1200" kern="10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EAFA363E-BD50-D038-F7EA-4E4E15B8F055}"/>
              </a:ext>
            </a:extLst>
          </p:cNvPr>
          <p:cNvSpPr>
            <a:spLocks noGrp="1"/>
          </p:cNvSpPr>
          <p:nvPr>
            <p:ph type="sldNum" sz="quarter" idx="5"/>
          </p:nvPr>
        </p:nvSpPr>
        <p:spPr/>
        <p:txBody>
          <a:bodyPr/>
          <a:lstStyle/>
          <a:p>
            <a:fld id="{6F118F77-BF2E-4843-AA6C-ED9ACCB38B45}" type="slidenum">
              <a:rPr lang="de-DE" smtClean="0"/>
              <a:pPr/>
              <a:t>35</a:t>
            </a:fld>
            <a:endParaRPr lang="de-DE"/>
          </a:p>
        </p:txBody>
      </p:sp>
    </p:spTree>
    <p:extLst>
      <p:ext uri="{BB962C8B-B14F-4D97-AF65-F5344CB8AC3E}">
        <p14:creationId xmlns:p14="http://schemas.microsoft.com/office/powerpoint/2010/main" val="238844720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0D9A17-8DAF-9C84-AB3D-C72F87A5E5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7C91FA-E90C-C07C-1BB2-A4BDE23CCFFA}"/>
              </a:ext>
            </a:extLst>
          </p:cNvPr>
          <p:cNvSpPr>
            <a:spLocks noGrp="1" noRot="1" noChangeAspect="1"/>
          </p:cNvSpPr>
          <p:nvPr>
            <p:ph type="sldImg"/>
          </p:nvPr>
        </p:nvSpPr>
        <p:spPr>
          <a:xfrm>
            <a:off x="485775" y="612775"/>
            <a:ext cx="4737100" cy="2665413"/>
          </a:xfrm>
        </p:spPr>
      </p:sp>
      <p:sp>
        <p:nvSpPr>
          <p:cNvPr id="3" name="Notes Placeholder 2">
            <a:extLst>
              <a:ext uri="{FF2B5EF4-FFF2-40B4-BE49-F238E27FC236}">
                <a16:creationId xmlns:a16="http://schemas.microsoft.com/office/drawing/2014/main" id="{8F8CD50E-EF55-B463-16C6-56D9DFE307B5}"/>
              </a:ext>
            </a:extLst>
          </p:cNvPr>
          <p:cNvSpPr>
            <a:spLocks noGrp="1"/>
          </p:cNvSpPr>
          <p:nvPr>
            <p:ph type="body" idx="1"/>
          </p:nvPr>
        </p:nvSpPr>
        <p:spPr/>
        <p:txBody>
          <a:bodyPr/>
          <a:lstStyle/>
          <a:p>
            <a:pPr marL="342900" lvl="0" indent="-342900">
              <a:lnSpc>
                <a:spcPct val="115000"/>
              </a:lnSpc>
              <a:spcAft>
                <a:spcPts val="800"/>
              </a:spcAft>
              <a:buSzPts val="1000"/>
              <a:buFont typeface="Symbol" panose="05050102010706020507" pitchFamily="18" charset="2"/>
              <a:buChar char=""/>
              <a:tabLst>
                <a:tab pos="457200" algn="l"/>
              </a:tabLst>
            </a:pPr>
            <a:endParaRPr lang="pt-PT" sz="1200" kern="10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D3F75D49-9FAB-C5EA-F429-1A2D0EB1EEFD}"/>
              </a:ext>
            </a:extLst>
          </p:cNvPr>
          <p:cNvSpPr>
            <a:spLocks noGrp="1"/>
          </p:cNvSpPr>
          <p:nvPr>
            <p:ph type="sldNum" sz="quarter" idx="5"/>
          </p:nvPr>
        </p:nvSpPr>
        <p:spPr/>
        <p:txBody>
          <a:bodyPr/>
          <a:lstStyle/>
          <a:p>
            <a:fld id="{6F118F77-BF2E-4843-AA6C-ED9ACCB38B45}" type="slidenum">
              <a:rPr lang="de-DE" smtClean="0"/>
              <a:pPr/>
              <a:t>36</a:t>
            </a:fld>
            <a:endParaRPr lang="de-DE"/>
          </a:p>
        </p:txBody>
      </p:sp>
    </p:spTree>
    <p:extLst>
      <p:ext uri="{BB962C8B-B14F-4D97-AF65-F5344CB8AC3E}">
        <p14:creationId xmlns:p14="http://schemas.microsoft.com/office/powerpoint/2010/main" val="128932268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4ABE8-5CD1-92A5-6DBE-DEDED1AB72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95B6C7-1606-2C6A-6424-A97A5C5DBCD6}"/>
              </a:ext>
            </a:extLst>
          </p:cNvPr>
          <p:cNvSpPr>
            <a:spLocks noGrp="1" noRot="1" noChangeAspect="1"/>
          </p:cNvSpPr>
          <p:nvPr>
            <p:ph type="sldImg"/>
          </p:nvPr>
        </p:nvSpPr>
        <p:spPr>
          <a:xfrm>
            <a:off x="485775" y="612775"/>
            <a:ext cx="4737100" cy="2665413"/>
          </a:xfrm>
        </p:spPr>
      </p:sp>
      <p:sp>
        <p:nvSpPr>
          <p:cNvPr id="3" name="Notes Placeholder 2">
            <a:extLst>
              <a:ext uri="{FF2B5EF4-FFF2-40B4-BE49-F238E27FC236}">
                <a16:creationId xmlns:a16="http://schemas.microsoft.com/office/drawing/2014/main" id="{E49E85EC-8D0B-9EB2-2E42-AF49D3498946}"/>
              </a:ext>
            </a:extLst>
          </p:cNvPr>
          <p:cNvSpPr>
            <a:spLocks noGrp="1"/>
          </p:cNvSpPr>
          <p:nvPr>
            <p:ph type="body" idx="1"/>
          </p:nvPr>
        </p:nvSpPr>
        <p:spPr/>
        <p:txBody>
          <a:bodyPr/>
          <a:lstStyle/>
          <a:p>
            <a:pPr marL="342900" lvl="0" indent="-342900">
              <a:lnSpc>
                <a:spcPct val="115000"/>
              </a:lnSpc>
              <a:spcAft>
                <a:spcPts val="800"/>
              </a:spcAft>
              <a:buSzPts val="1000"/>
              <a:buFont typeface="Symbol" panose="05050102010706020507" pitchFamily="18" charset="2"/>
              <a:buChar char=""/>
              <a:tabLst>
                <a:tab pos="457200" algn="l"/>
              </a:tabLst>
            </a:pPr>
            <a:endParaRPr lang="pt-PT" sz="1200" kern="10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BDF5DFF7-B711-255D-FC25-9571F5EEEBAE}"/>
              </a:ext>
            </a:extLst>
          </p:cNvPr>
          <p:cNvSpPr>
            <a:spLocks noGrp="1"/>
          </p:cNvSpPr>
          <p:nvPr>
            <p:ph type="sldNum" sz="quarter" idx="5"/>
          </p:nvPr>
        </p:nvSpPr>
        <p:spPr/>
        <p:txBody>
          <a:bodyPr/>
          <a:lstStyle/>
          <a:p>
            <a:fld id="{6F118F77-BF2E-4843-AA6C-ED9ACCB38B45}" type="slidenum">
              <a:rPr lang="de-DE" smtClean="0"/>
              <a:pPr/>
              <a:t>37</a:t>
            </a:fld>
            <a:endParaRPr lang="de-DE"/>
          </a:p>
        </p:txBody>
      </p:sp>
    </p:spTree>
    <p:extLst>
      <p:ext uri="{BB962C8B-B14F-4D97-AF65-F5344CB8AC3E}">
        <p14:creationId xmlns:p14="http://schemas.microsoft.com/office/powerpoint/2010/main" val="264036056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278E2-4217-59C2-EE3F-BD31183B67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219020-2DB0-108F-FBD3-1274736E2C64}"/>
              </a:ext>
            </a:extLst>
          </p:cNvPr>
          <p:cNvSpPr>
            <a:spLocks noGrp="1" noRot="1" noChangeAspect="1"/>
          </p:cNvSpPr>
          <p:nvPr>
            <p:ph type="sldImg"/>
          </p:nvPr>
        </p:nvSpPr>
        <p:spPr>
          <a:xfrm>
            <a:off x="485775" y="612775"/>
            <a:ext cx="4737100" cy="2665413"/>
          </a:xfrm>
        </p:spPr>
      </p:sp>
      <p:sp>
        <p:nvSpPr>
          <p:cNvPr id="3" name="Notes Placeholder 2">
            <a:extLst>
              <a:ext uri="{FF2B5EF4-FFF2-40B4-BE49-F238E27FC236}">
                <a16:creationId xmlns:a16="http://schemas.microsoft.com/office/drawing/2014/main" id="{B7AA40FE-EDF5-8F2D-DADC-4C9665B24C30}"/>
              </a:ext>
            </a:extLst>
          </p:cNvPr>
          <p:cNvSpPr>
            <a:spLocks noGrp="1"/>
          </p:cNvSpPr>
          <p:nvPr>
            <p:ph type="body" idx="1"/>
          </p:nvPr>
        </p:nvSpPr>
        <p:spPr/>
        <p:txBody>
          <a:bodyPr/>
          <a:lstStyle/>
          <a:p>
            <a:pPr marL="342900" lvl="0" indent="-342900">
              <a:lnSpc>
                <a:spcPct val="115000"/>
              </a:lnSpc>
              <a:spcAft>
                <a:spcPts val="800"/>
              </a:spcAft>
              <a:buSzPts val="1000"/>
              <a:buFont typeface="Symbol" panose="05050102010706020507" pitchFamily="18" charset="2"/>
              <a:buChar char=""/>
              <a:tabLst>
                <a:tab pos="457200" algn="l"/>
              </a:tabLst>
            </a:pPr>
            <a:endParaRPr lang="pt-PT" sz="1200" kern="10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1867367B-D751-0B24-BB6A-C337B95AF2B7}"/>
              </a:ext>
            </a:extLst>
          </p:cNvPr>
          <p:cNvSpPr>
            <a:spLocks noGrp="1"/>
          </p:cNvSpPr>
          <p:nvPr>
            <p:ph type="sldNum" sz="quarter" idx="5"/>
          </p:nvPr>
        </p:nvSpPr>
        <p:spPr/>
        <p:txBody>
          <a:bodyPr/>
          <a:lstStyle/>
          <a:p>
            <a:fld id="{6F118F77-BF2E-4843-AA6C-ED9ACCB38B45}" type="slidenum">
              <a:rPr lang="de-DE" smtClean="0"/>
              <a:pPr/>
              <a:t>38</a:t>
            </a:fld>
            <a:endParaRPr lang="de-DE"/>
          </a:p>
        </p:txBody>
      </p:sp>
    </p:spTree>
    <p:extLst>
      <p:ext uri="{BB962C8B-B14F-4D97-AF65-F5344CB8AC3E}">
        <p14:creationId xmlns:p14="http://schemas.microsoft.com/office/powerpoint/2010/main" val="55552272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B29D61-C3E9-3D52-F303-2FA0EBC611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F7F3A4-6A08-0D47-8296-0A5BCE820515}"/>
              </a:ext>
            </a:extLst>
          </p:cNvPr>
          <p:cNvSpPr>
            <a:spLocks noGrp="1" noRot="1" noChangeAspect="1"/>
          </p:cNvSpPr>
          <p:nvPr>
            <p:ph type="sldImg"/>
          </p:nvPr>
        </p:nvSpPr>
        <p:spPr>
          <a:xfrm>
            <a:off x="485775" y="612775"/>
            <a:ext cx="4737100" cy="2665413"/>
          </a:xfrm>
        </p:spPr>
      </p:sp>
      <p:sp>
        <p:nvSpPr>
          <p:cNvPr id="3" name="Notes Placeholder 2">
            <a:extLst>
              <a:ext uri="{FF2B5EF4-FFF2-40B4-BE49-F238E27FC236}">
                <a16:creationId xmlns:a16="http://schemas.microsoft.com/office/drawing/2014/main" id="{4B6A0059-4D1D-175B-D34B-199ABD4F690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E073AAA-F3A9-53BF-3A9C-DE69A307172F}"/>
              </a:ext>
            </a:extLst>
          </p:cNvPr>
          <p:cNvSpPr>
            <a:spLocks noGrp="1"/>
          </p:cNvSpPr>
          <p:nvPr>
            <p:ph type="sldNum" sz="quarter" idx="5"/>
          </p:nvPr>
        </p:nvSpPr>
        <p:spPr/>
        <p:txBody>
          <a:bodyPr/>
          <a:lstStyle/>
          <a:p>
            <a:fld id="{6F118F77-BF2E-4843-AA6C-ED9ACCB38B45}" type="slidenum">
              <a:rPr lang="de-DE" smtClean="0"/>
              <a:pPr/>
              <a:t>39</a:t>
            </a:fld>
            <a:endParaRPr lang="de-DE"/>
          </a:p>
        </p:txBody>
      </p:sp>
    </p:spTree>
    <p:extLst>
      <p:ext uri="{BB962C8B-B14F-4D97-AF65-F5344CB8AC3E}">
        <p14:creationId xmlns:p14="http://schemas.microsoft.com/office/powerpoint/2010/main" val="7281225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ICOS Cover Option 1">
    <p:spTree>
      <p:nvGrpSpPr>
        <p:cNvPr id="1" name=""/>
        <p:cNvGrpSpPr/>
        <p:nvPr/>
      </p:nvGrpSpPr>
      <p:grpSpPr>
        <a:xfrm>
          <a:off x="0" y="0"/>
          <a:ext cx="0" cy="0"/>
          <a:chOff x="0" y="0"/>
          <a:chExt cx="0" cy="0"/>
        </a:xfrm>
      </p:grpSpPr>
      <p:sp>
        <p:nvSpPr>
          <p:cNvPr id="8" name="Line 7"/>
          <p:cNvSpPr>
            <a:spLocks noChangeShapeType="1"/>
          </p:cNvSpPr>
          <p:nvPr userDrawn="1"/>
        </p:nvSpPr>
        <p:spPr bwMode="auto">
          <a:xfrm flipV="1">
            <a:off x="625619" y="6165380"/>
            <a:ext cx="10942575" cy="0"/>
          </a:xfrm>
          <a:prstGeom prst="line">
            <a:avLst/>
          </a:prstGeom>
          <a:noFill/>
          <a:ln w="317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7" name="Foliennummernplatzhalter 2"/>
          <p:cNvSpPr>
            <a:spLocks noGrp="1"/>
          </p:cNvSpPr>
          <p:nvPr>
            <p:ph type="sldNum" sz="quarter" idx="4"/>
          </p:nvPr>
        </p:nvSpPr>
        <p:spPr>
          <a:xfrm>
            <a:off x="477838" y="6349881"/>
            <a:ext cx="1800000" cy="123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algn="l">
              <a:defRPr lang="de-DE" sz="800" smtClean="0">
                <a:solidFill>
                  <a:schemeClr val="bg2"/>
                </a:solidFill>
              </a:defRPr>
            </a:lvl1pPr>
          </a:lstStyle>
          <a:p>
            <a:pPr>
              <a:spcBef>
                <a:spcPct val="50000"/>
              </a:spcBef>
              <a:spcAft>
                <a:spcPct val="0"/>
              </a:spcAft>
              <a:buFontTx/>
              <a:buNone/>
            </a:pPr>
            <a:r>
              <a:rPr lang="en-US"/>
              <a:t>Page </a:t>
            </a:r>
            <a:fld id="{A06316EC-39FF-4C97-AA6E-29B761CE3E45}" type="slidenum">
              <a:rPr lang="en-US" smtClean="0"/>
              <a:pPr>
                <a:spcBef>
                  <a:spcPct val="50000"/>
                </a:spcBef>
                <a:spcAft>
                  <a:spcPct val="0"/>
                </a:spcAft>
                <a:buFontTx/>
                <a:buNone/>
              </a:pPr>
              <a:t>‹#›</a:t>
            </a:fld>
            <a:endParaRPr lang="en-US"/>
          </a:p>
        </p:txBody>
      </p:sp>
      <p:sp>
        <p:nvSpPr>
          <p:cNvPr id="14" name="Bildplatzhalter 2"/>
          <p:cNvSpPr>
            <a:spLocks noGrp="1"/>
          </p:cNvSpPr>
          <p:nvPr>
            <p:ph type="pic" sz="quarter" idx="10" hasCustomPrompt="1"/>
          </p:nvPr>
        </p:nvSpPr>
        <p:spPr>
          <a:xfrm>
            <a:off x="0" y="0"/>
            <a:ext cx="12190413" cy="6021360"/>
          </a:xfrm>
        </p:spPr>
        <p:txBody>
          <a:bodyPr anchor="ctr" anchorCtr="0"/>
          <a:lstStyle>
            <a:lvl1pPr marL="0" indent="0" algn="ctr">
              <a:buNone/>
              <a:defRPr baseline="0"/>
            </a:lvl1pPr>
          </a:lstStyle>
          <a:p>
            <a:r>
              <a:rPr lang="en-US"/>
              <a:t>Click to Add image</a:t>
            </a:r>
            <a:endParaRPr lang="de-DE"/>
          </a:p>
        </p:txBody>
      </p:sp>
      <p:sp>
        <p:nvSpPr>
          <p:cNvPr id="9" name="Rectangle 2"/>
          <p:cNvSpPr>
            <a:spLocks noGrp="1" noChangeArrowheads="1"/>
          </p:cNvSpPr>
          <p:nvPr>
            <p:ph type="ctrTitle" hasCustomPrompt="1"/>
          </p:nvPr>
        </p:nvSpPr>
        <p:spPr>
          <a:xfrm>
            <a:off x="477839" y="4797152"/>
            <a:ext cx="11233150" cy="1008140"/>
          </a:xfrm>
          <a:noFill/>
        </p:spPr>
        <p:txBody>
          <a:bodyPr/>
          <a:lstStyle>
            <a:lvl1pPr marL="0" indent="0">
              <a:defRPr sz="3200" cap="all" baseline="0"/>
            </a:lvl1pPr>
          </a:lstStyle>
          <a:p>
            <a:pPr lvl="0"/>
            <a:r>
              <a:rPr lang="en-US" noProof="0"/>
              <a:t>CLICK TO Edit THE title master – cover </a:t>
            </a:r>
            <a:r>
              <a:rPr lang="en-US" noProof="0" err="1"/>
              <a:t>OptioN</a:t>
            </a:r>
            <a:r>
              <a:rPr lang="en-US" noProof="0"/>
              <a:t> 1</a:t>
            </a:r>
            <a:endParaRPr lang="de-DE" noProof="0"/>
          </a:p>
        </p:txBody>
      </p:sp>
    </p:spTree>
    <p:extLst>
      <p:ext uri="{BB962C8B-B14F-4D97-AF65-F5344CB8AC3E}">
        <p14:creationId xmlns:p14="http://schemas.microsoft.com/office/powerpoint/2010/main" val="6345229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AICOS Cover Option 2">
    <p:spTree>
      <p:nvGrpSpPr>
        <p:cNvPr id="1" name=""/>
        <p:cNvGrpSpPr/>
        <p:nvPr/>
      </p:nvGrpSpPr>
      <p:grpSpPr>
        <a:xfrm>
          <a:off x="0" y="0"/>
          <a:ext cx="0" cy="0"/>
          <a:chOff x="0" y="0"/>
          <a:chExt cx="0" cy="0"/>
        </a:xfrm>
      </p:grpSpPr>
      <p:sp>
        <p:nvSpPr>
          <p:cNvPr id="8" name="Line 7"/>
          <p:cNvSpPr>
            <a:spLocks noChangeShapeType="1"/>
          </p:cNvSpPr>
          <p:nvPr userDrawn="1"/>
        </p:nvSpPr>
        <p:spPr bwMode="auto">
          <a:xfrm flipV="1">
            <a:off x="625619" y="6165380"/>
            <a:ext cx="10942575" cy="0"/>
          </a:xfrm>
          <a:prstGeom prst="line">
            <a:avLst/>
          </a:prstGeom>
          <a:noFill/>
          <a:ln w="317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9" name="Rectangle 2"/>
          <p:cNvSpPr>
            <a:spLocks noGrp="1" noChangeArrowheads="1"/>
          </p:cNvSpPr>
          <p:nvPr>
            <p:ph type="ctrTitle" hasCustomPrompt="1"/>
          </p:nvPr>
        </p:nvSpPr>
        <p:spPr>
          <a:xfrm>
            <a:off x="477839" y="476823"/>
            <a:ext cx="11233150" cy="1008140"/>
          </a:xfrm>
          <a:noFill/>
        </p:spPr>
        <p:txBody>
          <a:bodyPr/>
          <a:lstStyle>
            <a:lvl1pPr marL="0" indent="0">
              <a:defRPr sz="3200" cap="all" baseline="0"/>
            </a:lvl1pPr>
          </a:lstStyle>
          <a:p>
            <a:pPr lvl="0"/>
            <a:r>
              <a:rPr lang="en-US" noProof="0"/>
              <a:t>CLICK TO Edit THE title master – cover </a:t>
            </a:r>
            <a:r>
              <a:rPr lang="en-US" noProof="0" err="1"/>
              <a:t>OptioN</a:t>
            </a:r>
            <a:r>
              <a:rPr lang="en-US" noProof="0"/>
              <a:t> 2</a:t>
            </a:r>
            <a:endParaRPr lang="de-DE" noProof="0"/>
          </a:p>
        </p:txBody>
      </p:sp>
      <p:sp>
        <p:nvSpPr>
          <p:cNvPr id="10" name="Rectangle 3"/>
          <p:cNvSpPr>
            <a:spLocks noGrp="1" noChangeArrowheads="1"/>
          </p:cNvSpPr>
          <p:nvPr>
            <p:ph type="subTitle" idx="1" hasCustomPrompt="1"/>
          </p:nvPr>
        </p:nvSpPr>
        <p:spPr>
          <a:xfrm>
            <a:off x="477838" y="1773238"/>
            <a:ext cx="11233149" cy="647622"/>
          </a:xfrm>
        </p:spPr>
        <p:txBody>
          <a:bodyPr/>
          <a:lstStyle>
            <a:lvl1pPr marL="0" indent="0">
              <a:buNone/>
              <a:defRPr/>
            </a:lvl1pPr>
          </a:lstStyle>
          <a:p>
            <a:pPr lvl="0"/>
            <a:r>
              <a:rPr lang="en-US" noProof="0"/>
              <a:t>Click to edit the subtitle master</a:t>
            </a:r>
            <a:endParaRPr lang="de-DE" noProof="0"/>
          </a:p>
        </p:txBody>
      </p:sp>
      <p:sp>
        <p:nvSpPr>
          <p:cNvPr id="12" name="Line 12"/>
          <p:cNvSpPr>
            <a:spLocks noChangeShapeType="1"/>
          </p:cNvSpPr>
          <p:nvPr userDrawn="1"/>
        </p:nvSpPr>
        <p:spPr bwMode="auto">
          <a:xfrm flipV="1">
            <a:off x="477838" y="404813"/>
            <a:ext cx="11233150" cy="0"/>
          </a:xfrm>
          <a:prstGeom prst="line">
            <a:avLst/>
          </a:prstGeom>
          <a:noFill/>
          <a:ln w="508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3" name="Line 13"/>
          <p:cNvSpPr>
            <a:spLocks noChangeShapeType="1"/>
          </p:cNvSpPr>
          <p:nvPr userDrawn="1"/>
        </p:nvSpPr>
        <p:spPr bwMode="auto">
          <a:xfrm>
            <a:off x="477839" y="2492870"/>
            <a:ext cx="11233150" cy="0"/>
          </a:xfrm>
          <a:prstGeom prst="line">
            <a:avLst/>
          </a:prstGeom>
          <a:noFill/>
          <a:ln w="127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7" name="Foliennummernplatzhalter 2"/>
          <p:cNvSpPr>
            <a:spLocks noGrp="1"/>
          </p:cNvSpPr>
          <p:nvPr>
            <p:ph type="sldNum" sz="quarter" idx="4"/>
          </p:nvPr>
        </p:nvSpPr>
        <p:spPr>
          <a:xfrm>
            <a:off x="477838" y="6349881"/>
            <a:ext cx="1800000" cy="123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algn="l">
              <a:defRPr lang="de-DE" sz="800" smtClean="0">
                <a:solidFill>
                  <a:schemeClr val="bg2"/>
                </a:solidFill>
              </a:defRPr>
            </a:lvl1pPr>
          </a:lstStyle>
          <a:p>
            <a:pPr>
              <a:spcBef>
                <a:spcPct val="50000"/>
              </a:spcBef>
              <a:spcAft>
                <a:spcPct val="0"/>
              </a:spcAft>
              <a:buFontTx/>
              <a:buNone/>
            </a:pPr>
            <a:r>
              <a:rPr lang="en-US"/>
              <a:t>Page </a:t>
            </a:r>
            <a:fld id="{A06316EC-39FF-4C97-AA6E-29B761CE3E45}" type="slidenum">
              <a:rPr lang="en-US" smtClean="0"/>
              <a:pPr>
                <a:spcBef>
                  <a:spcPct val="50000"/>
                </a:spcBef>
                <a:spcAft>
                  <a:spcPct val="0"/>
                </a:spcAft>
                <a:buFontTx/>
                <a:buNone/>
              </a:pPr>
              <a:t>‹#›</a:t>
            </a:fld>
            <a:endParaRPr lang="en-US"/>
          </a:p>
        </p:txBody>
      </p:sp>
      <p:sp>
        <p:nvSpPr>
          <p:cNvPr id="14" name="Bildplatzhalter 2"/>
          <p:cNvSpPr>
            <a:spLocks noGrp="1"/>
          </p:cNvSpPr>
          <p:nvPr>
            <p:ph type="pic" sz="quarter" idx="10" hasCustomPrompt="1"/>
          </p:nvPr>
        </p:nvSpPr>
        <p:spPr>
          <a:xfrm>
            <a:off x="477838" y="2636890"/>
            <a:ext cx="11233149" cy="3384470"/>
          </a:xfrm>
        </p:spPr>
        <p:txBody>
          <a:bodyPr anchor="ctr" anchorCtr="0"/>
          <a:lstStyle>
            <a:lvl1pPr marL="0" indent="0" algn="ctr">
              <a:buNone/>
              <a:defRPr baseline="0"/>
            </a:lvl1pPr>
          </a:lstStyle>
          <a:p>
            <a:r>
              <a:rPr lang="en-US"/>
              <a:t>Click to Add image</a:t>
            </a:r>
            <a:endParaRPr lang="de-DE"/>
          </a:p>
        </p:txBody>
      </p:sp>
    </p:spTree>
    <p:extLst>
      <p:ext uri="{BB962C8B-B14F-4D97-AF65-F5344CB8AC3E}">
        <p14:creationId xmlns:p14="http://schemas.microsoft.com/office/powerpoint/2010/main" val="8900642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ICOS Content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62AE7-E46C-4670-8B4D-AD1A448BF807}"/>
              </a:ext>
            </a:extLst>
          </p:cNvPr>
          <p:cNvSpPr>
            <a:spLocks noGrp="1"/>
          </p:cNvSpPr>
          <p:nvPr>
            <p:ph type="title" hasCustomPrompt="1"/>
          </p:nvPr>
        </p:nvSpPr>
        <p:spPr/>
        <p:txBody>
          <a:bodyPr/>
          <a:lstStyle>
            <a:lvl1pPr>
              <a:defRPr/>
            </a:lvl1pPr>
          </a:lstStyle>
          <a:p>
            <a:r>
              <a:rPr lang="en-US"/>
              <a:t>Click to Edit the title master – Content slide</a:t>
            </a:r>
          </a:p>
        </p:txBody>
      </p:sp>
      <p:sp>
        <p:nvSpPr>
          <p:cNvPr id="5" name="Text Placeholder 4">
            <a:extLst>
              <a:ext uri="{FF2B5EF4-FFF2-40B4-BE49-F238E27FC236}">
                <a16:creationId xmlns:a16="http://schemas.microsoft.com/office/drawing/2014/main" id="{44FEBF2D-AD65-427F-8926-4AF1681C16F3}"/>
              </a:ext>
            </a:extLst>
          </p:cNvPr>
          <p:cNvSpPr>
            <a:spLocks noGrp="1"/>
          </p:cNvSpPr>
          <p:nvPr>
            <p:ph type="body" sz="quarter" idx="10" hasCustomPrompt="1"/>
          </p:nvPr>
        </p:nvSpPr>
        <p:spPr>
          <a:xfrm>
            <a:off x="477838" y="692696"/>
            <a:ext cx="11245849" cy="576064"/>
          </a:xfrm>
        </p:spPr>
        <p:txBody>
          <a:bodyPr/>
          <a:lstStyle>
            <a:lvl1pPr marL="0" indent="0">
              <a:buNone/>
              <a:defRPr sz="2200" b="0">
                <a:solidFill>
                  <a:srgbClr val="179C7D"/>
                </a:solidFill>
                <a:latin typeface="+mj-lt"/>
              </a:defRPr>
            </a:lvl1pPr>
            <a:lvl2pPr marL="360000" indent="0">
              <a:buNone/>
              <a:defRPr b="0">
                <a:solidFill>
                  <a:srgbClr val="179C7D"/>
                </a:solidFill>
              </a:defRPr>
            </a:lvl2pPr>
            <a:lvl3pPr marL="720000" indent="0">
              <a:buNone/>
              <a:defRPr b="0">
                <a:solidFill>
                  <a:srgbClr val="179C7D"/>
                </a:solidFill>
              </a:defRPr>
            </a:lvl3pPr>
            <a:lvl4pPr marL="1080000" indent="0">
              <a:buNone/>
              <a:defRPr b="0">
                <a:solidFill>
                  <a:srgbClr val="179C7D"/>
                </a:solidFill>
              </a:defRPr>
            </a:lvl4pPr>
            <a:lvl5pPr marL="1440000" indent="0">
              <a:buNone/>
              <a:defRPr b="0">
                <a:solidFill>
                  <a:srgbClr val="179C7D"/>
                </a:solidFill>
              </a:defRPr>
            </a:lvl5pPr>
          </a:lstStyle>
          <a:p>
            <a:pPr lvl="0"/>
            <a:r>
              <a:rPr lang="en-US"/>
              <a:t>Subtitle master</a:t>
            </a:r>
          </a:p>
        </p:txBody>
      </p:sp>
      <p:sp>
        <p:nvSpPr>
          <p:cNvPr id="6" name="Inhaltsplatzhalter 2">
            <a:extLst>
              <a:ext uri="{FF2B5EF4-FFF2-40B4-BE49-F238E27FC236}">
                <a16:creationId xmlns:a16="http://schemas.microsoft.com/office/drawing/2014/main" id="{9ABB6E65-646D-4F0C-A821-99E98D4AC120}"/>
              </a:ext>
            </a:extLst>
          </p:cNvPr>
          <p:cNvSpPr>
            <a:spLocks noGrp="1"/>
          </p:cNvSpPr>
          <p:nvPr>
            <p:ph idx="1" hasCustomPrompt="1"/>
          </p:nvPr>
        </p:nvSpPr>
        <p:spPr>
          <a:xfrm>
            <a:off x="477838" y="1773238"/>
            <a:ext cx="11233149" cy="4248150"/>
          </a:xfrm>
        </p:spPr>
        <p:txBody>
          <a:bodyPr/>
          <a:lstStyle/>
          <a:p>
            <a:pPr lvl="0"/>
            <a:r>
              <a:rPr lang="en-US"/>
              <a:t>Edit master text</a:t>
            </a:r>
          </a:p>
          <a:p>
            <a:pPr lvl="1"/>
            <a:r>
              <a:rPr lang="en-US"/>
              <a:t>Second level</a:t>
            </a:r>
          </a:p>
          <a:p>
            <a:pPr lvl="2"/>
            <a:r>
              <a:rPr lang="en-US"/>
              <a:t>Third level</a:t>
            </a:r>
          </a:p>
          <a:p>
            <a:pPr lvl="3"/>
            <a:r>
              <a:rPr lang="en-US"/>
              <a:t>Fourth level</a:t>
            </a:r>
          </a:p>
          <a:p>
            <a:pPr lvl="4"/>
            <a:r>
              <a:rPr lang="en-US"/>
              <a:t>Fifth level</a:t>
            </a:r>
            <a:endParaRPr lang="de-DE"/>
          </a:p>
        </p:txBody>
      </p:sp>
      <p:sp>
        <p:nvSpPr>
          <p:cNvPr id="9" name="Foliennummernplatzhalter 2">
            <a:extLst>
              <a:ext uri="{FF2B5EF4-FFF2-40B4-BE49-F238E27FC236}">
                <a16:creationId xmlns:a16="http://schemas.microsoft.com/office/drawing/2014/main" id="{94F1D8D2-E938-4551-A127-326E120BE8F5}"/>
              </a:ext>
            </a:extLst>
          </p:cNvPr>
          <p:cNvSpPr>
            <a:spLocks noGrp="1"/>
          </p:cNvSpPr>
          <p:nvPr>
            <p:ph type="sldNum" sz="quarter" idx="4"/>
          </p:nvPr>
        </p:nvSpPr>
        <p:spPr>
          <a:xfrm>
            <a:off x="477838" y="6349881"/>
            <a:ext cx="1800000" cy="123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algn="l">
              <a:defRPr lang="de-DE" sz="800" smtClean="0">
                <a:solidFill>
                  <a:schemeClr val="bg2"/>
                </a:solidFill>
              </a:defRPr>
            </a:lvl1pPr>
          </a:lstStyle>
          <a:p>
            <a:pPr>
              <a:spcBef>
                <a:spcPct val="50000"/>
              </a:spcBef>
              <a:spcAft>
                <a:spcPct val="0"/>
              </a:spcAft>
              <a:buFontTx/>
              <a:buNone/>
            </a:pPr>
            <a:r>
              <a:rPr lang="en-US"/>
              <a:t>Page </a:t>
            </a:r>
            <a:fld id="{A06316EC-39FF-4C97-AA6E-29B761CE3E45}" type="slidenum">
              <a:rPr lang="en-US" smtClean="0"/>
              <a:pPr>
                <a:spcBef>
                  <a:spcPct val="50000"/>
                </a:spcBef>
                <a:spcAft>
                  <a:spcPct val="0"/>
                </a:spcAft>
                <a:buFontTx/>
                <a:buNone/>
              </a:pPr>
              <a:t>‹#›</a:t>
            </a:fld>
            <a:endParaRPr lang="en-US"/>
          </a:p>
        </p:txBody>
      </p:sp>
    </p:spTree>
    <p:extLst>
      <p:ext uri="{BB962C8B-B14F-4D97-AF65-F5344CB8AC3E}">
        <p14:creationId xmlns:p14="http://schemas.microsoft.com/office/powerpoint/2010/main" val="35980223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ICOS Content Slide 2">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477839" y="334800"/>
            <a:ext cx="11233150" cy="369332"/>
          </a:xfrm>
        </p:spPr>
        <p:txBody>
          <a:bodyPr wrap="square">
            <a:spAutoFit/>
          </a:bodyPr>
          <a:lstStyle>
            <a:lvl1pPr marL="0" indent="0" defTabSz="504000">
              <a:defRPr/>
            </a:lvl1pPr>
          </a:lstStyle>
          <a:p>
            <a:r>
              <a:rPr lang="en-US"/>
              <a:t>Click to Edit the title master – Content slide without subtitle</a:t>
            </a:r>
            <a:endParaRPr lang="de-DE"/>
          </a:p>
        </p:txBody>
      </p:sp>
      <p:sp>
        <p:nvSpPr>
          <p:cNvPr id="3" name="Inhaltsplatzhalter 2"/>
          <p:cNvSpPr>
            <a:spLocks noGrp="1"/>
          </p:cNvSpPr>
          <p:nvPr>
            <p:ph idx="1" hasCustomPrompt="1"/>
          </p:nvPr>
        </p:nvSpPr>
        <p:spPr>
          <a:xfrm>
            <a:off x="477838" y="1773238"/>
            <a:ext cx="11233149" cy="4248150"/>
          </a:xfrm>
        </p:spPr>
        <p:txBody>
          <a:bodyPr/>
          <a:lstStyle/>
          <a:p>
            <a:pPr lvl="0"/>
            <a:r>
              <a:rPr lang="en-US"/>
              <a:t>Edit master text</a:t>
            </a:r>
          </a:p>
          <a:p>
            <a:pPr lvl="1"/>
            <a:r>
              <a:rPr lang="en-US"/>
              <a:t>Second level</a:t>
            </a:r>
          </a:p>
          <a:p>
            <a:pPr lvl="2"/>
            <a:r>
              <a:rPr lang="en-US"/>
              <a:t>Third level</a:t>
            </a:r>
          </a:p>
          <a:p>
            <a:pPr lvl="3"/>
            <a:r>
              <a:rPr lang="en-US"/>
              <a:t>Fourth level</a:t>
            </a:r>
          </a:p>
          <a:p>
            <a:pPr lvl="4"/>
            <a:r>
              <a:rPr lang="en-US"/>
              <a:t>Fifth level</a:t>
            </a:r>
            <a:endParaRPr lang="de-DE"/>
          </a:p>
        </p:txBody>
      </p:sp>
      <p:sp>
        <p:nvSpPr>
          <p:cNvPr id="7" name="Foliennummernplatzhalter 2"/>
          <p:cNvSpPr>
            <a:spLocks noGrp="1"/>
          </p:cNvSpPr>
          <p:nvPr>
            <p:ph type="sldNum" sz="quarter" idx="4"/>
          </p:nvPr>
        </p:nvSpPr>
        <p:spPr>
          <a:xfrm>
            <a:off x="477838" y="6349881"/>
            <a:ext cx="1800000" cy="123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algn="l">
              <a:defRPr lang="de-DE" sz="800" smtClean="0">
                <a:solidFill>
                  <a:schemeClr val="bg2"/>
                </a:solidFill>
              </a:defRPr>
            </a:lvl1pPr>
          </a:lstStyle>
          <a:p>
            <a:pPr>
              <a:spcBef>
                <a:spcPct val="50000"/>
              </a:spcBef>
              <a:spcAft>
                <a:spcPct val="0"/>
              </a:spcAft>
              <a:buFontTx/>
              <a:buNone/>
            </a:pPr>
            <a:r>
              <a:rPr lang="en-US"/>
              <a:t>Page </a:t>
            </a:r>
            <a:fld id="{A06316EC-39FF-4C97-AA6E-29B761CE3E45}" type="slidenum">
              <a:rPr lang="en-US" smtClean="0"/>
              <a:pPr>
                <a:spcBef>
                  <a:spcPct val="50000"/>
                </a:spcBef>
                <a:spcAft>
                  <a:spcPct val="0"/>
                </a:spcAft>
                <a:buFontTx/>
                <a:buNone/>
              </a:pPr>
              <a:t>‹#›</a:t>
            </a:fld>
            <a:endParaRPr lang="en-US"/>
          </a:p>
        </p:txBody>
      </p:sp>
    </p:spTree>
    <p:extLst>
      <p:ext uri="{BB962C8B-B14F-4D97-AF65-F5344CB8AC3E}">
        <p14:creationId xmlns:p14="http://schemas.microsoft.com/office/powerpoint/2010/main" val="254184131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77838" y="334800"/>
            <a:ext cx="11245849" cy="429892"/>
          </a:xfrm>
          <a:prstGeom prst="rect">
            <a:avLst/>
          </a:prstGeom>
          <a:noFill/>
          <a:ln>
            <a:noFill/>
          </a:ln>
          <a:effectLst/>
        </p:spPr>
        <p:txBody>
          <a:bodyPr vert="horz" wrap="square" lIns="0" tIns="0" rIns="0" bIns="0" numCol="1" anchor="t" anchorCtr="0" compatLnSpc="1">
            <a:prstTxWarp prst="textNoShape">
              <a:avLst/>
            </a:prstTxWarp>
            <a:noAutofit/>
          </a:bodyPr>
          <a:lstStyle/>
          <a:p>
            <a:pPr lvl="0"/>
            <a:r>
              <a:rPr lang="en-US"/>
              <a:t>Click to Edit the title </a:t>
            </a:r>
            <a:r>
              <a:rPr lang="en-US" noProof="0"/>
              <a:t>master</a:t>
            </a:r>
            <a:endParaRPr lang="en-US"/>
          </a:p>
        </p:txBody>
      </p:sp>
      <p:sp>
        <p:nvSpPr>
          <p:cNvPr id="1027" name="Rectangle 3"/>
          <p:cNvSpPr>
            <a:spLocks noGrp="1" noChangeArrowheads="1"/>
          </p:cNvSpPr>
          <p:nvPr>
            <p:ph type="body" idx="1"/>
          </p:nvPr>
        </p:nvSpPr>
        <p:spPr bwMode="auto">
          <a:xfrm>
            <a:off x="477839" y="1774800"/>
            <a:ext cx="11233150" cy="4248150"/>
          </a:xfrm>
          <a:prstGeom prst="rect">
            <a:avLst/>
          </a:prstGeom>
          <a:noFill/>
          <a:ln>
            <a:noFill/>
          </a:ln>
          <a:effectLst/>
        </p:spPr>
        <p:txBody>
          <a:bodyPr vert="horz" wrap="square" lIns="0" tIns="0" rIns="0" bIns="0" numCol="1" anchor="t" anchorCtr="0" compatLnSpc="1">
            <a:prstTxWarp prst="textNoShape">
              <a:avLst/>
            </a:prstTxWarp>
          </a:bodyPr>
          <a:lstStyle/>
          <a:p>
            <a:pPr lvl="0"/>
            <a:r>
              <a:rPr lang="en-US"/>
              <a:t>Edit master text </a:t>
            </a:r>
          </a:p>
          <a:p>
            <a:pPr lvl="1"/>
            <a:r>
              <a:rPr lang="en-US"/>
              <a:t>Second level</a:t>
            </a:r>
          </a:p>
          <a:p>
            <a:pPr lvl="2"/>
            <a:r>
              <a:rPr lang="en-US"/>
              <a:t>Third level</a:t>
            </a:r>
          </a:p>
          <a:p>
            <a:pPr lvl="3"/>
            <a:r>
              <a:rPr lang="en-US"/>
              <a:t>Fourth level</a:t>
            </a:r>
          </a:p>
          <a:p>
            <a:pPr lvl="4"/>
            <a:r>
              <a:rPr lang="en-US"/>
              <a:t>Fifth level</a:t>
            </a:r>
            <a:endParaRPr lang="de-DE"/>
          </a:p>
        </p:txBody>
      </p:sp>
      <p:sp>
        <p:nvSpPr>
          <p:cNvPr id="1032" name="Text Box 8"/>
          <p:cNvSpPr txBox="1">
            <a:spLocks noChangeArrowheads="1"/>
          </p:cNvSpPr>
          <p:nvPr/>
        </p:nvSpPr>
        <p:spPr bwMode="auto">
          <a:xfrm>
            <a:off x="477838" y="6349881"/>
            <a:ext cx="180000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spcBef>
                <a:spcPct val="50000"/>
              </a:spcBef>
              <a:spcAft>
                <a:spcPct val="0"/>
              </a:spcAft>
              <a:buFontTx/>
              <a:buNone/>
            </a:pPr>
            <a:endParaRPr lang="de-DE" sz="800">
              <a:solidFill>
                <a:schemeClr val="bg2"/>
              </a:solidFill>
            </a:endParaRPr>
          </a:p>
          <a:p>
            <a:pPr>
              <a:spcBef>
                <a:spcPct val="50000"/>
              </a:spcBef>
              <a:spcAft>
                <a:spcPct val="0"/>
              </a:spcAft>
              <a:buFontTx/>
              <a:buNone/>
            </a:pPr>
            <a:r>
              <a:rPr lang="de-DE" sz="800">
                <a:solidFill>
                  <a:schemeClr val="bg2"/>
                </a:solidFill>
              </a:rPr>
              <a:t>© Fraunhofer Portugal </a:t>
            </a:r>
          </a:p>
        </p:txBody>
      </p:sp>
      <p:sp>
        <p:nvSpPr>
          <p:cNvPr id="7" name="Line 7"/>
          <p:cNvSpPr>
            <a:spLocks noChangeShapeType="1"/>
          </p:cNvSpPr>
          <p:nvPr/>
        </p:nvSpPr>
        <p:spPr bwMode="auto">
          <a:xfrm flipV="1">
            <a:off x="477838" y="6165380"/>
            <a:ext cx="11233150" cy="0"/>
          </a:xfrm>
          <a:prstGeom prst="line">
            <a:avLst/>
          </a:prstGeom>
          <a:noFill/>
          <a:ln w="317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grpSp>
        <p:nvGrpSpPr>
          <p:cNvPr id="18" name="Gruppieren 17"/>
          <p:cNvGrpSpPr/>
          <p:nvPr/>
        </p:nvGrpSpPr>
        <p:grpSpPr>
          <a:xfrm>
            <a:off x="0" y="6993540"/>
            <a:ext cx="5832150" cy="324000"/>
            <a:chOff x="0" y="7101510"/>
            <a:chExt cx="5832150" cy="324000"/>
          </a:xfrm>
        </p:grpSpPr>
        <p:sp>
          <p:nvSpPr>
            <p:cNvPr id="19" name="Rechteck 18"/>
            <p:cNvSpPr/>
            <p:nvPr userDrawn="1"/>
          </p:nvSpPr>
          <p:spPr>
            <a:xfrm>
              <a:off x="0" y="7101510"/>
              <a:ext cx="180000" cy="324000"/>
            </a:xfrm>
            <a:prstGeom prst="rect">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24000" tIns="36000" rIns="0" bIns="0" rtlCol="0" anchor="ctr" anchorCtr="0"/>
            <a:lstStyle/>
            <a:p>
              <a:pPr algn="l">
                <a:lnSpc>
                  <a:spcPts val="600"/>
                </a:lnSpc>
              </a:pPr>
              <a:r>
                <a:rPr lang="de-DE" sz="900">
                  <a:solidFill>
                    <a:schemeClr val="tx1"/>
                  </a:solidFill>
                </a:rPr>
                <a:t>R 23</a:t>
              </a:r>
            </a:p>
            <a:p>
              <a:pPr algn="l">
                <a:lnSpc>
                  <a:spcPts val="600"/>
                </a:lnSpc>
              </a:pPr>
              <a:r>
                <a:rPr lang="de-DE" sz="900">
                  <a:solidFill>
                    <a:schemeClr val="tx1"/>
                  </a:solidFill>
                </a:rPr>
                <a:t>G 156</a:t>
              </a:r>
            </a:p>
            <a:p>
              <a:pPr algn="l">
                <a:lnSpc>
                  <a:spcPts val="600"/>
                </a:lnSpc>
              </a:pPr>
              <a:r>
                <a:rPr lang="de-DE" sz="900">
                  <a:solidFill>
                    <a:schemeClr val="tx1"/>
                  </a:solidFill>
                </a:rPr>
                <a:t>B 125</a:t>
              </a:r>
            </a:p>
          </p:txBody>
        </p:sp>
        <p:sp>
          <p:nvSpPr>
            <p:cNvPr id="20" name="Rechteck 19"/>
            <p:cNvSpPr/>
            <p:nvPr userDrawn="1"/>
          </p:nvSpPr>
          <p:spPr>
            <a:xfrm>
              <a:off x="942025" y="7101510"/>
              <a:ext cx="180000" cy="324000"/>
            </a:xfrm>
            <a:prstGeom prst="rect">
              <a:avLst/>
            </a:prstGeom>
            <a:solidFill>
              <a:srgbClr val="F294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24000" tIns="36000" rIns="0" bIns="0" rtlCol="0" anchor="ctr" anchorCtr="0"/>
            <a:lstStyle/>
            <a:p>
              <a:pPr algn="l">
                <a:lnSpc>
                  <a:spcPts val="600"/>
                </a:lnSpc>
              </a:pPr>
              <a:r>
                <a:rPr lang="de-DE" sz="900">
                  <a:solidFill>
                    <a:schemeClr val="tx1"/>
                  </a:solidFill>
                </a:rPr>
                <a:t>R 242</a:t>
              </a:r>
            </a:p>
            <a:p>
              <a:pPr algn="l">
                <a:lnSpc>
                  <a:spcPts val="600"/>
                </a:lnSpc>
              </a:pPr>
              <a:r>
                <a:rPr lang="de-DE" sz="900">
                  <a:solidFill>
                    <a:schemeClr val="tx1"/>
                  </a:solidFill>
                </a:rPr>
                <a:t>G 148</a:t>
              </a:r>
            </a:p>
            <a:p>
              <a:pPr algn="l">
                <a:lnSpc>
                  <a:spcPts val="600"/>
                </a:lnSpc>
              </a:pPr>
              <a:r>
                <a:rPr lang="de-DE" sz="900">
                  <a:solidFill>
                    <a:schemeClr val="tx1"/>
                  </a:solidFill>
                </a:rPr>
                <a:t>B 0</a:t>
              </a:r>
            </a:p>
          </p:txBody>
        </p:sp>
        <p:sp>
          <p:nvSpPr>
            <p:cNvPr id="21" name="Rechteck 20"/>
            <p:cNvSpPr/>
            <p:nvPr userDrawn="1"/>
          </p:nvSpPr>
          <p:spPr>
            <a:xfrm>
              <a:off x="1884050" y="7101510"/>
              <a:ext cx="180000" cy="324000"/>
            </a:xfrm>
            <a:prstGeom prst="rect">
              <a:avLst/>
            </a:prstGeom>
            <a:solidFill>
              <a:srgbClr val="1F82C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24000" tIns="36000" rIns="0" bIns="0" rtlCol="0" anchor="ctr" anchorCtr="0"/>
            <a:lstStyle/>
            <a:p>
              <a:pPr algn="l">
                <a:lnSpc>
                  <a:spcPts val="600"/>
                </a:lnSpc>
              </a:pPr>
              <a:r>
                <a:rPr lang="de-DE" sz="900">
                  <a:solidFill>
                    <a:schemeClr val="tx1"/>
                  </a:solidFill>
                </a:rPr>
                <a:t>R 31</a:t>
              </a:r>
            </a:p>
            <a:p>
              <a:pPr algn="l">
                <a:lnSpc>
                  <a:spcPts val="600"/>
                </a:lnSpc>
              </a:pPr>
              <a:r>
                <a:rPr lang="de-DE" sz="900">
                  <a:solidFill>
                    <a:schemeClr val="tx1"/>
                  </a:solidFill>
                </a:rPr>
                <a:t>G 130</a:t>
              </a:r>
            </a:p>
            <a:p>
              <a:pPr algn="l">
                <a:lnSpc>
                  <a:spcPts val="600"/>
                </a:lnSpc>
              </a:pPr>
              <a:r>
                <a:rPr lang="de-DE" sz="900">
                  <a:solidFill>
                    <a:schemeClr val="tx1"/>
                  </a:solidFill>
                </a:rPr>
                <a:t>B 192</a:t>
              </a:r>
            </a:p>
          </p:txBody>
        </p:sp>
        <p:sp>
          <p:nvSpPr>
            <p:cNvPr id="22" name="Rechteck 21"/>
            <p:cNvSpPr/>
            <p:nvPr userDrawn="1"/>
          </p:nvSpPr>
          <p:spPr>
            <a:xfrm>
              <a:off x="2826075" y="7101510"/>
              <a:ext cx="180000" cy="324000"/>
            </a:xfrm>
            <a:prstGeom prst="rect">
              <a:avLst/>
            </a:prstGeom>
            <a:solidFill>
              <a:srgbClr val="E2001A"/>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24000" tIns="36000" rIns="0" bIns="0" rtlCol="0" anchor="ctr" anchorCtr="0"/>
            <a:lstStyle/>
            <a:p>
              <a:pPr algn="l">
                <a:lnSpc>
                  <a:spcPts val="600"/>
                </a:lnSpc>
              </a:pPr>
              <a:r>
                <a:rPr lang="de-DE" sz="900">
                  <a:solidFill>
                    <a:schemeClr val="tx1"/>
                  </a:solidFill>
                </a:rPr>
                <a:t>R 226</a:t>
              </a:r>
            </a:p>
            <a:p>
              <a:pPr algn="l">
                <a:lnSpc>
                  <a:spcPts val="600"/>
                </a:lnSpc>
              </a:pPr>
              <a:r>
                <a:rPr lang="de-DE" sz="900">
                  <a:solidFill>
                    <a:schemeClr val="tx1"/>
                  </a:solidFill>
                </a:rPr>
                <a:t>G 0</a:t>
              </a:r>
            </a:p>
            <a:p>
              <a:pPr algn="l">
                <a:lnSpc>
                  <a:spcPts val="600"/>
                </a:lnSpc>
              </a:pPr>
              <a:r>
                <a:rPr lang="de-DE" sz="900">
                  <a:solidFill>
                    <a:schemeClr val="tx1"/>
                  </a:solidFill>
                </a:rPr>
                <a:t>B 26</a:t>
              </a:r>
            </a:p>
          </p:txBody>
        </p:sp>
        <p:sp>
          <p:nvSpPr>
            <p:cNvPr id="23" name="Rechteck 22"/>
            <p:cNvSpPr/>
            <p:nvPr userDrawn="1"/>
          </p:nvSpPr>
          <p:spPr>
            <a:xfrm>
              <a:off x="3768100" y="7101510"/>
              <a:ext cx="180000" cy="324000"/>
            </a:xfrm>
            <a:prstGeom prst="rect">
              <a:avLst/>
            </a:prstGeom>
            <a:solidFill>
              <a:srgbClr val="B1C8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24000" tIns="36000" rIns="0" bIns="0" rtlCol="0" anchor="ctr" anchorCtr="0"/>
            <a:lstStyle/>
            <a:p>
              <a:pPr algn="l">
                <a:lnSpc>
                  <a:spcPts val="600"/>
                </a:lnSpc>
              </a:pPr>
              <a:r>
                <a:rPr lang="de-DE" sz="900">
                  <a:solidFill>
                    <a:schemeClr val="tx1"/>
                  </a:solidFill>
                </a:rPr>
                <a:t>R 95</a:t>
              </a:r>
            </a:p>
            <a:p>
              <a:pPr algn="l">
                <a:lnSpc>
                  <a:spcPts val="600"/>
                </a:lnSpc>
              </a:pPr>
              <a:r>
                <a:rPr lang="de-DE" sz="900">
                  <a:solidFill>
                    <a:schemeClr val="tx1"/>
                  </a:solidFill>
                </a:rPr>
                <a:t>G 200</a:t>
              </a:r>
            </a:p>
            <a:p>
              <a:pPr algn="l">
                <a:lnSpc>
                  <a:spcPts val="600"/>
                </a:lnSpc>
              </a:pPr>
              <a:r>
                <a:rPr lang="de-DE" sz="900">
                  <a:solidFill>
                    <a:schemeClr val="tx1"/>
                  </a:solidFill>
                </a:rPr>
                <a:t>B 0</a:t>
              </a:r>
            </a:p>
          </p:txBody>
        </p:sp>
        <p:sp>
          <p:nvSpPr>
            <p:cNvPr id="24" name="Rechteck 23"/>
            <p:cNvSpPr/>
            <p:nvPr userDrawn="1"/>
          </p:nvSpPr>
          <p:spPr>
            <a:xfrm>
              <a:off x="4710125" y="7101510"/>
              <a:ext cx="180000" cy="324000"/>
            </a:xfrm>
            <a:prstGeom prst="rect">
              <a:avLst/>
            </a:prstGeom>
            <a:solidFill>
              <a:srgbClr val="FEEFD6"/>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24000" tIns="36000" rIns="0" bIns="0" rtlCol="0" anchor="ctr" anchorCtr="0"/>
            <a:lstStyle/>
            <a:p>
              <a:pPr algn="l">
                <a:lnSpc>
                  <a:spcPts val="600"/>
                </a:lnSpc>
              </a:pPr>
              <a:r>
                <a:rPr lang="de-DE" sz="900">
                  <a:solidFill>
                    <a:schemeClr val="tx1"/>
                  </a:solidFill>
                </a:rPr>
                <a:t>R 254</a:t>
              </a:r>
            </a:p>
            <a:p>
              <a:pPr algn="l">
                <a:lnSpc>
                  <a:spcPts val="600"/>
                </a:lnSpc>
              </a:pPr>
              <a:r>
                <a:rPr lang="de-DE" sz="900">
                  <a:solidFill>
                    <a:schemeClr val="tx1"/>
                  </a:solidFill>
                </a:rPr>
                <a:t>G 239</a:t>
              </a:r>
            </a:p>
            <a:p>
              <a:pPr algn="l">
                <a:lnSpc>
                  <a:spcPts val="600"/>
                </a:lnSpc>
              </a:pPr>
              <a:r>
                <a:rPr lang="de-DE" sz="900">
                  <a:solidFill>
                    <a:schemeClr val="tx1"/>
                  </a:solidFill>
                </a:rPr>
                <a:t>B 214</a:t>
              </a:r>
            </a:p>
          </p:txBody>
        </p:sp>
        <p:sp>
          <p:nvSpPr>
            <p:cNvPr id="25" name="Rechteck 24"/>
            <p:cNvSpPr/>
            <p:nvPr userDrawn="1"/>
          </p:nvSpPr>
          <p:spPr>
            <a:xfrm>
              <a:off x="5652150" y="7101510"/>
              <a:ext cx="180000" cy="324000"/>
            </a:xfrm>
            <a:prstGeom prst="rect">
              <a:avLst/>
            </a:prstGeom>
            <a:solidFill>
              <a:schemeClr val="accent6"/>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24000" tIns="36000" rIns="0" bIns="0" rtlCol="0" anchor="ctr" anchorCtr="0"/>
            <a:lstStyle/>
            <a:p>
              <a:pPr algn="l">
                <a:lnSpc>
                  <a:spcPts val="600"/>
                </a:lnSpc>
              </a:pPr>
              <a:r>
                <a:rPr lang="de-DE" sz="900">
                  <a:solidFill>
                    <a:schemeClr val="tx1"/>
                  </a:solidFill>
                </a:rPr>
                <a:t>R 225</a:t>
              </a:r>
            </a:p>
            <a:p>
              <a:pPr algn="l">
                <a:lnSpc>
                  <a:spcPts val="600"/>
                </a:lnSpc>
              </a:pPr>
              <a:r>
                <a:rPr lang="de-DE" sz="900">
                  <a:solidFill>
                    <a:schemeClr val="tx1"/>
                  </a:solidFill>
                </a:rPr>
                <a:t>G 227</a:t>
              </a:r>
            </a:p>
            <a:p>
              <a:pPr algn="l">
                <a:lnSpc>
                  <a:spcPts val="600"/>
                </a:lnSpc>
              </a:pPr>
              <a:r>
                <a:rPr lang="de-DE" sz="900">
                  <a:solidFill>
                    <a:schemeClr val="tx1"/>
                  </a:solidFill>
                </a:rPr>
                <a:t>B 227</a:t>
              </a:r>
            </a:p>
          </p:txBody>
        </p:sp>
      </p:grpSp>
      <p:pic>
        <p:nvPicPr>
          <p:cNvPr id="26" name="Picture 25"/>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10227043" y="6215537"/>
            <a:ext cx="1556795" cy="525831"/>
          </a:xfrm>
          <a:prstGeom prst="rect">
            <a:avLst/>
          </a:prstGeom>
        </p:spPr>
      </p:pic>
    </p:spTree>
    <p:extLst>
      <p:ext uri="{BB962C8B-B14F-4D97-AF65-F5344CB8AC3E}">
        <p14:creationId xmlns:p14="http://schemas.microsoft.com/office/powerpoint/2010/main" val="3737120482"/>
      </p:ext>
    </p:extLst>
  </p:cSld>
  <p:clrMap bg1="lt1" tx1="dk1" bg2="lt2" tx2="dk2" accent1="accent1" accent2="accent2" accent3="accent3" accent4="accent4" accent5="accent5" accent6="accent6" hlink="hlink" folHlink="folHlink"/>
  <p:sldLayoutIdLst>
    <p:sldLayoutId id="2147483680" r:id="rId1"/>
    <p:sldLayoutId id="2147483683" r:id="rId2"/>
    <p:sldLayoutId id="2147483682" r:id="rId3"/>
    <p:sldLayoutId id="2147483674" r:id="rId4"/>
  </p:sldLayoutIdLst>
  <p:hf hdr="0" dt="0"/>
  <p:txStyles>
    <p:titleStyle>
      <a:lvl1pPr marL="0" indent="0" algn="l" defTabSz="504000" rtl="0" eaLnBrk="1" fontAlgn="base" hangingPunct="1">
        <a:spcBef>
          <a:spcPct val="0"/>
        </a:spcBef>
        <a:spcAft>
          <a:spcPct val="0"/>
        </a:spcAft>
        <a:defRPr sz="2400" b="1">
          <a:solidFill>
            <a:schemeClr val="tx1"/>
          </a:solidFill>
          <a:latin typeface="+mj-lt"/>
          <a:ea typeface="+mj-ea"/>
          <a:cs typeface="+mj-cs"/>
        </a:defRPr>
      </a:lvl1pPr>
      <a:lvl2pPr algn="l" rtl="0" eaLnBrk="1" fontAlgn="base" hangingPunct="1">
        <a:spcBef>
          <a:spcPct val="0"/>
        </a:spcBef>
        <a:spcAft>
          <a:spcPct val="0"/>
        </a:spcAft>
        <a:defRPr sz="2400" b="1">
          <a:solidFill>
            <a:schemeClr val="tx1"/>
          </a:solidFill>
          <a:latin typeface="Frutiger LT Com 45 Light" pitchFamily="34" charset="0"/>
        </a:defRPr>
      </a:lvl2pPr>
      <a:lvl3pPr algn="l" rtl="0" eaLnBrk="1" fontAlgn="base" hangingPunct="1">
        <a:spcBef>
          <a:spcPct val="0"/>
        </a:spcBef>
        <a:spcAft>
          <a:spcPct val="0"/>
        </a:spcAft>
        <a:defRPr sz="2400" b="1">
          <a:solidFill>
            <a:schemeClr val="tx1"/>
          </a:solidFill>
          <a:latin typeface="Frutiger LT Com 45 Light" pitchFamily="34" charset="0"/>
        </a:defRPr>
      </a:lvl3pPr>
      <a:lvl4pPr algn="l" rtl="0" eaLnBrk="1" fontAlgn="base" hangingPunct="1">
        <a:spcBef>
          <a:spcPct val="0"/>
        </a:spcBef>
        <a:spcAft>
          <a:spcPct val="0"/>
        </a:spcAft>
        <a:defRPr sz="2400" b="1">
          <a:solidFill>
            <a:schemeClr val="tx1"/>
          </a:solidFill>
          <a:latin typeface="Frutiger LT Com 45 Light" pitchFamily="34" charset="0"/>
        </a:defRPr>
      </a:lvl4pPr>
      <a:lvl5pPr algn="l" rtl="0" eaLnBrk="1" fontAlgn="base" hangingPunct="1">
        <a:spcBef>
          <a:spcPct val="0"/>
        </a:spcBef>
        <a:spcAft>
          <a:spcPct val="0"/>
        </a:spcAft>
        <a:defRPr sz="2400" b="1">
          <a:solidFill>
            <a:schemeClr val="tx1"/>
          </a:solidFill>
          <a:latin typeface="Frutiger LT Com 45 Light" pitchFamily="34" charset="0"/>
        </a:defRPr>
      </a:lvl5pPr>
      <a:lvl6pPr marL="457200" algn="l" rtl="0" eaLnBrk="1" fontAlgn="base" hangingPunct="1">
        <a:spcBef>
          <a:spcPct val="0"/>
        </a:spcBef>
        <a:spcAft>
          <a:spcPct val="0"/>
        </a:spcAft>
        <a:defRPr sz="2400" b="1">
          <a:solidFill>
            <a:schemeClr val="tx1"/>
          </a:solidFill>
          <a:latin typeface="Frutiger LT Com 45 Light" pitchFamily="34" charset="0"/>
        </a:defRPr>
      </a:lvl6pPr>
      <a:lvl7pPr marL="914400" algn="l" rtl="0" eaLnBrk="1" fontAlgn="base" hangingPunct="1">
        <a:spcBef>
          <a:spcPct val="0"/>
        </a:spcBef>
        <a:spcAft>
          <a:spcPct val="0"/>
        </a:spcAft>
        <a:defRPr sz="2400" b="1">
          <a:solidFill>
            <a:schemeClr val="tx1"/>
          </a:solidFill>
          <a:latin typeface="Frutiger LT Com 45 Light" pitchFamily="34" charset="0"/>
        </a:defRPr>
      </a:lvl7pPr>
      <a:lvl8pPr marL="1371600" algn="l" rtl="0" eaLnBrk="1" fontAlgn="base" hangingPunct="1">
        <a:spcBef>
          <a:spcPct val="0"/>
        </a:spcBef>
        <a:spcAft>
          <a:spcPct val="0"/>
        </a:spcAft>
        <a:defRPr sz="2400" b="1">
          <a:solidFill>
            <a:schemeClr val="tx1"/>
          </a:solidFill>
          <a:latin typeface="Frutiger LT Com 45 Light" pitchFamily="34" charset="0"/>
        </a:defRPr>
      </a:lvl8pPr>
      <a:lvl9pPr marL="1828800" algn="l" rtl="0" eaLnBrk="1" fontAlgn="base" hangingPunct="1">
        <a:spcBef>
          <a:spcPct val="0"/>
        </a:spcBef>
        <a:spcAft>
          <a:spcPct val="0"/>
        </a:spcAft>
        <a:defRPr sz="2400" b="1">
          <a:solidFill>
            <a:schemeClr val="tx1"/>
          </a:solidFill>
          <a:latin typeface="Frutiger LT Com 45 Light" pitchFamily="34" charset="0"/>
        </a:defRPr>
      </a:lvl9pPr>
    </p:titleStyle>
    <p:bodyStyle>
      <a:lvl1pPr marL="360000" indent="-360000" algn="l" defTabSz="360000" rtl="0" eaLnBrk="1" fontAlgn="base" hangingPunct="1">
        <a:spcBef>
          <a:spcPct val="0"/>
        </a:spcBef>
        <a:spcAft>
          <a:spcPts val="900"/>
        </a:spcAft>
        <a:buClr>
          <a:schemeClr val="tx2"/>
        </a:buClr>
        <a:buFont typeface="Wingdings" pitchFamily="2" charset="2"/>
        <a:buChar char="n"/>
        <a:defRPr>
          <a:solidFill>
            <a:schemeClr val="tx1"/>
          </a:solidFill>
          <a:latin typeface="+mn-lt"/>
          <a:ea typeface="+mn-ea"/>
          <a:cs typeface="+mn-cs"/>
        </a:defRPr>
      </a:lvl1pPr>
      <a:lvl2pPr marL="720000" indent="-360000" algn="l" defTabSz="360000" rtl="0" eaLnBrk="1" fontAlgn="base" hangingPunct="1">
        <a:spcBef>
          <a:spcPct val="0"/>
        </a:spcBef>
        <a:spcAft>
          <a:spcPts val="900"/>
        </a:spcAft>
        <a:buClr>
          <a:schemeClr val="bg2"/>
        </a:buClr>
        <a:buFont typeface="Wingdings" pitchFamily="2" charset="2"/>
        <a:buChar char="n"/>
        <a:defRPr>
          <a:solidFill>
            <a:schemeClr val="tx1"/>
          </a:solidFill>
          <a:latin typeface="+mn-lt"/>
        </a:defRPr>
      </a:lvl2pPr>
      <a:lvl3pPr marL="1080000" indent="-360000" algn="l" defTabSz="360000" rtl="0" eaLnBrk="1" fontAlgn="base" hangingPunct="1">
        <a:spcBef>
          <a:spcPct val="0"/>
        </a:spcBef>
        <a:spcAft>
          <a:spcPts val="900"/>
        </a:spcAft>
        <a:buClr>
          <a:schemeClr val="bg2"/>
        </a:buClr>
        <a:buFont typeface="Wingdings" pitchFamily="2" charset="2"/>
        <a:buChar char="n"/>
        <a:defRPr>
          <a:solidFill>
            <a:schemeClr val="tx1"/>
          </a:solidFill>
          <a:latin typeface="+mn-lt"/>
        </a:defRPr>
      </a:lvl3pPr>
      <a:lvl4pPr marL="1440000" indent="-360000" algn="l" defTabSz="360000" rtl="0" eaLnBrk="1" fontAlgn="base" hangingPunct="1">
        <a:spcBef>
          <a:spcPct val="0"/>
        </a:spcBef>
        <a:spcAft>
          <a:spcPts val="900"/>
        </a:spcAft>
        <a:buClr>
          <a:schemeClr val="bg2"/>
        </a:buClr>
        <a:buFont typeface="Wingdings" pitchFamily="2" charset="2"/>
        <a:buChar char="n"/>
        <a:defRPr>
          <a:solidFill>
            <a:schemeClr val="tx1"/>
          </a:solidFill>
          <a:latin typeface="+mn-lt"/>
        </a:defRPr>
      </a:lvl4pPr>
      <a:lvl5pPr marL="1800000" indent="-360000" algn="l" defTabSz="360000" rtl="0" eaLnBrk="1" fontAlgn="base" hangingPunct="1">
        <a:spcBef>
          <a:spcPct val="0"/>
        </a:spcBef>
        <a:spcAft>
          <a:spcPts val="900"/>
        </a:spcAft>
        <a:buClr>
          <a:schemeClr val="bg2"/>
        </a:buClr>
        <a:buFont typeface="Wingdings" pitchFamily="2" charset="2"/>
        <a:buChar char="n"/>
        <a:defRPr>
          <a:solidFill>
            <a:schemeClr val="tx1"/>
          </a:solidFill>
          <a:latin typeface="+mn-lt"/>
        </a:defRPr>
      </a:lvl5pPr>
      <a:lvl6pPr marL="1887538" indent="-358775" algn="l" rtl="0" eaLnBrk="1" fontAlgn="base" hangingPunct="1">
        <a:spcBef>
          <a:spcPct val="0"/>
        </a:spcBef>
        <a:spcAft>
          <a:spcPct val="40000"/>
        </a:spcAft>
        <a:buClr>
          <a:schemeClr val="bg2"/>
        </a:buClr>
        <a:buFont typeface="Wingdings" pitchFamily="2" charset="2"/>
        <a:buChar char="n"/>
        <a:defRPr>
          <a:solidFill>
            <a:schemeClr val="tx1"/>
          </a:solidFill>
          <a:latin typeface="+mn-lt"/>
        </a:defRPr>
      </a:lvl6pPr>
      <a:lvl7pPr marL="2344738" indent="-358775" algn="l" rtl="0" eaLnBrk="1" fontAlgn="base" hangingPunct="1">
        <a:spcBef>
          <a:spcPct val="0"/>
        </a:spcBef>
        <a:spcAft>
          <a:spcPct val="40000"/>
        </a:spcAft>
        <a:buClr>
          <a:schemeClr val="bg2"/>
        </a:buClr>
        <a:buFont typeface="Wingdings" pitchFamily="2" charset="2"/>
        <a:buChar char="n"/>
        <a:defRPr>
          <a:solidFill>
            <a:schemeClr val="tx1"/>
          </a:solidFill>
          <a:latin typeface="+mn-lt"/>
        </a:defRPr>
      </a:lvl7pPr>
      <a:lvl8pPr marL="2801938" indent="-358775" algn="l" rtl="0" eaLnBrk="1" fontAlgn="base" hangingPunct="1">
        <a:spcBef>
          <a:spcPct val="0"/>
        </a:spcBef>
        <a:spcAft>
          <a:spcPct val="40000"/>
        </a:spcAft>
        <a:buClr>
          <a:schemeClr val="bg2"/>
        </a:buClr>
        <a:buFont typeface="Wingdings" pitchFamily="2" charset="2"/>
        <a:buChar char="n"/>
        <a:defRPr>
          <a:solidFill>
            <a:schemeClr val="tx1"/>
          </a:solidFill>
          <a:latin typeface="+mn-lt"/>
        </a:defRPr>
      </a:lvl8pPr>
      <a:lvl9pPr marL="3259138" indent="-358775" algn="l" rtl="0" eaLnBrk="1" fontAlgn="base" hangingPunct="1">
        <a:spcBef>
          <a:spcPct val="0"/>
        </a:spcBef>
        <a:spcAft>
          <a:spcPct val="40000"/>
        </a:spcAft>
        <a:buClr>
          <a:schemeClr val="bg2"/>
        </a:buClr>
        <a:buFont typeface="Wingdings" pitchFamily="2" charset="2"/>
        <a:buChar char="n"/>
        <a:defRPr>
          <a:solidFill>
            <a:schemeClr val="tx1"/>
          </a:solidFill>
          <a:latin typeface="+mn-lt"/>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hyperlink" Target="https://threatpost.com/st-jude-patches-additional-cardiac-device/123596/" TargetMode="External"/><Relationship Id="rId5" Type="http://schemas.openxmlformats.org/officeDocument/2006/relationships/image" Target="../media/image4.png"/><Relationship Id="rId10" Type="http://schemas.openxmlformats.org/officeDocument/2006/relationships/hyperlink" Target="https://fortune.com/2016/10/04/johnson-johnson-insulin-pump-cyber-bug/" TargetMode="External"/><Relationship Id="rId4" Type="http://schemas.openxmlformats.org/officeDocument/2006/relationships/hyperlink" Target="https://www.wired.com/story/access7-iot-vulnerabilities-medical-devices-atms/" TargetMode="External"/><Relationship Id="rId9" Type="http://schemas.openxmlformats.org/officeDocument/2006/relationships/hyperlink" Target="https://www.washingtonpost.com/news/the-switch/wp/2013/10/21/yes-terrorists-could-have-hacked-dick-cheneys-heart/" TargetMode="External"/></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jpe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19.png"/><Relationship Id="rId4" Type="http://schemas.openxmlformats.org/officeDocument/2006/relationships/image" Target="../media/image18.jpeg"/></Relationships>
</file>

<file path=ppt/slides/_rels/slide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hyperlink" Target="https://www.orielstat.com/blog/medical-device-qms-overview/" TargetMode="External"/><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3.svg"/><Relationship Id="rId7" Type="http://schemas.openxmlformats.org/officeDocument/2006/relationships/image" Target="../media/image27.svg"/><Relationship Id="rId2" Type="http://schemas.openxmlformats.org/officeDocument/2006/relationships/image" Target="../media/image22.png"/><Relationship Id="rId1" Type="http://schemas.openxmlformats.org/officeDocument/2006/relationships/slideLayout" Target="../slideLayouts/slideLayout3.xml"/><Relationship Id="rId6" Type="http://schemas.openxmlformats.org/officeDocument/2006/relationships/image" Target="../media/image26.png"/><Relationship Id="rId5" Type="http://schemas.openxmlformats.org/officeDocument/2006/relationships/image" Target="../media/image25.sv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3.svg"/><Relationship Id="rId7" Type="http://schemas.openxmlformats.org/officeDocument/2006/relationships/image" Target="../media/image31.svg"/><Relationship Id="rId2" Type="http://schemas.openxmlformats.org/officeDocument/2006/relationships/image" Target="../media/image22.png"/><Relationship Id="rId1" Type="http://schemas.openxmlformats.org/officeDocument/2006/relationships/slideLayout" Target="../slideLayouts/slideLayout3.xml"/><Relationship Id="rId6" Type="http://schemas.openxmlformats.org/officeDocument/2006/relationships/image" Target="../media/image30.png"/><Relationship Id="rId5" Type="http://schemas.openxmlformats.org/officeDocument/2006/relationships/image" Target="../media/image29.svg"/><Relationship Id="rId4" Type="http://schemas.openxmlformats.org/officeDocument/2006/relationships/image" Target="../media/image28.png"/><Relationship Id="rId9" Type="http://schemas.openxmlformats.org/officeDocument/2006/relationships/image" Target="../media/image33.sv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1.xml.rels><?xml version="1.0" encoding="UTF-8" standalone="yes"?>
<Relationships xmlns="http://schemas.openxmlformats.org/package/2006/relationships"><Relationship Id="rId8" Type="http://schemas.openxmlformats.org/officeDocument/2006/relationships/image" Target="../media/image47.jpeg"/><Relationship Id="rId13" Type="http://schemas.openxmlformats.org/officeDocument/2006/relationships/hyperlink" Target="https://en.wikipedia.org/wiki/File:US_flag_48_stars.svg" TargetMode="External"/><Relationship Id="rId3" Type="http://schemas.openxmlformats.org/officeDocument/2006/relationships/image" Target="../media/image44.png"/><Relationship Id="rId7" Type="http://schemas.openxmlformats.org/officeDocument/2006/relationships/hyperlink" Target="http://pl.wikipedia.org/wiki/Flaga_Chi%C5%84skiej_Republiki_Ludowej" TargetMode="External"/><Relationship Id="rId12" Type="http://schemas.openxmlformats.org/officeDocument/2006/relationships/image" Target="../media/image49.png"/><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image" Target="../media/image46.png"/><Relationship Id="rId11" Type="http://schemas.openxmlformats.org/officeDocument/2006/relationships/hyperlink" Target="https://www.publicdomainpictures.net/en/view-image.php?image=184294&amp;picture=brazil-flag" TargetMode="External"/><Relationship Id="rId5" Type="http://schemas.openxmlformats.org/officeDocument/2006/relationships/hyperlink" Target="https://www.publicdomainpictures.net/en/view-image.php?image=4079&amp;picture=european-union-flag" TargetMode="External"/><Relationship Id="rId10" Type="http://schemas.openxmlformats.org/officeDocument/2006/relationships/image" Target="../media/image48.jpeg"/><Relationship Id="rId4" Type="http://schemas.openxmlformats.org/officeDocument/2006/relationships/image" Target="../media/image45.jpeg"/><Relationship Id="rId9" Type="http://schemas.openxmlformats.org/officeDocument/2006/relationships/hyperlink" Target="https://www.publicdomainpictures.net/en/view-image.php?image=262430&amp;picture=flag-of-india-india-flag" TargetMode="External"/></Relationships>
</file>

<file path=ppt/slides/_rels/slide22.xml.rels><?xml version="1.0" encoding="UTF-8" standalone="yes"?>
<Relationships xmlns="http://schemas.openxmlformats.org/package/2006/relationships"><Relationship Id="rId3" Type="http://schemas.microsoft.com/office/2018/10/relationships/comments" Target="../comments/modernComment_1ED_92EC48D3.xml"/><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50.jpeg"/></Relationships>
</file>

<file path=ppt/slides/_rels/slide23.xml.rels><?xml version="1.0" encoding="UTF-8" standalone="yes"?>
<Relationships xmlns="http://schemas.openxmlformats.org/package/2006/relationships"><Relationship Id="rId8" Type="http://schemas.microsoft.com/office/2007/relationships/diagramDrawing" Target="../diagrams/drawing4.xml"/><Relationship Id="rId3" Type="http://schemas.microsoft.com/office/2018/10/relationships/comments" Target="../comments/modernComment_1DD_E270BB25.xml"/><Relationship Id="rId7" Type="http://schemas.openxmlformats.org/officeDocument/2006/relationships/diagramColors" Target="../diagrams/colors4.xml"/><Relationship Id="rId2" Type="http://schemas.openxmlformats.org/officeDocument/2006/relationships/notesSlide" Target="../notesSlides/notesSlide20.xml"/><Relationship Id="rId1" Type="http://schemas.openxmlformats.org/officeDocument/2006/relationships/slideLayout" Target="../slideLayouts/slideLayout3.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hyperlink" Target="https://aistandardshub.org/" TargetMode="External"/><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2B3BCBA-702A-254C-AD27-17FEC3736DE0}"/>
              </a:ext>
            </a:extLst>
          </p:cNvPr>
          <p:cNvSpPr/>
          <p:nvPr/>
        </p:nvSpPr>
        <p:spPr bwMode="auto">
          <a:xfrm>
            <a:off x="4690258" y="1407192"/>
            <a:ext cx="2808312" cy="2232248"/>
          </a:xfrm>
          <a:prstGeom prst="rect">
            <a:avLst/>
          </a:prstGeom>
          <a:noFill/>
          <a:ln w="38100">
            <a:noFill/>
            <a:round/>
            <a:headEnd type="arrow" w="med" len="med"/>
            <a:tailEnd type="none" w="med" len="med"/>
          </a:ln>
          <a:effectLst/>
        </p:spPr>
        <p:txBody>
          <a:bodyPr rtlCol="0" anchor="ctr"/>
          <a:lstStyle/>
          <a:p>
            <a:pPr algn="ctr">
              <a:spcBef>
                <a:spcPts val="600"/>
              </a:spcBef>
            </a:pPr>
            <a:r>
              <a:rPr lang="en-PT" sz="3600" b="1">
                <a:solidFill>
                  <a:schemeClr val="bg1"/>
                </a:solidFill>
              </a:rPr>
              <a:t>✓ ________</a:t>
            </a:r>
          </a:p>
          <a:p>
            <a:pPr algn="ctr">
              <a:spcBef>
                <a:spcPts val="600"/>
              </a:spcBef>
            </a:pPr>
            <a:r>
              <a:rPr lang="en-PT" sz="3600" b="1">
                <a:solidFill>
                  <a:schemeClr val="bg1"/>
                </a:solidFill>
              </a:rPr>
              <a:t>✗ ________</a:t>
            </a:r>
          </a:p>
        </p:txBody>
      </p:sp>
      <p:pic>
        <p:nvPicPr>
          <p:cNvPr id="14" name="Picture Placeholder 13" descr="A collage of various medical devices&#10;&#10;Description automatically generated">
            <a:extLst>
              <a:ext uri="{FF2B5EF4-FFF2-40B4-BE49-F238E27FC236}">
                <a16:creationId xmlns:a16="http://schemas.microsoft.com/office/drawing/2014/main" id="{65C50CC8-9AE4-C1FE-2F57-9D1AC14CC45E}"/>
              </a:ext>
            </a:extLst>
          </p:cNvPr>
          <p:cNvPicPr>
            <a:picLocks noGrp="1" noChangeAspect="1"/>
          </p:cNvPicPr>
          <p:nvPr>
            <p:ph type="pic" sz="quarter" idx="10"/>
          </p:nvPr>
        </p:nvPicPr>
        <p:blipFill>
          <a:blip r:embed="rId3" cstate="print">
            <a:extLst>
              <a:ext uri="{28A0092B-C50C-407E-A947-70E740481C1C}">
                <a14:useLocalDpi xmlns:a14="http://schemas.microsoft.com/office/drawing/2010/main" val="0"/>
              </a:ext>
            </a:extLst>
          </a:blip>
          <a:srcRect t="2288" b="2288"/>
          <a:stretch>
            <a:fillRect/>
          </a:stretch>
        </p:blipFill>
        <p:spPr>
          <a:xfrm>
            <a:off x="0" y="0"/>
            <a:ext cx="12124001" cy="5988556"/>
          </a:xfrm>
        </p:spPr>
      </p:pic>
      <p:sp>
        <p:nvSpPr>
          <p:cNvPr id="15" name="Title 14">
            <a:extLst>
              <a:ext uri="{FF2B5EF4-FFF2-40B4-BE49-F238E27FC236}">
                <a16:creationId xmlns:a16="http://schemas.microsoft.com/office/drawing/2014/main" id="{B81C4851-470B-7DDC-4861-BA80A6A448CC}"/>
              </a:ext>
            </a:extLst>
          </p:cNvPr>
          <p:cNvSpPr>
            <a:spLocks noGrp="1"/>
          </p:cNvSpPr>
          <p:nvPr>
            <p:ph type="ctrTitle"/>
          </p:nvPr>
        </p:nvSpPr>
        <p:spPr>
          <a:xfrm>
            <a:off x="-8935" y="4119938"/>
            <a:ext cx="12199347" cy="1874756"/>
          </a:xfrm>
          <a:solidFill>
            <a:srgbClr val="FFFFFF">
              <a:alpha val="80000"/>
            </a:srgbClr>
          </a:solidFill>
        </p:spPr>
        <p:txBody>
          <a:bodyPr tIns="180000"/>
          <a:lstStyle/>
          <a:p>
            <a:r>
              <a:rPr lang="en-US"/>
              <a:t>	</a:t>
            </a:r>
            <a:r>
              <a:rPr lang="en-US" kern="0"/>
              <a:t>SOFTWARE ENGINEERING CHALLENGES</a:t>
            </a:r>
            <a:br>
              <a:rPr lang="en-US" kern="0"/>
            </a:br>
            <a:r>
              <a:rPr lang="en-US" kern="0"/>
              <a:t>	IN THE MEDICAL DEVICE INDUSTRY</a:t>
            </a:r>
            <a:br>
              <a:rPr lang="en-US" kern="0"/>
            </a:br>
            <a:r>
              <a:rPr lang="en-US" kern="0" cap="none"/>
              <a:t>	</a:t>
            </a:r>
            <a:r>
              <a:rPr lang="en-US" sz="2000" b="0" kern="0" cap="none"/>
              <a:t>Eduardo Barbosa | </a:t>
            </a:r>
            <a:r>
              <a:rPr lang="en-US" sz="2000" b="0" kern="0" cap="none" err="1"/>
              <a:t>Inês</a:t>
            </a:r>
            <a:r>
              <a:rPr lang="en-US" sz="2000" b="0" kern="0" cap="none"/>
              <a:t> Lopes – Fraunhofer Portugal AICOS</a:t>
            </a:r>
            <a:br>
              <a:rPr lang="en-US" kern="0"/>
            </a:br>
            <a:endParaRPr lang="en-PT"/>
          </a:p>
        </p:txBody>
      </p:sp>
      <p:sp>
        <p:nvSpPr>
          <p:cNvPr id="16" name="Foliennummernplatzhalter 4">
            <a:extLst>
              <a:ext uri="{FF2B5EF4-FFF2-40B4-BE49-F238E27FC236}">
                <a16:creationId xmlns:a16="http://schemas.microsoft.com/office/drawing/2014/main" id="{04E13B5A-58AE-B002-BC1C-6FDEC59DCE82}"/>
              </a:ext>
            </a:extLst>
          </p:cNvPr>
          <p:cNvSpPr>
            <a:spLocks noGrp="1"/>
          </p:cNvSpPr>
          <p:nvPr>
            <p:ph type="sldNum" sz="quarter" idx="4"/>
          </p:nvPr>
        </p:nvSpPr>
        <p:spPr>
          <a:xfrm>
            <a:off x="477838" y="6349881"/>
            <a:ext cx="1800000" cy="123111"/>
          </a:xfrm>
        </p:spPr>
        <p:txBody>
          <a:bodyPr/>
          <a:lstStyle/>
          <a:p>
            <a:pPr>
              <a:spcBef>
                <a:spcPct val="50000"/>
              </a:spcBef>
              <a:spcAft>
                <a:spcPct val="0"/>
              </a:spcAft>
              <a:buFontTx/>
              <a:buNone/>
            </a:pPr>
            <a:r>
              <a:rPr lang="de-DE"/>
              <a:t>Page </a:t>
            </a:r>
            <a:fld id="{A06316EC-39FF-4C97-AA6E-29B761CE3E45}" type="slidenum">
              <a:rPr lang="de-DE" smtClean="0"/>
              <a:pPr>
                <a:spcBef>
                  <a:spcPct val="50000"/>
                </a:spcBef>
                <a:spcAft>
                  <a:spcPct val="0"/>
                </a:spcAft>
                <a:buFontTx/>
                <a:buNone/>
              </a:pPr>
              <a:t>1</a:t>
            </a:fld>
            <a:endParaRPr lang="de-DE"/>
          </a:p>
        </p:txBody>
      </p:sp>
      <p:sp>
        <p:nvSpPr>
          <p:cNvPr id="18" name="Fußzeilenplatzhalter 3">
            <a:extLst>
              <a:ext uri="{FF2B5EF4-FFF2-40B4-BE49-F238E27FC236}">
                <a16:creationId xmlns:a16="http://schemas.microsoft.com/office/drawing/2014/main" id="{FA6FB8D8-00EB-2E4F-EFFB-3BEABC8FD9FE}"/>
              </a:ext>
            </a:extLst>
          </p:cNvPr>
          <p:cNvSpPr txBox="1">
            <a:spLocks/>
          </p:cNvSpPr>
          <p:nvPr/>
        </p:nvSpPr>
        <p:spPr>
          <a:xfrm>
            <a:off x="0" y="6350000"/>
            <a:ext cx="3240088" cy="153988"/>
          </a:xfrm>
          <a:prstGeom prst="rect">
            <a:avLst/>
          </a:prstGeom>
        </p:spPr>
        <p:txBody>
          <a:bodyPr/>
          <a:lstStyle>
            <a:defPPr>
              <a:defRPr lang="de-DE"/>
            </a:defPPr>
            <a:lvl1pPr algn="l" rtl="0" fontAlgn="base">
              <a:spcBef>
                <a:spcPct val="0"/>
              </a:spcBef>
              <a:spcAft>
                <a:spcPct val="40000"/>
              </a:spcAft>
              <a:buFont typeface="Wingdings" pitchFamily="2" charset="2"/>
              <a:defRPr kern="1200">
                <a:solidFill>
                  <a:schemeClr val="tx1"/>
                </a:solidFill>
                <a:latin typeface="Frutiger LT Com 55 Roman" pitchFamily="34" charset="0"/>
                <a:ea typeface="+mn-ea"/>
                <a:cs typeface="+mn-cs"/>
              </a:defRPr>
            </a:lvl1pPr>
            <a:lvl2pPr marL="457200" algn="l" rtl="0" fontAlgn="base">
              <a:spcBef>
                <a:spcPct val="0"/>
              </a:spcBef>
              <a:spcAft>
                <a:spcPct val="40000"/>
              </a:spcAft>
              <a:buFont typeface="Wingdings" pitchFamily="2" charset="2"/>
              <a:defRPr kern="1200">
                <a:solidFill>
                  <a:schemeClr val="tx1"/>
                </a:solidFill>
                <a:latin typeface="Frutiger LT Com 55 Roman" pitchFamily="34" charset="0"/>
                <a:ea typeface="+mn-ea"/>
                <a:cs typeface="+mn-cs"/>
              </a:defRPr>
            </a:lvl2pPr>
            <a:lvl3pPr marL="914400" algn="l" rtl="0" fontAlgn="base">
              <a:spcBef>
                <a:spcPct val="0"/>
              </a:spcBef>
              <a:spcAft>
                <a:spcPct val="40000"/>
              </a:spcAft>
              <a:buFont typeface="Wingdings" pitchFamily="2" charset="2"/>
              <a:defRPr kern="1200">
                <a:solidFill>
                  <a:schemeClr val="tx1"/>
                </a:solidFill>
                <a:latin typeface="Frutiger LT Com 55 Roman" pitchFamily="34" charset="0"/>
                <a:ea typeface="+mn-ea"/>
                <a:cs typeface="+mn-cs"/>
              </a:defRPr>
            </a:lvl3pPr>
            <a:lvl4pPr marL="1371600" algn="l" rtl="0" fontAlgn="base">
              <a:spcBef>
                <a:spcPct val="0"/>
              </a:spcBef>
              <a:spcAft>
                <a:spcPct val="40000"/>
              </a:spcAft>
              <a:buFont typeface="Wingdings" pitchFamily="2" charset="2"/>
              <a:defRPr kern="1200">
                <a:solidFill>
                  <a:schemeClr val="tx1"/>
                </a:solidFill>
                <a:latin typeface="Frutiger LT Com 55 Roman" pitchFamily="34" charset="0"/>
                <a:ea typeface="+mn-ea"/>
                <a:cs typeface="+mn-cs"/>
              </a:defRPr>
            </a:lvl4pPr>
            <a:lvl5pPr marL="1828800" algn="l" rtl="0" fontAlgn="base">
              <a:spcBef>
                <a:spcPct val="0"/>
              </a:spcBef>
              <a:spcAft>
                <a:spcPct val="40000"/>
              </a:spcAft>
              <a:buFont typeface="Wingdings" pitchFamily="2" charset="2"/>
              <a:defRPr kern="1200">
                <a:solidFill>
                  <a:schemeClr val="tx1"/>
                </a:solidFill>
                <a:latin typeface="Frutiger LT Com 55 Roman" pitchFamily="34" charset="0"/>
                <a:ea typeface="+mn-ea"/>
                <a:cs typeface="+mn-cs"/>
              </a:defRPr>
            </a:lvl5pPr>
            <a:lvl6pPr marL="2286000" algn="l" defTabSz="914400" rtl="0" eaLnBrk="1" latinLnBrk="0" hangingPunct="1">
              <a:defRPr kern="1200">
                <a:solidFill>
                  <a:schemeClr val="tx1"/>
                </a:solidFill>
                <a:latin typeface="Frutiger LT Com 55 Roman" pitchFamily="34" charset="0"/>
                <a:ea typeface="+mn-ea"/>
                <a:cs typeface="+mn-cs"/>
              </a:defRPr>
            </a:lvl6pPr>
            <a:lvl7pPr marL="2743200" algn="l" defTabSz="914400" rtl="0" eaLnBrk="1" latinLnBrk="0" hangingPunct="1">
              <a:defRPr kern="1200">
                <a:solidFill>
                  <a:schemeClr val="tx1"/>
                </a:solidFill>
                <a:latin typeface="Frutiger LT Com 55 Roman" pitchFamily="34" charset="0"/>
                <a:ea typeface="+mn-ea"/>
                <a:cs typeface="+mn-cs"/>
              </a:defRPr>
            </a:lvl7pPr>
            <a:lvl8pPr marL="3200400" algn="l" defTabSz="914400" rtl="0" eaLnBrk="1" latinLnBrk="0" hangingPunct="1">
              <a:defRPr kern="1200">
                <a:solidFill>
                  <a:schemeClr val="tx1"/>
                </a:solidFill>
                <a:latin typeface="Frutiger LT Com 55 Roman" pitchFamily="34" charset="0"/>
                <a:ea typeface="+mn-ea"/>
                <a:cs typeface="+mn-cs"/>
              </a:defRPr>
            </a:lvl8pPr>
            <a:lvl9pPr marL="3657600" algn="l" defTabSz="914400" rtl="0" eaLnBrk="1" latinLnBrk="0" hangingPunct="1">
              <a:defRPr kern="1200">
                <a:solidFill>
                  <a:schemeClr val="tx1"/>
                </a:solidFill>
                <a:latin typeface="Frutiger LT Com 55 Roman" pitchFamily="34" charset="0"/>
                <a:ea typeface="+mn-ea"/>
                <a:cs typeface="+mn-cs"/>
              </a:defRPr>
            </a:lvl9pPr>
          </a:lstStyle>
          <a:p>
            <a:pPr>
              <a:spcBef>
                <a:spcPct val="50000"/>
              </a:spcBef>
              <a:spcAft>
                <a:spcPct val="0"/>
              </a:spcAft>
              <a:buFontTx/>
              <a:buNone/>
            </a:pPr>
            <a:r>
              <a:rPr lang="de-DE"/>
              <a:t> </a:t>
            </a:r>
          </a:p>
        </p:txBody>
      </p:sp>
    </p:spTree>
    <p:extLst>
      <p:ext uri="{BB962C8B-B14F-4D97-AF65-F5344CB8AC3E}">
        <p14:creationId xmlns:p14="http://schemas.microsoft.com/office/powerpoint/2010/main" val="29744486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9ED18-C79F-E87E-19DE-EDE682E8A7F7}"/>
              </a:ext>
            </a:extLst>
          </p:cNvPr>
          <p:cNvSpPr>
            <a:spLocks noGrp="1"/>
          </p:cNvSpPr>
          <p:nvPr>
            <p:ph type="title"/>
          </p:nvPr>
        </p:nvSpPr>
        <p:spPr/>
        <p:txBody>
          <a:bodyPr/>
          <a:lstStyle/>
          <a:p>
            <a:r>
              <a:rPr lang="en-PT"/>
              <a:t>Medical device software is not immune to failure</a:t>
            </a:r>
          </a:p>
        </p:txBody>
      </p:sp>
      <p:sp>
        <p:nvSpPr>
          <p:cNvPr id="3" name="Text Placeholder 2">
            <a:extLst>
              <a:ext uri="{FF2B5EF4-FFF2-40B4-BE49-F238E27FC236}">
                <a16:creationId xmlns:a16="http://schemas.microsoft.com/office/drawing/2014/main" id="{FA575961-E188-FE75-2E4E-6C62931DB9F1}"/>
              </a:ext>
            </a:extLst>
          </p:cNvPr>
          <p:cNvSpPr>
            <a:spLocks noGrp="1"/>
          </p:cNvSpPr>
          <p:nvPr>
            <p:ph type="body" sz="quarter" idx="10"/>
          </p:nvPr>
        </p:nvSpPr>
        <p:spPr/>
        <p:txBody>
          <a:bodyPr/>
          <a:lstStyle/>
          <a:p>
            <a:r>
              <a:rPr lang="en-PT"/>
              <a:t>Protecting the patient’s health, security and their personal data is critical</a:t>
            </a:r>
          </a:p>
        </p:txBody>
      </p:sp>
      <p:sp>
        <p:nvSpPr>
          <p:cNvPr id="5" name="Slide Number Placeholder 4">
            <a:extLst>
              <a:ext uri="{FF2B5EF4-FFF2-40B4-BE49-F238E27FC236}">
                <a16:creationId xmlns:a16="http://schemas.microsoft.com/office/drawing/2014/main" id="{AF26C38D-250D-B646-7589-F415B2287D8B}"/>
              </a:ext>
            </a:extLst>
          </p:cNvPr>
          <p:cNvSpPr>
            <a:spLocks noGrp="1"/>
          </p:cNvSpPr>
          <p:nvPr>
            <p:ph type="sldNum" sz="quarter" idx="4"/>
          </p:nvPr>
        </p:nvSpPr>
        <p:spPr/>
        <p:txBody>
          <a:bodyPr/>
          <a:lstStyle/>
          <a:p>
            <a:pPr>
              <a:spcBef>
                <a:spcPct val="50000"/>
              </a:spcBef>
              <a:spcAft>
                <a:spcPct val="0"/>
              </a:spcAft>
              <a:buFontTx/>
              <a:buNone/>
            </a:pPr>
            <a:r>
              <a:rPr lang="en-US"/>
              <a:t>Page </a:t>
            </a:r>
            <a:fld id="{A06316EC-39FF-4C97-AA6E-29B761CE3E45}" type="slidenum">
              <a:rPr lang="en-US" smtClean="0"/>
              <a:pPr>
                <a:spcBef>
                  <a:spcPct val="50000"/>
                </a:spcBef>
                <a:spcAft>
                  <a:spcPct val="0"/>
                </a:spcAft>
                <a:buFontTx/>
                <a:buNone/>
              </a:pPr>
              <a:t>2</a:t>
            </a:fld>
            <a:endParaRPr lang="en-US"/>
          </a:p>
        </p:txBody>
      </p:sp>
      <p:pic>
        <p:nvPicPr>
          <p:cNvPr id="6" name="Picture 5">
            <a:extLst>
              <a:ext uri="{FF2B5EF4-FFF2-40B4-BE49-F238E27FC236}">
                <a16:creationId xmlns:a16="http://schemas.microsoft.com/office/drawing/2014/main" id="{BEFD773D-9E18-E34B-E983-284AC7CB689D}"/>
              </a:ext>
            </a:extLst>
          </p:cNvPr>
          <p:cNvPicPr>
            <a:picLocks noChangeAspect="1"/>
          </p:cNvPicPr>
          <p:nvPr/>
        </p:nvPicPr>
        <p:blipFill>
          <a:blip r:embed="rId3"/>
          <a:stretch>
            <a:fillRect/>
          </a:stretch>
        </p:blipFill>
        <p:spPr>
          <a:xfrm>
            <a:off x="477838" y="1649638"/>
            <a:ext cx="2986816" cy="3428498"/>
          </a:xfrm>
          <a:prstGeom prst="rect">
            <a:avLst/>
          </a:prstGeom>
        </p:spPr>
      </p:pic>
      <p:sp>
        <p:nvSpPr>
          <p:cNvPr id="7" name="TextBox 6">
            <a:extLst>
              <a:ext uri="{FF2B5EF4-FFF2-40B4-BE49-F238E27FC236}">
                <a16:creationId xmlns:a16="http://schemas.microsoft.com/office/drawing/2014/main" id="{291192C8-8859-2417-E499-088011484442}"/>
              </a:ext>
            </a:extLst>
          </p:cNvPr>
          <p:cNvSpPr txBox="1"/>
          <p:nvPr/>
        </p:nvSpPr>
        <p:spPr>
          <a:xfrm>
            <a:off x="477839" y="5224236"/>
            <a:ext cx="2986816" cy="430887"/>
          </a:xfrm>
          <a:prstGeom prst="rect">
            <a:avLst/>
          </a:prstGeom>
          <a:noFill/>
        </p:spPr>
        <p:txBody>
          <a:bodyPr wrap="square" rtlCol="0">
            <a:spAutoFit/>
          </a:bodyPr>
          <a:lstStyle/>
          <a:p>
            <a:r>
              <a:rPr lang="en-GB" sz="1100">
                <a:hlinkClick r:id="rId4"/>
              </a:rPr>
              <a:t>https://www.wired.com/story/access7-iot-vulnerabilities-medical-devices-atms/</a:t>
            </a:r>
            <a:r>
              <a:rPr lang="en-GB" sz="1100"/>
              <a:t> </a:t>
            </a:r>
            <a:endParaRPr lang="en-PT" sz="1100"/>
          </a:p>
        </p:txBody>
      </p:sp>
      <p:pic>
        <p:nvPicPr>
          <p:cNvPr id="8" name="Picture 7">
            <a:extLst>
              <a:ext uri="{FF2B5EF4-FFF2-40B4-BE49-F238E27FC236}">
                <a16:creationId xmlns:a16="http://schemas.microsoft.com/office/drawing/2014/main" id="{2C6742F5-A31C-5FDF-1DF3-E8EB79C2D095}"/>
              </a:ext>
            </a:extLst>
          </p:cNvPr>
          <p:cNvPicPr>
            <a:picLocks noChangeAspect="1"/>
          </p:cNvPicPr>
          <p:nvPr/>
        </p:nvPicPr>
        <p:blipFill>
          <a:blip r:embed="rId5"/>
          <a:stretch>
            <a:fillRect/>
          </a:stretch>
        </p:blipFill>
        <p:spPr>
          <a:xfrm>
            <a:off x="3648176" y="1649638"/>
            <a:ext cx="1741104" cy="3428498"/>
          </a:xfrm>
          <a:prstGeom prst="rect">
            <a:avLst/>
          </a:prstGeom>
        </p:spPr>
      </p:pic>
      <p:sp>
        <p:nvSpPr>
          <p:cNvPr id="9" name="TextBox 8">
            <a:extLst>
              <a:ext uri="{FF2B5EF4-FFF2-40B4-BE49-F238E27FC236}">
                <a16:creationId xmlns:a16="http://schemas.microsoft.com/office/drawing/2014/main" id="{57A81D02-072F-0496-46E0-D6917AB7B07C}"/>
              </a:ext>
            </a:extLst>
          </p:cNvPr>
          <p:cNvSpPr txBox="1"/>
          <p:nvPr/>
        </p:nvSpPr>
        <p:spPr>
          <a:xfrm>
            <a:off x="3578603" y="5199562"/>
            <a:ext cx="1810678" cy="769441"/>
          </a:xfrm>
          <a:prstGeom prst="rect">
            <a:avLst/>
          </a:prstGeom>
          <a:noFill/>
        </p:spPr>
        <p:txBody>
          <a:bodyPr wrap="square" rtlCol="0">
            <a:spAutoFit/>
          </a:bodyPr>
          <a:lstStyle/>
          <a:p>
            <a:r>
              <a:rPr lang="en-GB" sz="1100">
                <a:hlinkClick r:id="rId6"/>
              </a:rPr>
              <a:t>https://threatpost.com/st-jude-patches-additional-cardiac-device/123596/</a:t>
            </a:r>
            <a:r>
              <a:rPr lang="en-GB" sz="1100"/>
              <a:t> </a:t>
            </a:r>
            <a:endParaRPr lang="en-PT" sz="1100"/>
          </a:p>
        </p:txBody>
      </p:sp>
      <p:pic>
        <p:nvPicPr>
          <p:cNvPr id="10" name="Picture 9">
            <a:extLst>
              <a:ext uri="{FF2B5EF4-FFF2-40B4-BE49-F238E27FC236}">
                <a16:creationId xmlns:a16="http://schemas.microsoft.com/office/drawing/2014/main" id="{35EDC309-CD29-A94D-744F-28B2C85F6761}"/>
              </a:ext>
            </a:extLst>
          </p:cNvPr>
          <p:cNvPicPr>
            <a:picLocks noChangeAspect="1"/>
          </p:cNvPicPr>
          <p:nvPr/>
        </p:nvPicPr>
        <p:blipFill>
          <a:blip r:embed="rId7"/>
          <a:stretch>
            <a:fillRect/>
          </a:stretch>
        </p:blipFill>
        <p:spPr>
          <a:xfrm>
            <a:off x="5572801" y="1649638"/>
            <a:ext cx="2870851" cy="3428498"/>
          </a:xfrm>
          <a:prstGeom prst="rect">
            <a:avLst/>
          </a:prstGeom>
        </p:spPr>
      </p:pic>
      <p:pic>
        <p:nvPicPr>
          <p:cNvPr id="11" name="Picture 10">
            <a:extLst>
              <a:ext uri="{FF2B5EF4-FFF2-40B4-BE49-F238E27FC236}">
                <a16:creationId xmlns:a16="http://schemas.microsoft.com/office/drawing/2014/main" id="{380EBDF3-70D0-CBCD-A69F-D7F283AE6CC4}"/>
              </a:ext>
            </a:extLst>
          </p:cNvPr>
          <p:cNvPicPr>
            <a:picLocks noChangeAspect="1"/>
          </p:cNvPicPr>
          <p:nvPr/>
        </p:nvPicPr>
        <p:blipFill>
          <a:blip r:embed="rId8"/>
          <a:stretch>
            <a:fillRect/>
          </a:stretch>
        </p:blipFill>
        <p:spPr>
          <a:xfrm>
            <a:off x="8627174" y="1649638"/>
            <a:ext cx="2962222" cy="3428498"/>
          </a:xfrm>
          <a:prstGeom prst="rect">
            <a:avLst/>
          </a:prstGeom>
        </p:spPr>
      </p:pic>
      <p:sp>
        <p:nvSpPr>
          <p:cNvPr id="12" name="TextBox 11">
            <a:extLst>
              <a:ext uri="{FF2B5EF4-FFF2-40B4-BE49-F238E27FC236}">
                <a16:creationId xmlns:a16="http://schemas.microsoft.com/office/drawing/2014/main" id="{6FF51B99-07EE-4D41-E650-ABF4D65264DD}"/>
              </a:ext>
            </a:extLst>
          </p:cNvPr>
          <p:cNvSpPr txBox="1"/>
          <p:nvPr/>
        </p:nvSpPr>
        <p:spPr>
          <a:xfrm>
            <a:off x="5573604" y="5224236"/>
            <a:ext cx="2870048" cy="600164"/>
          </a:xfrm>
          <a:prstGeom prst="rect">
            <a:avLst/>
          </a:prstGeom>
          <a:noFill/>
        </p:spPr>
        <p:txBody>
          <a:bodyPr wrap="square" rtlCol="0">
            <a:spAutoFit/>
          </a:bodyPr>
          <a:lstStyle/>
          <a:p>
            <a:r>
              <a:rPr lang="en-GB" sz="1100">
                <a:hlinkClick r:id="rId9"/>
              </a:rPr>
              <a:t>https://www.washingtonpost.com/news/the-switch/wp/2013/10/21/yes-terrorists-could-have-hacked-dick-cheneys-heart/</a:t>
            </a:r>
            <a:r>
              <a:rPr lang="en-GB" sz="1100"/>
              <a:t> </a:t>
            </a:r>
            <a:endParaRPr lang="en-PT" sz="1100"/>
          </a:p>
        </p:txBody>
      </p:sp>
      <p:sp>
        <p:nvSpPr>
          <p:cNvPr id="13" name="TextBox 12">
            <a:extLst>
              <a:ext uri="{FF2B5EF4-FFF2-40B4-BE49-F238E27FC236}">
                <a16:creationId xmlns:a16="http://schemas.microsoft.com/office/drawing/2014/main" id="{492D1E19-DF30-C389-0C5A-B35ABE22ECA5}"/>
              </a:ext>
            </a:extLst>
          </p:cNvPr>
          <p:cNvSpPr txBox="1"/>
          <p:nvPr/>
        </p:nvSpPr>
        <p:spPr>
          <a:xfrm>
            <a:off x="8627174" y="5247031"/>
            <a:ext cx="2962222" cy="430887"/>
          </a:xfrm>
          <a:prstGeom prst="rect">
            <a:avLst/>
          </a:prstGeom>
          <a:noFill/>
        </p:spPr>
        <p:txBody>
          <a:bodyPr wrap="square" rtlCol="0">
            <a:spAutoFit/>
          </a:bodyPr>
          <a:lstStyle/>
          <a:p>
            <a:r>
              <a:rPr lang="en-GB" sz="1100">
                <a:hlinkClick r:id="rId10"/>
              </a:rPr>
              <a:t>https://fortune.com/2016/10/04/johnson-johnson-insulin-pump-cyber-bug/</a:t>
            </a:r>
            <a:r>
              <a:rPr lang="en-GB" sz="1100"/>
              <a:t> </a:t>
            </a:r>
            <a:endParaRPr lang="en-PT" sz="1100"/>
          </a:p>
        </p:txBody>
      </p:sp>
    </p:spTree>
    <p:extLst>
      <p:ext uri="{BB962C8B-B14F-4D97-AF65-F5344CB8AC3E}">
        <p14:creationId xmlns:p14="http://schemas.microsoft.com/office/powerpoint/2010/main" val="30701906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73121-7445-C52C-0A88-9BFC6FAAF562}"/>
              </a:ext>
            </a:extLst>
          </p:cNvPr>
          <p:cNvSpPr>
            <a:spLocks noGrp="1"/>
          </p:cNvSpPr>
          <p:nvPr>
            <p:ph type="title"/>
          </p:nvPr>
        </p:nvSpPr>
        <p:spPr/>
        <p:txBody>
          <a:bodyPr/>
          <a:lstStyle/>
          <a:p>
            <a:r>
              <a:rPr lang="en-PT"/>
              <a:t>Medical device regulations around the world</a:t>
            </a:r>
          </a:p>
        </p:txBody>
      </p:sp>
      <p:sp>
        <p:nvSpPr>
          <p:cNvPr id="3" name="Text Placeholder 2">
            <a:extLst>
              <a:ext uri="{FF2B5EF4-FFF2-40B4-BE49-F238E27FC236}">
                <a16:creationId xmlns:a16="http://schemas.microsoft.com/office/drawing/2014/main" id="{C39C9D74-6F39-69D6-65E4-1737BE879746}"/>
              </a:ext>
            </a:extLst>
          </p:cNvPr>
          <p:cNvSpPr>
            <a:spLocks noGrp="1"/>
          </p:cNvSpPr>
          <p:nvPr>
            <p:ph type="body" sz="quarter" idx="10"/>
          </p:nvPr>
        </p:nvSpPr>
        <p:spPr/>
        <p:txBody>
          <a:bodyPr/>
          <a:lstStyle/>
          <a:p>
            <a:endParaRPr lang="en-PT"/>
          </a:p>
        </p:txBody>
      </p:sp>
      <p:pic>
        <p:nvPicPr>
          <p:cNvPr id="7" name="Content Placeholder 6" descr="A map of the world with different colored countries/regions&#10;&#10;Description automatically generated">
            <a:extLst>
              <a:ext uri="{FF2B5EF4-FFF2-40B4-BE49-F238E27FC236}">
                <a16:creationId xmlns:a16="http://schemas.microsoft.com/office/drawing/2014/main" id="{C0BFCDEB-A74A-87EA-F0A2-8B7C5CB8BEBD}"/>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059712" y="1773238"/>
            <a:ext cx="8069402" cy="4248150"/>
          </a:xfrm>
        </p:spPr>
      </p:pic>
      <p:sp>
        <p:nvSpPr>
          <p:cNvPr id="5" name="Slide Number Placeholder 4">
            <a:extLst>
              <a:ext uri="{FF2B5EF4-FFF2-40B4-BE49-F238E27FC236}">
                <a16:creationId xmlns:a16="http://schemas.microsoft.com/office/drawing/2014/main" id="{C5E17315-B37F-D7E8-4770-660027A3026F}"/>
              </a:ext>
            </a:extLst>
          </p:cNvPr>
          <p:cNvSpPr>
            <a:spLocks noGrp="1"/>
          </p:cNvSpPr>
          <p:nvPr>
            <p:ph type="sldNum" sz="quarter" idx="4"/>
          </p:nvPr>
        </p:nvSpPr>
        <p:spPr/>
        <p:txBody>
          <a:bodyPr/>
          <a:lstStyle/>
          <a:p>
            <a:pPr>
              <a:spcBef>
                <a:spcPct val="50000"/>
              </a:spcBef>
              <a:spcAft>
                <a:spcPct val="0"/>
              </a:spcAft>
              <a:buFontTx/>
              <a:buNone/>
            </a:pPr>
            <a:r>
              <a:rPr lang="en-US"/>
              <a:t>Page </a:t>
            </a:r>
            <a:fld id="{A06316EC-39FF-4C97-AA6E-29B761CE3E45}" type="slidenum">
              <a:rPr lang="en-US" smtClean="0"/>
              <a:pPr>
                <a:spcBef>
                  <a:spcPct val="50000"/>
                </a:spcBef>
                <a:spcAft>
                  <a:spcPct val="0"/>
                </a:spcAft>
                <a:buFontTx/>
                <a:buNone/>
              </a:pPr>
              <a:t>3</a:t>
            </a:fld>
            <a:endParaRPr lang="en-US"/>
          </a:p>
        </p:txBody>
      </p:sp>
      <p:sp>
        <p:nvSpPr>
          <p:cNvPr id="11" name="Rectangle 10">
            <a:extLst>
              <a:ext uri="{FF2B5EF4-FFF2-40B4-BE49-F238E27FC236}">
                <a16:creationId xmlns:a16="http://schemas.microsoft.com/office/drawing/2014/main" id="{A992C085-011A-75B5-8DA8-A0F27FD87784}"/>
              </a:ext>
            </a:extLst>
          </p:cNvPr>
          <p:cNvSpPr/>
          <p:nvPr/>
        </p:nvSpPr>
        <p:spPr bwMode="auto">
          <a:xfrm>
            <a:off x="2620108" y="4281854"/>
            <a:ext cx="650630" cy="914400"/>
          </a:xfrm>
          <a:prstGeom prst="rect">
            <a:avLst/>
          </a:prstGeom>
          <a:solidFill>
            <a:schemeClr val="bg1"/>
          </a:solidFill>
          <a:ln w="9525">
            <a:noFill/>
            <a:round/>
            <a:headEnd type="arrow" w="med" len="med"/>
            <a:tailEnd type="none" w="med" len="med"/>
          </a:ln>
          <a:effectLst/>
        </p:spPr>
        <p:txBody>
          <a:bodyPr rtlCol="0" anchor="ctr"/>
          <a:lstStyle/>
          <a:p>
            <a:pPr algn="ctr"/>
            <a:endParaRPr lang="en-PT"/>
          </a:p>
        </p:txBody>
      </p:sp>
      <p:sp>
        <p:nvSpPr>
          <p:cNvPr id="12" name="Rectangle 11">
            <a:extLst>
              <a:ext uri="{FF2B5EF4-FFF2-40B4-BE49-F238E27FC236}">
                <a16:creationId xmlns:a16="http://schemas.microsoft.com/office/drawing/2014/main" id="{3D7758C8-63EA-92E9-ACBD-C976AD5D73D4}"/>
              </a:ext>
            </a:extLst>
          </p:cNvPr>
          <p:cNvSpPr/>
          <p:nvPr/>
        </p:nvSpPr>
        <p:spPr bwMode="auto">
          <a:xfrm>
            <a:off x="8839200" y="5697415"/>
            <a:ext cx="1166446" cy="323973"/>
          </a:xfrm>
          <a:prstGeom prst="rect">
            <a:avLst/>
          </a:prstGeom>
          <a:solidFill>
            <a:schemeClr val="bg1"/>
          </a:solidFill>
          <a:ln w="9525">
            <a:noFill/>
            <a:round/>
            <a:headEnd type="arrow" w="med" len="med"/>
            <a:tailEnd type="none" w="med" len="med"/>
          </a:ln>
          <a:effectLst/>
        </p:spPr>
        <p:txBody>
          <a:bodyPr rtlCol="0" anchor="ctr"/>
          <a:lstStyle/>
          <a:p>
            <a:pPr algn="ctr"/>
            <a:endParaRPr lang="en-PT"/>
          </a:p>
        </p:txBody>
      </p:sp>
      <p:pic>
        <p:nvPicPr>
          <p:cNvPr id="1028" name="Picture 4" descr="Food and Drug Administration">
            <a:extLst>
              <a:ext uri="{FF2B5EF4-FFF2-40B4-BE49-F238E27FC236}">
                <a16:creationId xmlns:a16="http://schemas.microsoft.com/office/drawing/2014/main" id="{8B88B180-6AC1-50ED-CF34-0656D15F0B3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556490" y="3323492"/>
            <a:ext cx="673782" cy="277532"/>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Guest Post: Health Canada Webinar - Avoiding Unauthorized Health Products  Online | College of Pharmacists of British Columbia">
            <a:extLst>
              <a:ext uri="{FF2B5EF4-FFF2-40B4-BE49-F238E27FC236}">
                <a16:creationId xmlns:a16="http://schemas.microsoft.com/office/drawing/2014/main" id="{C801CA3B-BEE1-7296-2F2C-5EA7B708C122}"/>
              </a:ext>
            </a:extLst>
          </p:cNvPr>
          <p:cNvPicPr>
            <a:picLocks noChangeAspect="1" noChangeArrowheads="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781642" y="2248895"/>
            <a:ext cx="2388234" cy="1343382"/>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a:extLst>
              <a:ext uri="{FF2B5EF4-FFF2-40B4-BE49-F238E27FC236}">
                <a16:creationId xmlns:a16="http://schemas.microsoft.com/office/drawing/2014/main" id="{9FF1BEFC-EE9A-3E8F-3DC1-1817941AE89E}"/>
              </a:ext>
            </a:extLst>
          </p:cNvPr>
          <p:cNvPicPr>
            <a:picLocks noChangeAspect="1" noChangeArrowheads="1"/>
          </p:cNvPicPr>
          <p:nvPr/>
        </p:nvPicPr>
        <p:blipFill>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975759" y="4376871"/>
            <a:ext cx="1800000" cy="597500"/>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a:extLst>
              <a:ext uri="{FF2B5EF4-FFF2-40B4-BE49-F238E27FC236}">
                <a16:creationId xmlns:a16="http://schemas.microsoft.com/office/drawing/2014/main" id="{07D16AEA-378E-7107-D1C0-DDACD0C7581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15480" y="3693474"/>
            <a:ext cx="458787" cy="474080"/>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CFDA Regulatory Affairs | MedGogo Inc.">
            <a:extLst>
              <a:ext uri="{FF2B5EF4-FFF2-40B4-BE49-F238E27FC236}">
                <a16:creationId xmlns:a16="http://schemas.microsoft.com/office/drawing/2014/main" id="{F0F30E9E-440A-4C8F-0101-DE1F74C57E06}"/>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939347" y="3287074"/>
            <a:ext cx="611266" cy="406400"/>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Summary of TGA (Australia)">
            <a:extLst>
              <a:ext uri="{FF2B5EF4-FFF2-40B4-BE49-F238E27FC236}">
                <a16:creationId xmlns:a16="http://schemas.microsoft.com/office/drawing/2014/main" id="{2C153E44-F29A-0654-4D10-D3D74B948CAB}"/>
              </a:ext>
            </a:extLst>
          </p:cNvPr>
          <p:cNvPicPr>
            <a:picLocks noChangeAspect="1" noChangeArrowheads="1"/>
          </p:cNvPicPr>
          <p:nvPr/>
        </p:nvPicPr>
        <p:blipFill>
          <a:blip r:embed="rId9"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453166" y="4538873"/>
            <a:ext cx="1352306" cy="772746"/>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descr="Korea's Ministry of Food and Drug Safety (MFDS) - Global Regulatory  Partners, Inc.">
            <a:extLst>
              <a:ext uri="{FF2B5EF4-FFF2-40B4-BE49-F238E27FC236}">
                <a16:creationId xmlns:a16="http://schemas.microsoft.com/office/drawing/2014/main" id="{2849BC2B-ABC3-C613-C15F-20F6EAD960BE}"/>
              </a:ext>
            </a:extLst>
          </p:cNvPr>
          <p:cNvPicPr>
            <a:picLocks noChangeAspect="1" noChangeArrowheads="1"/>
          </p:cNvPicPr>
          <p:nvPr/>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793861" y="3257340"/>
            <a:ext cx="611266" cy="343683"/>
          </a:xfrm>
          <a:prstGeom prst="rect">
            <a:avLst/>
          </a:prstGeom>
          <a:noFill/>
          <a:extLst>
            <a:ext uri="{909E8E84-426E-40DD-AFC4-6F175D3DCCD1}">
              <a14:hiddenFill xmlns:a14="http://schemas.microsoft.com/office/drawing/2010/main">
                <a:solidFill>
                  <a:srgbClr val="FFFFFF"/>
                </a:solidFill>
              </a14:hiddenFill>
            </a:ext>
          </a:extLst>
        </p:spPr>
      </p:pic>
      <p:pic>
        <p:nvPicPr>
          <p:cNvPr id="1046" name="Picture 22">
            <a:extLst>
              <a:ext uri="{FF2B5EF4-FFF2-40B4-BE49-F238E27FC236}">
                <a16:creationId xmlns:a16="http://schemas.microsoft.com/office/drawing/2014/main" id="{F77D6D77-56EA-B885-1C3C-0272048B46B4}"/>
              </a:ext>
            </a:extLst>
          </p:cNvPr>
          <p:cNvPicPr>
            <a:picLocks noChangeAspect="1" noChangeArrowheads="1"/>
          </p:cNvPicPr>
          <p:nvPr/>
        </p:nvPicPr>
        <p:blipFill rotWithShape="1">
          <a:blip r:embed="rId11">
            <a:clrChange>
              <a:clrFrom>
                <a:srgbClr val="FFFFFF"/>
              </a:clrFrom>
              <a:clrTo>
                <a:srgbClr val="FFFFFF">
                  <a:alpha val="0"/>
                </a:srgbClr>
              </a:clrTo>
            </a:clrChange>
            <a:extLst>
              <a:ext uri="{28A0092B-C50C-407E-A947-70E740481C1C}">
                <a14:useLocalDpi xmlns:a14="http://schemas.microsoft.com/office/drawing/2010/main" val="0"/>
              </a:ext>
            </a:extLst>
          </a:blip>
          <a:srcRect r="78302"/>
          <a:stretch/>
        </p:blipFill>
        <p:spPr bwMode="auto">
          <a:xfrm>
            <a:off x="9100019" y="3547424"/>
            <a:ext cx="644808" cy="29210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European Commission - Wikipedia">
            <a:extLst>
              <a:ext uri="{FF2B5EF4-FFF2-40B4-BE49-F238E27FC236}">
                <a16:creationId xmlns:a16="http://schemas.microsoft.com/office/drawing/2014/main" id="{9BEEB981-7259-D0D4-706A-92F891CADA95}"/>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6515705" y="2723617"/>
            <a:ext cx="1017417" cy="7053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38565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B1154-1A8B-BB40-AA4C-C986B27159E3}"/>
              </a:ext>
            </a:extLst>
          </p:cNvPr>
          <p:cNvSpPr>
            <a:spLocks noGrp="1"/>
          </p:cNvSpPr>
          <p:nvPr>
            <p:ph type="title"/>
          </p:nvPr>
        </p:nvSpPr>
        <p:spPr/>
        <p:txBody>
          <a:bodyPr/>
          <a:lstStyle/>
          <a:p>
            <a:r>
              <a:rPr lang="en-GB">
                <a:cs typeface="Calibri"/>
              </a:rPr>
              <a:t>What is the EU MDR 2017/745?</a:t>
            </a:r>
            <a:br>
              <a:rPr lang="en-GB">
                <a:cs typeface="Calibri"/>
              </a:rPr>
            </a:br>
            <a:endParaRPr lang="en-PT"/>
          </a:p>
        </p:txBody>
      </p:sp>
      <p:sp>
        <p:nvSpPr>
          <p:cNvPr id="3" name="Text Placeholder 2">
            <a:extLst>
              <a:ext uri="{FF2B5EF4-FFF2-40B4-BE49-F238E27FC236}">
                <a16:creationId xmlns:a16="http://schemas.microsoft.com/office/drawing/2014/main" id="{BD30E00C-3173-434F-85EE-080738AF337F}"/>
              </a:ext>
            </a:extLst>
          </p:cNvPr>
          <p:cNvSpPr>
            <a:spLocks noGrp="1"/>
          </p:cNvSpPr>
          <p:nvPr>
            <p:ph type="body" sz="quarter" idx="10"/>
          </p:nvPr>
        </p:nvSpPr>
        <p:spPr/>
        <p:txBody>
          <a:bodyPr/>
          <a:lstStyle/>
          <a:p>
            <a:endParaRPr lang="en-PT"/>
          </a:p>
        </p:txBody>
      </p:sp>
      <p:sp>
        <p:nvSpPr>
          <p:cNvPr id="4" name="Content Placeholder 3">
            <a:extLst>
              <a:ext uri="{FF2B5EF4-FFF2-40B4-BE49-F238E27FC236}">
                <a16:creationId xmlns:a16="http://schemas.microsoft.com/office/drawing/2014/main" id="{758A6355-6245-FC4A-8D8A-6F9C76FE3D52}"/>
              </a:ext>
            </a:extLst>
          </p:cNvPr>
          <p:cNvSpPr>
            <a:spLocks noGrp="1"/>
          </p:cNvSpPr>
          <p:nvPr>
            <p:ph idx="1"/>
          </p:nvPr>
        </p:nvSpPr>
        <p:spPr/>
        <p:txBody>
          <a:bodyPr/>
          <a:lstStyle/>
          <a:p>
            <a:r>
              <a:rPr lang="en-PT" sz="1600"/>
              <a:t>Ensures </a:t>
            </a:r>
            <a:r>
              <a:rPr lang="en-PT" sz="1600">
                <a:solidFill>
                  <a:schemeClr val="tx2"/>
                </a:solidFill>
              </a:rPr>
              <a:t>high standards of safety and quality </a:t>
            </a:r>
            <a:r>
              <a:rPr lang="en-PT" sz="1600"/>
              <a:t>for medical devices that are:</a:t>
            </a:r>
          </a:p>
          <a:p>
            <a:pPr lvl="1"/>
            <a:r>
              <a:rPr lang="en-PT" sz="1600"/>
              <a:t>produced in EU countries, or</a:t>
            </a:r>
          </a:p>
          <a:p>
            <a:pPr lvl="1"/>
            <a:r>
              <a:rPr lang="en-PT" sz="1600"/>
              <a:t>supplied to EU countries</a:t>
            </a:r>
          </a:p>
          <a:p>
            <a:pPr marL="0" indent="0">
              <a:buNone/>
            </a:pPr>
            <a:endParaRPr lang="en-PT" sz="1600"/>
          </a:p>
          <a:p>
            <a:r>
              <a:rPr lang="en-PT" sz="1600"/>
              <a:t>Regulation released in 2017 by the European Parliament and the Council of the EU</a:t>
            </a:r>
          </a:p>
          <a:p>
            <a:r>
              <a:rPr lang="en-PT" sz="1600"/>
              <a:t>Has been in effect since 26 May 2021</a:t>
            </a:r>
          </a:p>
          <a:p>
            <a:r>
              <a:rPr lang="en-PT" sz="1600"/>
              <a:t>Replaces the old Medical Device Directive (from 1993!)</a:t>
            </a:r>
          </a:p>
          <a:p>
            <a:endParaRPr lang="en-PT" sz="1600"/>
          </a:p>
          <a:p>
            <a:r>
              <a:rPr lang="en-PT" sz="1600"/>
              <a:t>Identifies what are medical devices</a:t>
            </a:r>
          </a:p>
          <a:p>
            <a:r>
              <a:rPr lang="en-PT" sz="1600"/>
              <a:t>Standardises data and technological advances through EUDAMED</a:t>
            </a:r>
          </a:p>
          <a:p>
            <a:r>
              <a:rPr lang="en-PT" sz="1600"/>
              <a:t>The certification of a medical device results in a CE mark</a:t>
            </a:r>
          </a:p>
        </p:txBody>
      </p:sp>
      <p:sp>
        <p:nvSpPr>
          <p:cNvPr id="5" name="Slide Number Placeholder 4">
            <a:extLst>
              <a:ext uri="{FF2B5EF4-FFF2-40B4-BE49-F238E27FC236}">
                <a16:creationId xmlns:a16="http://schemas.microsoft.com/office/drawing/2014/main" id="{934FEFA9-A42F-C54E-9CB3-256E4CB53B72}"/>
              </a:ext>
            </a:extLst>
          </p:cNvPr>
          <p:cNvSpPr>
            <a:spLocks noGrp="1"/>
          </p:cNvSpPr>
          <p:nvPr>
            <p:ph type="sldNum" sz="quarter" idx="4"/>
          </p:nvPr>
        </p:nvSpPr>
        <p:spPr/>
        <p:txBody>
          <a:bodyPr/>
          <a:lstStyle/>
          <a:p>
            <a:pPr>
              <a:spcBef>
                <a:spcPct val="50000"/>
              </a:spcBef>
              <a:spcAft>
                <a:spcPct val="0"/>
              </a:spcAft>
              <a:buFontTx/>
              <a:buNone/>
            </a:pPr>
            <a:r>
              <a:rPr lang="en-US"/>
              <a:t>Page </a:t>
            </a:r>
            <a:fld id="{A06316EC-39FF-4C97-AA6E-29B761CE3E45}" type="slidenum">
              <a:rPr lang="en-US" smtClean="0"/>
              <a:pPr>
                <a:spcBef>
                  <a:spcPct val="50000"/>
                </a:spcBef>
                <a:spcAft>
                  <a:spcPct val="0"/>
                </a:spcAft>
                <a:buFontTx/>
                <a:buNone/>
              </a:pPr>
              <a:t>4</a:t>
            </a:fld>
            <a:endParaRPr lang="en-US"/>
          </a:p>
        </p:txBody>
      </p:sp>
      <p:pic>
        <p:nvPicPr>
          <p:cNvPr id="2054" name="Picture 6" descr="Home - Consilium">
            <a:extLst>
              <a:ext uri="{FF2B5EF4-FFF2-40B4-BE49-F238E27FC236}">
                <a16:creationId xmlns:a16="http://schemas.microsoft.com/office/drawing/2014/main" id="{330EC3F9-5BD1-0E47-9B98-5A4BABA312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46008" y="2854044"/>
            <a:ext cx="2313720" cy="1652657"/>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O que é o selo CE que encontramos nos produtos? - TecMundo">
            <a:extLst>
              <a:ext uri="{FF2B5EF4-FFF2-40B4-BE49-F238E27FC236}">
                <a16:creationId xmlns:a16="http://schemas.microsoft.com/office/drawing/2014/main" id="{1CD2DF2C-9258-994A-8BFF-BCAFD8BD959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949841" y="4478764"/>
            <a:ext cx="1597244" cy="106483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Parlamento Europeu – Wikipédia, a enciclopédia livre">
            <a:extLst>
              <a:ext uri="{FF2B5EF4-FFF2-40B4-BE49-F238E27FC236}">
                <a16:creationId xmlns:a16="http://schemas.microsoft.com/office/drawing/2014/main" id="{3CD7F330-B6EF-1C46-AAFC-44E617B30C4B}"/>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875499" y="1816436"/>
            <a:ext cx="1671586" cy="11520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84425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E595E-B23A-EB4E-9FD4-6E73AE26192E}"/>
              </a:ext>
            </a:extLst>
          </p:cNvPr>
          <p:cNvSpPr>
            <a:spLocks noGrp="1"/>
          </p:cNvSpPr>
          <p:nvPr>
            <p:ph type="title"/>
          </p:nvPr>
        </p:nvSpPr>
        <p:spPr/>
        <p:txBody>
          <a:bodyPr/>
          <a:lstStyle/>
          <a:p>
            <a:r>
              <a:rPr lang="en-PT"/>
              <a:t>What is a medical device, according to the EU MDR?</a:t>
            </a:r>
          </a:p>
        </p:txBody>
      </p:sp>
      <p:sp>
        <p:nvSpPr>
          <p:cNvPr id="3" name="Text Placeholder 2">
            <a:extLst>
              <a:ext uri="{FF2B5EF4-FFF2-40B4-BE49-F238E27FC236}">
                <a16:creationId xmlns:a16="http://schemas.microsoft.com/office/drawing/2014/main" id="{09B8EE70-9C44-404B-9DE1-02DE177214AA}"/>
              </a:ext>
            </a:extLst>
          </p:cNvPr>
          <p:cNvSpPr>
            <a:spLocks noGrp="1"/>
          </p:cNvSpPr>
          <p:nvPr>
            <p:ph type="body" sz="quarter" idx="10"/>
          </p:nvPr>
        </p:nvSpPr>
        <p:spPr/>
        <p:txBody>
          <a:bodyPr/>
          <a:lstStyle/>
          <a:p>
            <a:endParaRPr lang="en-PT"/>
          </a:p>
        </p:txBody>
      </p:sp>
      <p:sp>
        <p:nvSpPr>
          <p:cNvPr id="4" name="Content Placeholder 3">
            <a:extLst>
              <a:ext uri="{FF2B5EF4-FFF2-40B4-BE49-F238E27FC236}">
                <a16:creationId xmlns:a16="http://schemas.microsoft.com/office/drawing/2014/main" id="{01013519-61E7-BE49-A94E-08DA17B44094}"/>
              </a:ext>
            </a:extLst>
          </p:cNvPr>
          <p:cNvSpPr>
            <a:spLocks noGrp="1"/>
          </p:cNvSpPr>
          <p:nvPr>
            <p:ph idx="1"/>
          </p:nvPr>
        </p:nvSpPr>
        <p:spPr/>
        <p:txBody>
          <a:bodyPr/>
          <a:lstStyle/>
          <a:p>
            <a:r>
              <a:rPr lang="en-PT"/>
              <a:t>Any:</a:t>
            </a:r>
          </a:p>
          <a:p>
            <a:pPr lvl="1"/>
            <a:r>
              <a:rPr lang="en-PT"/>
              <a:t>Instrument</a:t>
            </a:r>
          </a:p>
          <a:p>
            <a:pPr lvl="1"/>
            <a:r>
              <a:rPr lang="en-PT"/>
              <a:t>Equipment</a:t>
            </a:r>
          </a:p>
          <a:p>
            <a:pPr lvl="1"/>
            <a:r>
              <a:rPr lang="en-PT"/>
              <a:t>Application</a:t>
            </a:r>
          </a:p>
          <a:p>
            <a:pPr lvl="1"/>
            <a:r>
              <a:rPr lang="en-PT"/>
              <a:t>Software</a:t>
            </a:r>
          </a:p>
          <a:p>
            <a:pPr lvl="1"/>
            <a:r>
              <a:rPr lang="en-PT"/>
              <a:t>Implant</a:t>
            </a:r>
          </a:p>
          <a:p>
            <a:pPr lvl="1"/>
            <a:r>
              <a:rPr lang="en-PT"/>
              <a:t>Reagent</a:t>
            </a:r>
          </a:p>
          <a:p>
            <a:pPr lvl="1"/>
            <a:r>
              <a:rPr lang="en-PT"/>
              <a:t>Material</a:t>
            </a:r>
          </a:p>
          <a:p>
            <a:pPr lvl="1"/>
            <a:r>
              <a:rPr lang="en-PT"/>
              <a:t>…</a:t>
            </a:r>
          </a:p>
          <a:p>
            <a:pPr lvl="1"/>
            <a:endParaRPr lang="en-PT"/>
          </a:p>
          <a:p>
            <a:r>
              <a:rPr lang="en-PT"/>
              <a:t>For human use, with medical purposes</a:t>
            </a:r>
          </a:p>
        </p:txBody>
      </p:sp>
      <p:sp>
        <p:nvSpPr>
          <p:cNvPr id="5" name="Slide Number Placeholder 4">
            <a:extLst>
              <a:ext uri="{FF2B5EF4-FFF2-40B4-BE49-F238E27FC236}">
                <a16:creationId xmlns:a16="http://schemas.microsoft.com/office/drawing/2014/main" id="{48CCF7BB-C665-2643-A2D2-FA9EAC00C96A}"/>
              </a:ext>
            </a:extLst>
          </p:cNvPr>
          <p:cNvSpPr>
            <a:spLocks noGrp="1"/>
          </p:cNvSpPr>
          <p:nvPr>
            <p:ph type="sldNum" sz="quarter" idx="4"/>
          </p:nvPr>
        </p:nvSpPr>
        <p:spPr/>
        <p:txBody>
          <a:bodyPr/>
          <a:lstStyle/>
          <a:p>
            <a:pPr>
              <a:spcBef>
                <a:spcPct val="50000"/>
              </a:spcBef>
              <a:spcAft>
                <a:spcPct val="0"/>
              </a:spcAft>
              <a:buFontTx/>
              <a:buNone/>
            </a:pPr>
            <a:r>
              <a:rPr lang="en-US"/>
              <a:t>Page </a:t>
            </a:r>
            <a:fld id="{A06316EC-39FF-4C97-AA6E-29B761CE3E45}" type="slidenum">
              <a:rPr lang="en-US" smtClean="0"/>
              <a:pPr>
                <a:spcBef>
                  <a:spcPct val="50000"/>
                </a:spcBef>
                <a:spcAft>
                  <a:spcPct val="0"/>
                </a:spcAft>
                <a:buFontTx/>
                <a:buNone/>
              </a:pPr>
              <a:t>5</a:t>
            </a:fld>
            <a:endParaRPr lang="en-US"/>
          </a:p>
        </p:txBody>
      </p:sp>
      <p:pic>
        <p:nvPicPr>
          <p:cNvPr id="1026" name="Picture 2" descr="National, Regional, Global - Future Opportunities For Thailand&amp;#39;s Medical  Device Companies - Thailand Medical News">
            <a:extLst>
              <a:ext uri="{FF2B5EF4-FFF2-40B4-BE49-F238E27FC236}">
                <a16:creationId xmlns:a16="http://schemas.microsoft.com/office/drawing/2014/main" id="{29F0ECA3-423F-3F4C-8C48-52D4B467DC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26647" y="1773238"/>
            <a:ext cx="6797040" cy="4248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10855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E595E-B23A-EB4E-9FD4-6E73AE26192E}"/>
              </a:ext>
            </a:extLst>
          </p:cNvPr>
          <p:cNvSpPr>
            <a:spLocks noGrp="1"/>
          </p:cNvSpPr>
          <p:nvPr>
            <p:ph type="title"/>
          </p:nvPr>
        </p:nvSpPr>
        <p:spPr/>
        <p:txBody>
          <a:bodyPr/>
          <a:lstStyle/>
          <a:p>
            <a:r>
              <a:rPr lang="en-PT"/>
              <a:t>What is a medical device, according to the EU MDR?</a:t>
            </a:r>
          </a:p>
        </p:txBody>
      </p:sp>
      <p:sp>
        <p:nvSpPr>
          <p:cNvPr id="3" name="Text Placeholder 2">
            <a:extLst>
              <a:ext uri="{FF2B5EF4-FFF2-40B4-BE49-F238E27FC236}">
                <a16:creationId xmlns:a16="http://schemas.microsoft.com/office/drawing/2014/main" id="{09B8EE70-9C44-404B-9DE1-02DE177214AA}"/>
              </a:ext>
            </a:extLst>
          </p:cNvPr>
          <p:cNvSpPr>
            <a:spLocks noGrp="1"/>
          </p:cNvSpPr>
          <p:nvPr>
            <p:ph type="body" sz="quarter" idx="10"/>
          </p:nvPr>
        </p:nvSpPr>
        <p:spPr/>
        <p:txBody>
          <a:bodyPr/>
          <a:lstStyle/>
          <a:p>
            <a:r>
              <a:rPr lang="en-PT"/>
              <a:t>Medical purposes</a:t>
            </a:r>
          </a:p>
        </p:txBody>
      </p:sp>
      <p:sp>
        <p:nvSpPr>
          <p:cNvPr id="4" name="Content Placeholder 3">
            <a:extLst>
              <a:ext uri="{FF2B5EF4-FFF2-40B4-BE49-F238E27FC236}">
                <a16:creationId xmlns:a16="http://schemas.microsoft.com/office/drawing/2014/main" id="{01013519-61E7-BE49-A94E-08DA17B44094}"/>
              </a:ext>
            </a:extLst>
          </p:cNvPr>
          <p:cNvSpPr>
            <a:spLocks noGrp="1"/>
          </p:cNvSpPr>
          <p:nvPr>
            <p:ph idx="1"/>
          </p:nvPr>
        </p:nvSpPr>
        <p:spPr/>
        <p:txBody>
          <a:bodyPr/>
          <a:lstStyle/>
          <a:p>
            <a:pPr lvl="1"/>
            <a:r>
              <a:rPr lang="en-PT" sz="1400"/>
              <a:t>Diagnosis</a:t>
            </a:r>
          </a:p>
          <a:p>
            <a:pPr lvl="1"/>
            <a:r>
              <a:rPr lang="en-PT" sz="1400"/>
              <a:t>Prevention</a:t>
            </a:r>
          </a:p>
          <a:p>
            <a:pPr lvl="1"/>
            <a:r>
              <a:rPr lang="en-PT" sz="1400"/>
              <a:t>Monitoring</a:t>
            </a:r>
          </a:p>
          <a:p>
            <a:pPr lvl="1"/>
            <a:r>
              <a:rPr lang="en-PT" sz="1400"/>
              <a:t>Prediction</a:t>
            </a:r>
          </a:p>
          <a:p>
            <a:pPr lvl="1"/>
            <a:r>
              <a:rPr lang="en-PT" sz="1400"/>
              <a:t>Treatment</a:t>
            </a:r>
          </a:p>
          <a:p>
            <a:pPr lvl="1"/>
            <a:r>
              <a:rPr lang="en-PT" sz="1400"/>
              <a:t>Relief</a:t>
            </a:r>
          </a:p>
          <a:p>
            <a:pPr lvl="1"/>
            <a:r>
              <a:rPr lang="en-PT" sz="1400"/>
              <a:t>Compensation</a:t>
            </a:r>
          </a:p>
          <a:p>
            <a:pPr lvl="1"/>
            <a:endParaRPr lang="en-PT" sz="1400"/>
          </a:p>
          <a:p>
            <a:pPr lvl="1"/>
            <a:r>
              <a:rPr lang="en-PT" sz="1400"/>
              <a:t>Investigation</a:t>
            </a:r>
          </a:p>
          <a:p>
            <a:pPr lvl="1"/>
            <a:r>
              <a:rPr lang="en-PT" sz="1400"/>
              <a:t>Substitution</a:t>
            </a:r>
          </a:p>
          <a:p>
            <a:pPr lvl="1"/>
            <a:r>
              <a:rPr lang="en-PT" sz="1400"/>
              <a:t>Modification</a:t>
            </a:r>
          </a:p>
          <a:p>
            <a:pPr lvl="1"/>
            <a:endParaRPr lang="en-PT" sz="1400"/>
          </a:p>
          <a:p>
            <a:pPr lvl="1"/>
            <a:r>
              <a:rPr lang="en-PT" sz="1400"/>
              <a:t>Birth control and support</a:t>
            </a:r>
          </a:p>
        </p:txBody>
      </p:sp>
      <p:sp>
        <p:nvSpPr>
          <p:cNvPr id="5" name="Slide Number Placeholder 4">
            <a:extLst>
              <a:ext uri="{FF2B5EF4-FFF2-40B4-BE49-F238E27FC236}">
                <a16:creationId xmlns:a16="http://schemas.microsoft.com/office/drawing/2014/main" id="{48CCF7BB-C665-2643-A2D2-FA9EAC00C96A}"/>
              </a:ext>
            </a:extLst>
          </p:cNvPr>
          <p:cNvSpPr>
            <a:spLocks noGrp="1"/>
          </p:cNvSpPr>
          <p:nvPr>
            <p:ph type="sldNum" sz="quarter" idx="4"/>
          </p:nvPr>
        </p:nvSpPr>
        <p:spPr/>
        <p:txBody>
          <a:bodyPr/>
          <a:lstStyle/>
          <a:p>
            <a:pPr>
              <a:spcBef>
                <a:spcPct val="50000"/>
              </a:spcBef>
              <a:spcAft>
                <a:spcPct val="0"/>
              </a:spcAft>
              <a:buFontTx/>
              <a:buNone/>
            </a:pPr>
            <a:r>
              <a:rPr lang="en-US"/>
              <a:t>Page </a:t>
            </a:r>
            <a:fld id="{A06316EC-39FF-4C97-AA6E-29B761CE3E45}" type="slidenum">
              <a:rPr lang="en-US" smtClean="0"/>
              <a:pPr>
                <a:spcBef>
                  <a:spcPct val="50000"/>
                </a:spcBef>
                <a:spcAft>
                  <a:spcPct val="0"/>
                </a:spcAft>
                <a:buFontTx/>
                <a:buNone/>
              </a:pPr>
              <a:t>6</a:t>
            </a:fld>
            <a:endParaRPr lang="en-US"/>
          </a:p>
        </p:txBody>
      </p:sp>
      <p:pic>
        <p:nvPicPr>
          <p:cNvPr id="1026" name="Picture 2" descr="National, Regional, Global - Future Opportunities For Thailand&amp;#39;s Medical  Device Companies - Thailand Medical News">
            <a:extLst>
              <a:ext uri="{FF2B5EF4-FFF2-40B4-BE49-F238E27FC236}">
                <a16:creationId xmlns:a16="http://schemas.microsoft.com/office/drawing/2014/main" id="{29F0ECA3-423F-3F4C-8C48-52D4B467DC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26647" y="1773238"/>
            <a:ext cx="6797040" cy="4248150"/>
          </a:xfrm>
          <a:prstGeom prst="rect">
            <a:avLst/>
          </a:prstGeom>
          <a:noFill/>
          <a:extLst>
            <a:ext uri="{909E8E84-426E-40DD-AFC4-6F175D3DCCD1}">
              <a14:hiddenFill xmlns:a14="http://schemas.microsoft.com/office/drawing/2010/main">
                <a:solidFill>
                  <a:srgbClr val="FFFFFF"/>
                </a:solidFill>
              </a14:hiddenFill>
            </a:ext>
          </a:extLst>
        </p:spPr>
      </p:pic>
      <p:sp>
        <p:nvSpPr>
          <p:cNvPr id="7" name="Right Brace 6">
            <a:extLst>
              <a:ext uri="{FF2B5EF4-FFF2-40B4-BE49-F238E27FC236}">
                <a16:creationId xmlns:a16="http://schemas.microsoft.com/office/drawing/2014/main" id="{AE941B3B-E198-774B-BF57-5B325ECC034F}"/>
              </a:ext>
            </a:extLst>
          </p:cNvPr>
          <p:cNvSpPr/>
          <p:nvPr/>
        </p:nvSpPr>
        <p:spPr bwMode="auto">
          <a:xfrm>
            <a:off x="2725445" y="1773238"/>
            <a:ext cx="195309" cy="2221713"/>
          </a:xfrm>
          <a:prstGeom prst="rightBrace">
            <a:avLst/>
          </a:prstGeom>
          <a:noFill/>
          <a:ln w="9525"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tlCol="0" anchor="ctr"/>
          <a:lstStyle/>
          <a:p>
            <a:pPr algn="ctr"/>
            <a:endParaRPr lang="en-PT"/>
          </a:p>
        </p:txBody>
      </p:sp>
      <p:sp>
        <p:nvSpPr>
          <p:cNvPr id="9" name="Right Brace 8">
            <a:extLst>
              <a:ext uri="{FF2B5EF4-FFF2-40B4-BE49-F238E27FC236}">
                <a16:creationId xmlns:a16="http://schemas.microsoft.com/office/drawing/2014/main" id="{ECDD6ADF-DBC4-F243-A7E8-06A4A1EBAED6}"/>
              </a:ext>
            </a:extLst>
          </p:cNvPr>
          <p:cNvSpPr/>
          <p:nvPr/>
        </p:nvSpPr>
        <p:spPr bwMode="auto">
          <a:xfrm>
            <a:off x="2712745" y="4287915"/>
            <a:ext cx="195309" cy="1029808"/>
          </a:xfrm>
          <a:prstGeom prst="rightBrace">
            <a:avLst/>
          </a:prstGeom>
          <a:noFill/>
          <a:ln w="9525"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tlCol="0" anchor="ctr"/>
          <a:lstStyle/>
          <a:p>
            <a:pPr algn="ctr"/>
            <a:endParaRPr lang="en-PT"/>
          </a:p>
        </p:txBody>
      </p:sp>
      <p:sp>
        <p:nvSpPr>
          <p:cNvPr id="8" name="Rectangle 7">
            <a:extLst>
              <a:ext uri="{FF2B5EF4-FFF2-40B4-BE49-F238E27FC236}">
                <a16:creationId xmlns:a16="http://schemas.microsoft.com/office/drawing/2014/main" id="{BD2AFD6E-0D2A-7242-A57C-52130A97840F}"/>
              </a:ext>
            </a:extLst>
          </p:cNvPr>
          <p:cNvSpPr/>
          <p:nvPr/>
        </p:nvSpPr>
        <p:spPr bwMode="auto">
          <a:xfrm>
            <a:off x="3000651" y="2426894"/>
            <a:ext cx="1606859" cy="914400"/>
          </a:xfrm>
          <a:prstGeom prst="rect">
            <a:avLst/>
          </a:prstGeom>
          <a:noFill/>
          <a:ln w="9525">
            <a:noFill/>
            <a:round/>
            <a:headEnd type="arrow"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tlCol="0" anchor="ctr"/>
          <a:lstStyle/>
          <a:p>
            <a:r>
              <a:rPr lang="en-GB" sz="1400"/>
              <a:t>o</a:t>
            </a:r>
            <a:r>
              <a:rPr lang="en-PT" sz="1400"/>
              <a:t>f a disease, lesion or disability</a:t>
            </a:r>
          </a:p>
        </p:txBody>
      </p:sp>
      <p:sp>
        <p:nvSpPr>
          <p:cNvPr id="11" name="Rectangle 10">
            <a:extLst>
              <a:ext uri="{FF2B5EF4-FFF2-40B4-BE49-F238E27FC236}">
                <a16:creationId xmlns:a16="http://schemas.microsoft.com/office/drawing/2014/main" id="{D0180281-B8FD-3340-9D21-866D76E8D15A}"/>
              </a:ext>
            </a:extLst>
          </p:cNvPr>
          <p:cNvSpPr/>
          <p:nvPr/>
        </p:nvSpPr>
        <p:spPr bwMode="auto">
          <a:xfrm>
            <a:off x="3000651" y="4345619"/>
            <a:ext cx="1606859" cy="914400"/>
          </a:xfrm>
          <a:prstGeom prst="rect">
            <a:avLst/>
          </a:prstGeom>
          <a:noFill/>
          <a:ln w="9525">
            <a:noFill/>
            <a:round/>
            <a:headEnd type="arrow" w="med" len="med"/>
            <a:tailEnd type="none" w="med" len="med"/>
          </a:ln>
          <a:effectLst/>
        </p:spPr>
        <p:txBody>
          <a:bodyPr rtlCol="0" anchor="ctr"/>
          <a:lstStyle/>
          <a:p>
            <a:r>
              <a:rPr lang="pt-PT" sz="1400" err="1"/>
              <a:t>of</a:t>
            </a:r>
            <a:r>
              <a:rPr lang="pt-PT" sz="1400"/>
              <a:t> a </a:t>
            </a:r>
            <a:r>
              <a:rPr lang="pt-PT" sz="1400" err="1"/>
              <a:t>person’s</a:t>
            </a:r>
            <a:r>
              <a:rPr lang="pt-PT" sz="1400"/>
              <a:t> </a:t>
            </a:r>
            <a:r>
              <a:rPr lang="pt-PT" sz="1400" err="1"/>
              <a:t>anatomy</a:t>
            </a:r>
            <a:r>
              <a:rPr lang="pt-PT" sz="1400"/>
              <a:t>, </a:t>
            </a:r>
            <a:r>
              <a:rPr lang="pt-PT" sz="1400" err="1"/>
              <a:t>physiological</a:t>
            </a:r>
            <a:r>
              <a:rPr lang="pt-PT" sz="1400"/>
              <a:t> </a:t>
            </a:r>
            <a:r>
              <a:rPr lang="pt-PT" sz="1400" err="1"/>
              <a:t>or</a:t>
            </a:r>
            <a:r>
              <a:rPr lang="pt-PT" sz="1400"/>
              <a:t> </a:t>
            </a:r>
            <a:r>
              <a:rPr lang="pt-PT" sz="1400" err="1"/>
              <a:t>pathological</a:t>
            </a:r>
            <a:r>
              <a:rPr lang="pt-PT" sz="1400"/>
              <a:t> </a:t>
            </a:r>
            <a:r>
              <a:rPr lang="pt-PT" sz="1400" err="1"/>
              <a:t>process</a:t>
            </a:r>
            <a:endParaRPr lang="en-PT" sz="1400"/>
          </a:p>
        </p:txBody>
      </p:sp>
    </p:spTree>
    <p:extLst>
      <p:ext uri="{BB962C8B-B14F-4D97-AF65-F5344CB8AC3E}">
        <p14:creationId xmlns:p14="http://schemas.microsoft.com/office/powerpoint/2010/main" val="2614071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7BB9D-57F4-204A-B212-A15FF7596099}"/>
              </a:ext>
            </a:extLst>
          </p:cNvPr>
          <p:cNvSpPr>
            <a:spLocks noGrp="1"/>
          </p:cNvSpPr>
          <p:nvPr>
            <p:ph type="title"/>
          </p:nvPr>
        </p:nvSpPr>
        <p:spPr/>
        <p:txBody>
          <a:bodyPr/>
          <a:lstStyle/>
          <a:p>
            <a:r>
              <a:rPr lang="en-PT"/>
              <a:t>How to classify a medical device</a:t>
            </a:r>
            <a:br>
              <a:rPr lang="en-PT"/>
            </a:br>
            <a:endParaRPr lang="en-PT"/>
          </a:p>
        </p:txBody>
      </p:sp>
      <p:sp>
        <p:nvSpPr>
          <p:cNvPr id="3" name="Text Placeholder 2">
            <a:extLst>
              <a:ext uri="{FF2B5EF4-FFF2-40B4-BE49-F238E27FC236}">
                <a16:creationId xmlns:a16="http://schemas.microsoft.com/office/drawing/2014/main" id="{36002809-513A-9448-9C2F-152F3F792A92}"/>
              </a:ext>
            </a:extLst>
          </p:cNvPr>
          <p:cNvSpPr>
            <a:spLocks noGrp="1"/>
          </p:cNvSpPr>
          <p:nvPr>
            <p:ph type="body" sz="quarter" idx="10"/>
          </p:nvPr>
        </p:nvSpPr>
        <p:spPr/>
        <p:txBody>
          <a:bodyPr/>
          <a:lstStyle/>
          <a:p>
            <a:endParaRPr lang="en-PT"/>
          </a:p>
        </p:txBody>
      </p:sp>
      <p:graphicFrame>
        <p:nvGraphicFramePr>
          <p:cNvPr id="6" name="Table 6">
            <a:extLst>
              <a:ext uri="{FF2B5EF4-FFF2-40B4-BE49-F238E27FC236}">
                <a16:creationId xmlns:a16="http://schemas.microsoft.com/office/drawing/2014/main" id="{9C834B87-1A3A-0E43-B0F8-1947757165AE}"/>
              </a:ext>
            </a:extLst>
          </p:cNvPr>
          <p:cNvGraphicFramePr>
            <a:graphicFrameLocks noGrp="1"/>
          </p:cNvGraphicFramePr>
          <p:nvPr>
            <p:ph idx="1"/>
          </p:nvPr>
        </p:nvGraphicFramePr>
        <p:xfrm>
          <a:off x="477838" y="1773238"/>
          <a:ext cx="11233145" cy="3429000"/>
        </p:xfrm>
        <a:graphic>
          <a:graphicData uri="http://schemas.openxmlformats.org/drawingml/2006/table">
            <a:tbl>
              <a:tblPr firstRow="1" bandRow="1">
                <a:tableStyleId>{93296810-A885-4BE3-A3E7-6D5BEEA58F35}</a:tableStyleId>
              </a:tblPr>
              <a:tblGrid>
                <a:gridCol w="1604735">
                  <a:extLst>
                    <a:ext uri="{9D8B030D-6E8A-4147-A177-3AD203B41FA5}">
                      <a16:colId xmlns:a16="http://schemas.microsoft.com/office/drawing/2014/main" val="3652500112"/>
                    </a:ext>
                  </a:extLst>
                </a:gridCol>
                <a:gridCol w="1604735">
                  <a:extLst>
                    <a:ext uri="{9D8B030D-6E8A-4147-A177-3AD203B41FA5}">
                      <a16:colId xmlns:a16="http://schemas.microsoft.com/office/drawing/2014/main" val="3897795827"/>
                    </a:ext>
                  </a:extLst>
                </a:gridCol>
                <a:gridCol w="1604735">
                  <a:extLst>
                    <a:ext uri="{9D8B030D-6E8A-4147-A177-3AD203B41FA5}">
                      <a16:colId xmlns:a16="http://schemas.microsoft.com/office/drawing/2014/main" val="742112593"/>
                    </a:ext>
                  </a:extLst>
                </a:gridCol>
                <a:gridCol w="1604735">
                  <a:extLst>
                    <a:ext uri="{9D8B030D-6E8A-4147-A177-3AD203B41FA5}">
                      <a16:colId xmlns:a16="http://schemas.microsoft.com/office/drawing/2014/main" val="2429585093"/>
                    </a:ext>
                  </a:extLst>
                </a:gridCol>
                <a:gridCol w="1604735">
                  <a:extLst>
                    <a:ext uri="{9D8B030D-6E8A-4147-A177-3AD203B41FA5}">
                      <a16:colId xmlns:a16="http://schemas.microsoft.com/office/drawing/2014/main" val="1618320337"/>
                    </a:ext>
                  </a:extLst>
                </a:gridCol>
                <a:gridCol w="1604735">
                  <a:extLst>
                    <a:ext uri="{9D8B030D-6E8A-4147-A177-3AD203B41FA5}">
                      <a16:colId xmlns:a16="http://schemas.microsoft.com/office/drawing/2014/main" val="393211449"/>
                    </a:ext>
                  </a:extLst>
                </a:gridCol>
                <a:gridCol w="1604735">
                  <a:extLst>
                    <a:ext uri="{9D8B030D-6E8A-4147-A177-3AD203B41FA5}">
                      <a16:colId xmlns:a16="http://schemas.microsoft.com/office/drawing/2014/main" val="675139651"/>
                    </a:ext>
                  </a:extLst>
                </a:gridCol>
              </a:tblGrid>
              <a:tr h="370840">
                <a:tc gridSpan="4">
                  <a:txBody>
                    <a:bodyPr/>
                    <a:lstStyle/>
                    <a:p>
                      <a:pPr algn="ctr"/>
                      <a:r>
                        <a:rPr lang="en-PT" sz="1600"/>
                        <a:t>Class I</a:t>
                      </a:r>
                    </a:p>
                  </a:txBody>
                  <a:tcPr>
                    <a:solidFill>
                      <a:schemeClr val="tx2">
                        <a:lumMod val="75000"/>
                      </a:schemeClr>
                    </a:solidFill>
                  </a:tcPr>
                </a:tc>
                <a:tc hMerge="1">
                  <a:txBody>
                    <a:bodyPr/>
                    <a:lstStyle/>
                    <a:p>
                      <a:endParaRPr lang="en-PT"/>
                    </a:p>
                  </a:txBody>
                  <a:tcPr/>
                </a:tc>
                <a:tc hMerge="1">
                  <a:txBody>
                    <a:bodyPr/>
                    <a:lstStyle/>
                    <a:p>
                      <a:endParaRPr lang="en-PT"/>
                    </a:p>
                  </a:txBody>
                  <a:tcPr/>
                </a:tc>
                <a:tc hMerge="1">
                  <a:txBody>
                    <a:bodyPr/>
                    <a:lstStyle/>
                    <a:p>
                      <a:endParaRPr lang="en-PT"/>
                    </a:p>
                  </a:txBody>
                  <a:tcPr/>
                </a:tc>
                <a:tc gridSpan="2">
                  <a:txBody>
                    <a:bodyPr/>
                    <a:lstStyle/>
                    <a:p>
                      <a:pPr algn="ctr"/>
                      <a:r>
                        <a:rPr lang="en-PT" sz="1600"/>
                        <a:t>Class II</a:t>
                      </a:r>
                    </a:p>
                  </a:txBody>
                  <a:tcPr>
                    <a:solidFill>
                      <a:schemeClr val="accent5">
                        <a:lumMod val="25000"/>
                      </a:schemeClr>
                    </a:solidFill>
                  </a:tcPr>
                </a:tc>
                <a:tc hMerge="1">
                  <a:txBody>
                    <a:bodyPr/>
                    <a:lstStyle/>
                    <a:p>
                      <a:endParaRPr lang="en-PT"/>
                    </a:p>
                  </a:txBody>
                  <a:tcPr/>
                </a:tc>
                <a:tc>
                  <a:txBody>
                    <a:bodyPr/>
                    <a:lstStyle/>
                    <a:p>
                      <a:pPr algn="ctr"/>
                      <a:r>
                        <a:rPr lang="en-PT" sz="1600"/>
                        <a:t>Class III</a:t>
                      </a:r>
                    </a:p>
                  </a:txBody>
                  <a:tcPr>
                    <a:solidFill>
                      <a:schemeClr val="accent3">
                        <a:lumMod val="75000"/>
                      </a:schemeClr>
                    </a:solidFill>
                  </a:tcPr>
                </a:tc>
                <a:extLst>
                  <a:ext uri="{0D108BD9-81ED-4DB2-BD59-A6C34878D82A}">
                    <a16:rowId xmlns:a16="http://schemas.microsoft.com/office/drawing/2014/main" val="2857602685"/>
                  </a:ext>
                </a:extLst>
              </a:tr>
              <a:tr h="370840">
                <a:tc gridSpan="4">
                  <a:txBody>
                    <a:bodyPr/>
                    <a:lstStyle/>
                    <a:p>
                      <a:r>
                        <a:rPr lang="en-GB" sz="1600"/>
                        <a:t>Non-invasive and non-implantable devices (w/ exceptions)</a:t>
                      </a:r>
                      <a:endParaRPr lang="en-PT" sz="1600"/>
                    </a:p>
                  </a:txBody>
                  <a:tcPr/>
                </a:tc>
                <a:tc hMerge="1">
                  <a:txBody>
                    <a:bodyPr/>
                    <a:lstStyle/>
                    <a:p>
                      <a:endParaRPr lang="en-PT"/>
                    </a:p>
                  </a:txBody>
                  <a:tcPr/>
                </a:tc>
                <a:tc hMerge="1">
                  <a:txBody>
                    <a:bodyPr/>
                    <a:lstStyle/>
                    <a:p>
                      <a:endParaRPr lang="en-PT"/>
                    </a:p>
                  </a:txBody>
                  <a:tcPr/>
                </a:tc>
                <a:tc hMerge="1">
                  <a:txBody>
                    <a:bodyPr/>
                    <a:lstStyle/>
                    <a:p>
                      <a:endParaRPr lang="en-PT"/>
                    </a:p>
                  </a:txBody>
                  <a:tcPr/>
                </a:tc>
                <a:tc gridSpan="2">
                  <a:txBody>
                    <a:bodyPr/>
                    <a:lstStyle/>
                    <a:p>
                      <a:r>
                        <a:rPr lang="en-PT" sz="1600"/>
                        <a:t>Active and invasive devices</a:t>
                      </a:r>
                    </a:p>
                  </a:txBody>
                  <a:tcPr/>
                </a:tc>
                <a:tc hMerge="1">
                  <a:txBody>
                    <a:bodyPr/>
                    <a:lstStyle/>
                    <a:p>
                      <a:endParaRPr lang="en-PT"/>
                    </a:p>
                  </a:txBody>
                  <a:tcPr/>
                </a:tc>
                <a:tc rowSpan="3">
                  <a:txBody>
                    <a:bodyPr/>
                    <a:lstStyle/>
                    <a:p>
                      <a:r>
                        <a:rPr lang="en-GB" sz="1600"/>
                        <a:t>Active and implantable devices intended for long-term use.</a:t>
                      </a:r>
                    </a:p>
                    <a:p>
                      <a:endParaRPr lang="en-GB" sz="1400" b="1"/>
                    </a:p>
                    <a:p>
                      <a:endParaRPr lang="en-GB" sz="100" b="1"/>
                    </a:p>
                    <a:p>
                      <a:endParaRPr lang="en-GB" sz="100" b="1"/>
                    </a:p>
                    <a:p>
                      <a:endParaRPr lang="en-GB" sz="100" b="1"/>
                    </a:p>
                    <a:p>
                      <a:endParaRPr lang="en-GB" sz="100" b="1"/>
                    </a:p>
                    <a:p>
                      <a:endParaRPr lang="en-GB" sz="100" b="1"/>
                    </a:p>
                    <a:p>
                      <a:endParaRPr lang="en-GB" sz="100" b="1"/>
                    </a:p>
                    <a:p>
                      <a:endParaRPr lang="en-GB" sz="100" b="1"/>
                    </a:p>
                    <a:p>
                      <a:endParaRPr lang="en-GB" sz="100" b="1"/>
                    </a:p>
                    <a:p>
                      <a:endParaRPr lang="en-GB" sz="100" b="1"/>
                    </a:p>
                    <a:p>
                      <a:endParaRPr lang="en-GB" sz="100" b="1"/>
                    </a:p>
                    <a:p>
                      <a:endParaRPr lang="en-GB" sz="100" b="1"/>
                    </a:p>
                    <a:p>
                      <a:endParaRPr lang="en-GB" sz="100" b="1"/>
                    </a:p>
                    <a:p>
                      <a:endParaRPr lang="en-GB" sz="100" b="1"/>
                    </a:p>
                    <a:p>
                      <a:endParaRPr lang="en-GB" sz="100" b="1"/>
                    </a:p>
                    <a:p>
                      <a:endParaRPr lang="en-GB" sz="100" b="1"/>
                    </a:p>
                    <a:p>
                      <a:endParaRPr lang="en-GB" sz="100" b="1"/>
                    </a:p>
                    <a:p>
                      <a:r>
                        <a:rPr lang="en-GB" sz="1400" b="1"/>
                        <a:t>Examples</a:t>
                      </a:r>
                      <a:r>
                        <a:rPr lang="en-GB" sz="1400"/>
                        <a:t>: pacemakers, breast implants, spinal disc implants, drug-coated stents.</a:t>
                      </a:r>
                      <a:endParaRPr lang="en-PT" sz="1400"/>
                    </a:p>
                  </a:txBody>
                  <a:tcPr/>
                </a:tc>
                <a:extLst>
                  <a:ext uri="{0D108BD9-81ED-4DB2-BD59-A6C34878D82A}">
                    <a16:rowId xmlns:a16="http://schemas.microsoft.com/office/drawing/2014/main" val="270579581"/>
                  </a:ext>
                </a:extLst>
              </a:tr>
              <a:tr h="370840">
                <a:tc>
                  <a:txBody>
                    <a:bodyPr/>
                    <a:lstStyle/>
                    <a:p>
                      <a:pPr algn="ctr"/>
                      <a:r>
                        <a:rPr lang="en-PT" sz="1600"/>
                        <a:t>Class I</a:t>
                      </a:r>
                    </a:p>
                  </a:txBody>
                  <a:tcPr>
                    <a:solidFill>
                      <a:schemeClr val="tx2">
                        <a:lumMod val="60000"/>
                        <a:lumOff val="40000"/>
                      </a:schemeClr>
                    </a:solidFill>
                  </a:tcPr>
                </a:tc>
                <a:tc>
                  <a:txBody>
                    <a:bodyPr/>
                    <a:lstStyle/>
                    <a:p>
                      <a:pPr algn="ctr"/>
                      <a:r>
                        <a:rPr lang="en-PT" sz="1600"/>
                        <a:t>Class Im</a:t>
                      </a:r>
                    </a:p>
                  </a:txBody>
                  <a:tcPr>
                    <a:solidFill>
                      <a:schemeClr val="tx2">
                        <a:lumMod val="60000"/>
                        <a:lumOff val="40000"/>
                      </a:schemeClr>
                    </a:solidFill>
                  </a:tcPr>
                </a:tc>
                <a:tc>
                  <a:txBody>
                    <a:bodyPr/>
                    <a:lstStyle/>
                    <a:p>
                      <a:pPr algn="ctr"/>
                      <a:r>
                        <a:rPr lang="en-PT" sz="1600"/>
                        <a:t>Class Ir</a:t>
                      </a:r>
                    </a:p>
                  </a:txBody>
                  <a:tcPr>
                    <a:solidFill>
                      <a:schemeClr val="tx2">
                        <a:lumMod val="60000"/>
                        <a:lumOff val="40000"/>
                      </a:schemeClr>
                    </a:solidFill>
                  </a:tcPr>
                </a:tc>
                <a:tc>
                  <a:txBody>
                    <a:bodyPr/>
                    <a:lstStyle/>
                    <a:p>
                      <a:pPr algn="ctr"/>
                      <a:r>
                        <a:rPr lang="en-PT" sz="1600"/>
                        <a:t>Class Is</a:t>
                      </a:r>
                    </a:p>
                  </a:txBody>
                  <a:tcPr>
                    <a:solidFill>
                      <a:schemeClr val="tx2">
                        <a:lumMod val="60000"/>
                        <a:lumOff val="40000"/>
                      </a:schemeClr>
                    </a:solidFill>
                  </a:tcPr>
                </a:tc>
                <a:tc>
                  <a:txBody>
                    <a:bodyPr/>
                    <a:lstStyle/>
                    <a:p>
                      <a:pPr algn="ctr"/>
                      <a:r>
                        <a:rPr lang="en-PT" sz="1600"/>
                        <a:t>Class IIa</a:t>
                      </a:r>
                    </a:p>
                  </a:txBody>
                  <a:tcPr>
                    <a:solidFill>
                      <a:schemeClr val="accent5">
                        <a:lumMod val="50000"/>
                      </a:schemeClr>
                    </a:solidFill>
                  </a:tcPr>
                </a:tc>
                <a:tc>
                  <a:txBody>
                    <a:bodyPr/>
                    <a:lstStyle/>
                    <a:p>
                      <a:pPr algn="ctr"/>
                      <a:r>
                        <a:rPr lang="en-PT" sz="1600"/>
                        <a:t>Class IIb</a:t>
                      </a:r>
                    </a:p>
                  </a:txBody>
                  <a:tcPr>
                    <a:solidFill>
                      <a:schemeClr val="accent5">
                        <a:lumMod val="50000"/>
                      </a:schemeClr>
                    </a:solidFill>
                  </a:tcPr>
                </a:tc>
                <a:tc vMerge="1">
                  <a:txBody>
                    <a:bodyPr/>
                    <a:lstStyle/>
                    <a:p>
                      <a:endParaRPr lang="en-PT"/>
                    </a:p>
                  </a:txBody>
                  <a:tcPr/>
                </a:tc>
                <a:extLst>
                  <a:ext uri="{0D108BD9-81ED-4DB2-BD59-A6C34878D82A}">
                    <a16:rowId xmlns:a16="http://schemas.microsoft.com/office/drawing/2014/main" val="271354181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T" sz="1600"/>
                        <a:t>Any other device that does not fit in any other subclass</a:t>
                      </a:r>
                    </a:p>
                    <a:p>
                      <a:endParaRPr lang="en-PT" sz="1600"/>
                    </a:p>
                  </a:txBody>
                  <a:tcPr/>
                </a:tc>
                <a:tc>
                  <a:txBody>
                    <a:bodyPr/>
                    <a:lstStyle/>
                    <a:p>
                      <a:r>
                        <a:rPr lang="en-PT" sz="1600"/>
                        <a:t>Devices with a measuring function</a:t>
                      </a:r>
                    </a:p>
                    <a:p>
                      <a:endParaRPr lang="en-PT" sz="1600"/>
                    </a:p>
                    <a:p>
                      <a:endParaRPr lang="en-PT" sz="1400" b="1"/>
                    </a:p>
                    <a:p>
                      <a:endParaRPr lang="en-PT" sz="100" b="1"/>
                    </a:p>
                    <a:p>
                      <a:endParaRPr lang="en-PT" sz="100" b="1"/>
                    </a:p>
                    <a:p>
                      <a:endParaRPr lang="en-PT" sz="100" b="1"/>
                    </a:p>
                    <a:p>
                      <a:endParaRPr lang="en-PT" sz="100" b="1"/>
                    </a:p>
                    <a:p>
                      <a:endParaRPr lang="en-PT" sz="100" b="1"/>
                    </a:p>
                    <a:p>
                      <a:endParaRPr lang="en-PT" sz="100" b="1"/>
                    </a:p>
                    <a:p>
                      <a:endParaRPr lang="en-PT" sz="100" b="1"/>
                    </a:p>
                    <a:p>
                      <a:endParaRPr lang="en-PT" sz="100" b="1"/>
                    </a:p>
                    <a:p>
                      <a:endParaRPr lang="en-PT" sz="100" b="1"/>
                    </a:p>
                    <a:p>
                      <a:endParaRPr lang="en-PT" sz="100" b="1"/>
                    </a:p>
                    <a:p>
                      <a:endParaRPr lang="en-PT" sz="100" b="1"/>
                    </a:p>
                    <a:p>
                      <a:endParaRPr lang="en-PT" sz="100" b="1"/>
                    </a:p>
                    <a:p>
                      <a:endParaRPr lang="en-PT" sz="100" b="1"/>
                    </a:p>
                    <a:p>
                      <a:endParaRPr lang="en-PT" sz="100" b="1"/>
                    </a:p>
                    <a:p>
                      <a:endParaRPr lang="en-PT" sz="100" b="1"/>
                    </a:p>
                    <a:p>
                      <a:endParaRPr lang="en-PT" sz="100" b="1"/>
                    </a:p>
                    <a:p>
                      <a:endParaRPr lang="en-PT" sz="100" b="1"/>
                    </a:p>
                    <a:p>
                      <a:endParaRPr lang="en-PT" sz="100" b="1"/>
                    </a:p>
                    <a:p>
                      <a:endParaRPr lang="en-PT" sz="100" b="1"/>
                    </a:p>
                    <a:p>
                      <a:endParaRPr lang="en-PT" sz="100" b="1"/>
                    </a:p>
                    <a:p>
                      <a:endParaRPr lang="en-PT" sz="100" b="1"/>
                    </a:p>
                    <a:p>
                      <a:endParaRPr lang="en-PT" sz="100" b="1"/>
                    </a:p>
                    <a:p>
                      <a:endParaRPr lang="en-PT" sz="100" b="1"/>
                    </a:p>
                    <a:p>
                      <a:endParaRPr lang="en-PT" sz="100" b="1"/>
                    </a:p>
                    <a:p>
                      <a:endParaRPr lang="en-PT" sz="100" b="1"/>
                    </a:p>
                    <a:p>
                      <a:endParaRPr lang="en-PT" sz="100" b="1"/>
                    </a:p>
                    <a:p>
                      <a:endParaRPr lang="en-PT" sz="1400" b="1"/>
                    </a:p>
                    <a:p>
                      <a:r>
                        <a:rPr lang="en-PT" sz="1400" b="1"/>
                        <a:t>Example</a:t>
                      </a:r>
                      <a:r>
                        <a:rPr lang="en-PT" sz="1400"/>
                        <a:t>: thermometers.</a:t>
                      </a:r>
                      <a:endParaRPr lang="en-PT" sz="1200"/>
                    </a:p>
                  </a:txBody>
                  <a:tcPr/>
                </a:tc>
                <a:tc>
                  <a:txBody>
                    <a:bodyPr/>
                    <a:lstStyle/>
                    <a:p>
                      <a:r>
                        <a:rPr lang="en-PT" sz="1600"/>
                        <a:t>Reusable devices and invasive surgical equipment of transient use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PT" sz="100" b="1"/>
                    </a:p>
                    <a:p>
                      <a:pPr marL="0" marR="0" lvl="0" indent="0" algn="l" defTabSz="914400" rtl="0" eaLnBrk="1" fontAlgn="auto" latinLnBrk="0" hangingPunct="1">
                        <a:lnSpc>
                          <a:spcPct val="100000"/>
                        </a:lnSpc>
                        <a:spcBef>
                          <a:spcPts val="0"/>
                        </a:spcBef>
                        <a:spcAft>
                          <a:spcPts val="0"/>
                        </a:spcAft>
                        <a:buClrTx/>
                        <a:buSzTx/>
                        <a:buFontTx/>
                        <a:buNone/>
                        <a:tabLst/>
                        <a:defRPr/>
                      </a:pPr>
                      <a:endParaRPr lang="en-PT" sz="100" b="1"/>
                    </a:p>
                    <a:p>
                      <a:pPr marL="0" marR="0" lvl="0" indent="0" algn="l" defTabSz="914400" rtl="0" eaLnBrk="1" fontAlgn="auto" latinLnBrk="0" hangingPunct="1">
                        <a:lnSpc>
                          <a:spcPct val="100000"/>
                        </a:lnSpc>
                        <a:spcBef>
                          <a:spcPts val="0"/>
                        </a:spcBef>
                        <a:spcAft>
                          <a:spcPts val="0"/>
                        </a:spcAft>
                        <a:buClrTx/>
                        <a:buSzTx/>
                        <a:buFontTx/>
                        <a:buNone/>
                        <a:tabLst/>
                        <a:defRPr/>
                      </a:pPr>
                      <a:endParaRPr lang="en-PT" sz="100" b="1"/>
                    </a:p>
                    <a:p>
                      <a:pPr marL="0" marR="0" lvl="0" indent="0" algn="l" defTabSz="914400" rtl="0" eaLnBrk="1" fontAlgn="auto" latinLnBrk="0" hangingPunct="1">
                        <a:lnSpc>
                          <a:spcPct val="100000"/>
                        </a:lnSpc>
                        <a:spcBef>
                          <a:spcPts val="0"/>
                        </a:spcBef>
                        <a:spcAft>
                          <a:spcPts val="0"/>
                        </a:spcAft>
                        <a:buClrTx/>
                        <a:buSzTx/>
                        <a:buFontTx/>
                        <a:buNone/>
                        <a:tabLst/>
                        <a:defRPr/>
                      </a:pPr>
                      <a:endParaRPr lang="en-PT" sz="100" b="1"/>
                    </a:p>
                    <a:p>
                      <a:pPr marL="0" marR="0" lvl="0" indent="0" algn="l" defTabSz="914400" rtl="0" eaLnBrk="1" fontAlgn="auto" latinLnBrk="0" hangingPunct="1">
                        <a:lnSpc>
                          <a:spcPct val="100000"/>
                        </a:lnSpc>
                        <a:spcBef>
                          <a:spcPts val="0"/>
                        </a:spcBef>
                        <a:spcAft>
                          <a:spcPts val="0"/>
                        </a:spcAft>
                        <a:buClrTx/>
                        <a:buSzTx/>
                        <a:buFontTx/>
                        <a:buNone/>
                        <a:tabLst/>
                        <a:defRPr/>
                      </a:pPr>
                      <a:endParaRPr lang="en-PT" sz="100" b="1"/>
                    </a:p>
                    <a:p>
                      <a:pPr marL="0" marR="0" lvl="0" indent="0" algn="l" defTabSz="914400" rtl="0" eaLnBrk="1" fontAlgn="auto" latinLnBrk="0" hangingPunct="1">
                        <a:lnSpc>
                          <a:spcPct val="100000"/>
                        </a:lnSpc>
                        <a:spcBef>
                          <a:spcPts val="0"/>
                        </a:spcBef>
                        <a:spcAft>
                          <a:spcPts val="0"/>
                        </a:spcAft>
                        <a:buClrTx/>
                        <a:buSzTx/>
                        <a:buFontTx/>
                        <a:buNone/>
                        <a:tabLst/>
                        <a:defRPr/>
                      </a:pPr>
                      <a:endParaRPr lang="en-PT" sz="100" b="1"/>
                    </a:p>
                    <a:p>
                      <a:pPr marL="0" marR="0" lvl="0" indent="0" algn="l" defTabSz="914400" rtl="0" eaLnBrk="1" fontAlgn="auto" latinLnBrk="0" hangingPunct="1">
                        <a:lnSpc>
                          <a:spcPct val="100000"/>
                        </a:lnSpc>
                        <a:spcBef>
                          <a:spcPts val="0"/>
                        </a:spcBef>
                        <a:spcAft>
                          <a:spcPts val="0"/>
                        </a:spcAft>
                        <a:buClrTx/>
                        <a:buSzTx/>
                        <a:buFontTx/>
                        <a:buNone/>
                        <a:tabLst/>
                        <a:defRPr/>
                      </a:pPr>
                      <a:endParaRPr lang="en-PT" sz="100" b="1"/>
                    </a:p>
                    <a:p>
                      <a:pPr marL="0" marR="0" lvl="0" indent="0" algn="l" defTabSz="914400" rtl="0" eaLnBrk="1" fontAlgn="auto" latinLnBrk="0" hangingPunct="1">
                        <a:lnSpc>
                          <a:spcPct val="100000"/>
                        </a:lnSpc>
                        <a:spcBef>
                          <a:spcPts val="0"/>
                        </a:spcBef>
                        <a:spcAft>
                          <a:spcPts val="0"/>
                        </a:spcAft>
                        <a:buClrTx/>
                        <a:buSzTx/>
                        <a:buFontTx/>
                        <a:buNone/>
                        <a:tabLst/>
                        <a:defRPr/>
                      </a:pPr>
                      <a:endParaRPr lang="en-PT" sz="100" b="1"/>
                    </a:p>
                    <a:p>
                      <a:pPr marL="0" marR="0" lvl="0" indent="0" algn="l" defTabSz="914400" rtl="0" eaLnBrk="1" fontAlgn="auto" latinLnBrk="0" hangingPunct="1">
                        <a:lnSpc>
                          <a:spcPct val="100000"/>
                        </a:lnSpc>
                        <a:spcBef>
                          <a:spcPts val="0"/>
                        </a:spcBef>
                        <a:spcAft>
                          <a:spcPts val="0"/>
                        </a:spcAft>
                        <a:buClrTx/>
                        <a:buSzTx/>
                        <a:buFontTx/>
                        <a:buNone/>
                        <a:tabLst/>
                        <a:defRPr/>
                      </a:pPr>
                      <a:endParaRPr lang="en-PT" sz="100" b="1"/>
                    </a:p>
                    <a:p>
                      <a:pPr marL="0" marR="0" lvl="0" indent="0" algn="l" defTabSz="914400" rtl="0" eaLnBrk="1" fontAlgn="auto" latinLnBrk="0" hangingPunct="1">
                        <a:lnSpc>
                          <a:spcPct val="100000"/>
                        </a:lnSpc>
                        <a:spcBef>
                          <a:spcPts val="0"/>
                        </a:spcBef>
                        <a:spcAft>
                          <a:spcPts val="0"/>
                        </a:spcAft>
                        <a:buClrTx/>
                        <a:buSzTx/>
                        <a:buFontTx/>
                        <a:buNone/>
                        <a:tabLst/>
                        <a:defRPr/>
                      </a:pPr>
                      <a:endParaRPr lang="en-PT" sz="100" b="1"/>
                    </a:p>
                    <a:p>
                      <a:pPr marL="0" marR="0" lvl="0" indent="0" algn="l" defTabSz="914400" rtl="0" eaLnBrk="1" fontAlgn="auto" latinLnBrk="0" hangingPunct="1">
                        <a:lnSpc>
                          <a:spcPct val="100000"/>
                        </a:lnSpc>
                        <a:spcBef>
                          <a:spcPts val="0"/>
                        </a:spcBef>
                        <a:spcAft>
                          <a:spcPts val="0"/>
                        </a:spcAft>
                        <a:buClrTx/>
                        <a:buSzTx/>
                        <a:buFontTx/>
                        <a:buNone/>
                        <a:tabLst/>
                        <a:defRPr/>
                      </a:pPr>
                      <a:endParaRPr lang="en-PT" sz="100" b="1"/>
                    </a:p>
                    <a:p>
                      <a:pPr marL="0" marR="0" lvl="0" indent="0" algn="l" defTabSz="914400" rtl="0" eaLnBrk="1" fontAlgn="auto" latinLnBrk="0" hangingPunct="1">
                        <a:lnSpc>
                          <a:spcPct val="100000"/>
                        </a:lnSpc>
                        <a:spcBef>
                          <a:spcPts val="0"/>
                        </a:spcBef>
                        <a:spcAft>
                          <a:spcPts val="0"/>
                        </a:spcAft>
                        <a:buClrTx/>
                        <a:buSzTx/>
                        <a:buFontTx/>
                        <a:buNone/>
                        <a:tabLst/>
                        <a:defRPr/>
                      </a:pPr>
                      <a:endParaRPr lang="en-PT" sz="100" b="1"/>
                    </a:p>
                    <a:p>
                      <a:pPr marL="0" marR="0" lvl="0" indent="0" algn="l" defTabSz="914400" rtl="0" eaLnBrk="1" fontAlgn="auto" latinLnBrk="0" hangingPunct="1">
                        <a:lnSpc>
                          <a:spcPct val="100000"/>
                        </a:lnSpc>
                        <a:spcBef>
                          <a:spcPts val="0"/>
                        </a:spcBef>
                        <a:spcAft>
                          <a:spcPts val="0"/>
                        </a:spcAft>
                        <a:buClrTx/>
                        <a:buSzTx/>
                        <a:buFontTx/>
                        <a:buNone/>
                        <a:tabLst/>
                        <a:defRPr/>
                      </a:pPr>
                      <a:endParaRPr lang="en-PT" sz="100" b="1"/>
                    </a:p>
                    <a:p>
                      <a:pPr marL="0" marR="0" lvl="0" indent="0" algn="l" defTabSz="914400" rtl="0" eaLnBrk="1" fontAlgn="auto" latinLnBrk="0" hangingPunct="1">
                        <a:lnSpc>
                          <a:spcPct val="100000"/>
                        </a:lnSpc>
                        <a:spcBef>
                          <a:spcPts val="0"/>
                        </a:spcBef>
                        <a:spcAft>
                          <a:spcPts val="0"/>
                        </a:spcAft>
                        <a:buClrTx/>
                        <a:buSzTx/>
                        <a:buFontTx/>
                        <a:buNone/>
                        <a:tabLst/>
                        <a:defRPr/>
                      </a:pPr>
                      <a:endParaRPr lang="en-PT" sz="100" b="1"/>
                    </a:p>
                    <a:p>
                      <a:pPr marL="0" marR="0" lvl="0" indent="0" algn="l" defTabSz="914400" rtl="0" eaLnBrk="1" fontAlgn="auto" latinLnBrk="0" hangingPunct="1">
                        <a:lnSpc>
                          <a:spcPct val="100000"/>
                        </a:lnSpc>
                        <a:spcBef>
                          <a:spcPts val="0"/>
                        </a:spcBef>
                        <a:spcAft>
                          <a:spcPts val="0"/>
                        </a:spcAft>
                        <a:buClrTx/>
                        <a:buSzTx/>
                        <a:buFontTx/>
                        <a:buNone/>
                        <a:tabLst/>
                        <a:defRPr/>
                      </a:pPr>
                      <a:endParaRPr lang="en-PT" sz="100" b="1"/>
                    </a:p>
                    <a:p>
                      <a:pPr marL="0" marR="0" lvl="0" indent="0" algn="l" defTabSz="914400" rtl="0" eaLnBrk="1" fontAlgn="auto" latinLnBrk="0" hangingPunct="1">
                        <a:lnSpc>
                          <a:spcPct val="100000"/>
                        </a:lnSpc>
                        <a:spcBef>
                          <a:spcPts val="0"/>
                        </a:spcBef>
                        <a:spcAft>
                          <a:spcPts val="0"/>
                        </a:spcAft>
                        <a:buClrTx/>
                        <a:buSzTx/>
                        <a:buFontTx/>
                        <a:buNone/>
                        <a:tabLst/>
                        <a:defRPr/>
                      </a:pPr>
                      <a:endParaRPr lang="en-PT" sz="100" b="1"/>
                    </a:p>
                    <a:p>
                      <a:pPr marL="0" marR="0" lvl="0" indent="0" algn="l" defTabSz="914400" rtl="0" eaLnBrk="1" fontAlgn="auto" latinLnBrk="0" hangingPunct="1">
                        <a:lnSpc>
                          <a:spcPct val="100000"/>
                        </a:lnSpc>
                        <a:spcBef>
                          <a:spcPts val="0"/>
                        </a:spcBef>
                        <a:spcAft>
                          <a:spcPts val="0"/>
                        </a:spcAft>
                        <a:buClrTx/>
                        <a:buSzTx/>
                        <a:buFontTx/>
                        <a:buNone/>
                        <a:tabLst/>
                        <a:defRPr/>
                      </a:pPr>
                      <a:endParaRPr lang="en-PT" sz="100" b="1"/>
                    </a:p>
                    <a:p>
                      <a:pPr marL="0" marR="0" lvl="0" indent="0" algn="l" defTabSz="914400" rtl="0" eaLnBrk="1" fontAlgn="auto" latinLnBrk="0" hangingPunct="1">
                        <a:lnSpc>
                          <a:spcPct val="100000"/>
                        </a:lnSpc>
                        <a:spcBef>
                          <a:spcPts val="0"/>
                        </a:spcBef>
                        <a:spcAft>
                          <a:spcPts val="0"/>
                        </a:spcAft>
                        <a:buClrTx/>
                        <a:buSzTx/>
                        <a:buFontTx/>
                        <a:buNone/>
                        <a:tabLst/>
                        <a:defRPr/>
                      </a:pPr>
                      <a:endParaRPr lang="en-PT" sz="100" b="1"/>
                    </a:p>
                    <a:p>
                      <a:pPr marL="0" marR="0" lvl="0" indent="0" algn="l" defTabSz="914400" rtl="0" eaLnBrk="1" fontAlgn="auto" latinLnBrk="0" hangingPunct="1">
                        <a:lnSpc>
                          <a:spcPct val="100000"/>
                        </a:lnSpc>
                        <a:spcBef>
                          <a:spcPts val="0"/>
                        </a:spcBef>
                        <a:spcAft>
                          <a:spcPts val="0"/>
                        </a:spcAft>
                        <a:buClrTx/>
                        <a:buSzTx/>
                        <a:buFontTx/>
                        <a:buNone/>
                        <a:tabLst/>
                        <a:defRPr/>
                      </a:pPr>
                      <a:endParaRPr lang="en-PT" sz="100" b="1"/>
                    </a:p>
                    <a:p>
                      <a:pPr marL="0" marR="0" lvl="0" indent="0" algn="l" defTabSz="914400" rtl="0" eaLnBrk="1" fontAlgn="auto" latinLnBrk="0" hangingPunct="1">
                        <a:lnSpc>
                          <a:spcPct val="100000"/>
                        </a:lnSpc>
                        <a:spcBef>
                          <a:spcPts val="0"/>
                        </a:spcBef>
                        <a:spcAft>
                          <a:spcPts val="0"/>
                        </a:spcAft>
                        <a:buClrTx/>
                        <a:buSzTx/>
                        <a:buFontTx/>
                        <a:buNone/>
                        <a:tabLst/>
                        <a:defRPr/>
                      </a:pPr>
                      <a:endParaRPr lang="en-PT" sz="100" b="1"/>
                    </a:p>
                    <a:p>
                      <a:pPr marL="0" marR="0" lvl="0" indent="0" algn="l" defTabSz="914400" rtl="0" eaLnBrk="1" fontAlgn="auto" latinLnBrk="0" hangingPunct="1">
                        <a:lnSpc>
                          <a:spcPct val="100000"/>
                        </a:lnSpc>
                        <a:spcBef>
                          <a:spcPts val="0"/>
                        </a:spcBef>
                        <a:spcAft>
                          <a:spcPts val="0"/>
                        </a:spcAft>
                        <a:buClrTx/>
                        <a:buSzTx/>
                        <a:buFontTx/>
                        <a:buNone/>
                        <a:tabLst/>
                        <a:defRPr/>
                      </a:pPr>
                      <a:endParaRPr lang="en-PT" sz="100" b="1"/>
                    </a:p>
                    <a:p>
                      <a:pPr marL="0" marR="0" lvl="0" indent="0" algn="l" defTabSz="914400" rtl="0" eaLnBrk="1" fontAlgn="auto" latinLnBrk="0" hangingPunct="1">
                        <a:lnSpc>
                          <a:spcPct val="100000"/>
                        </a:lnSpc>
                        <a:spcBef>
                          <a:spcPts val="0"/>
                        </a:spcBef>
                        <a:spcAft>
                          <a:spcPts val="0"/>
                        </a:spcAft>
                        <a:buClrTx/>
                        <a:buSzTx/>
                        <a:buFontTx/>
                        <a:buNone/>
                        <a:tabLst/>
                        <a:defRPr/>
                      </a:pPr>
                      <a:r>
                        <a:rPr lang="en-PT" sz="1400" b="1"/>
                        <a:t>Example</a:t>
                      </a:r>
                      <a:r>
                        <a:rPr lang="en-PT" sz="1400"/>
                        <a:t>: scalpels.</a:t>
                      </a:r>
                      <a:endParaRPr lang="en-PT" sz="1200"/>
                    </a:p>
                  </a:txBody>
                  <a:tcPr/>
                </a:tc>
                <a:tc>
                  <a:txBody>
                    <a:bodyPr/>
                    <a:lstStyle/>
                    <a:p>
                      <a:r>
                        <a:rPr lang="en-PT" sz="1600"/>
                        <a:t>Sterile devices</a:t>
                      </a:r>
                    </a:p>
                    <a:p>
                      <a:endParaRPr lang="en-PT" sz="1600"/>
                    </a:p>
                    <a:p>
                      <a:pPr marL="0" marR="0" lvl="0" indent="0" algn="l" defTabSz="914400" rtl="0" eaLnBrk="1" fontAlgn="auto" latinLnBrk="0" hangingPunct="1">
                        <a:lnSpc>
                          <a:spcPct val="100000"/>
                        </a:lnSpc>
                        <a:spcBef>
                          <a:spcPts val="0"/>
                        </a:spcBef>
                        <a:spcAft>
                          <a:spcPts val="0"/>
                        </a:spcAft>
                        <a:buClrTx/>
                        <a:buSzTx/>
                        <a:buFontTx/>
                        <a:buNone/>
                        <a:tabLst/>
                        <a:defRPr/>
                      </a:pPr>
                      <a:endParaRPr lang="en-PT" sz="1400" b="1"/>
                    </a:p>
                    <a:p>
                      <a:pPr marL="0" marR="0" lvl="0" indent="0" algn="l" defTabSz="914400" rtl="0" eaLnBrk="1" fontAlgn="auto" latinLnBrk="0" hangingPunct="1">
                        <a:lnSpc>
                          <a:spcPct val="100000"/>
                        </a:lnSpc>
                        <a:spcBef>
                          <a:spcPts val="0"/>
                        </a:spcBef>
                        <a:spcAft>
                          <a:spcPts val="0"/>
                        </a:spcAft>
                        <a:buClrTx/>
                        <a:buSzTx/>
                        <a:buFontTx/>
                        <a:buNone/>
                        <a:tabLst/>
                        <a:defRPr/>
                      </a:pPr>
                      <a:endParaRPr lang="en-PT" sz="1400" b="1"/>
                    </a:p>
                    <a:p>
                      <a:pPr marL="0" marR="0" lvl="0" indent="0" algn="l" defTabSz="914400" rtl="0" eaLnBrk="1" fontAlgn="auto" latinLnBrk="0" hangingPunct="1">
                        <a:lnSpc>
                          <a:spcPct val="100000"/>
                        </a:lnSpc>
                        <a:spcBef>
                          <a:spcPts val="0"/>
                        </a:spcBef>
                        <a:spcAft>
                          <a:spcPts val="0"/>
                        </a:spcAft>
                        <a:buClrTx/>
                        <a:buSzTx/>
                        <a:buFontTx/>
                        <a:buNone/>
                        <a:tabLst/>
                        <a:defRPr/>
                      </a:pPr>
                      <a:endParaRPr lang="en-PT" sz="1400" b="1"/>
                    </a:p>
                    <a:p>
                      <a:pPr marL="0" marR="0" lvl="0" indent="0" algn="l" defTabSz="914400" rtl="0" eaLnBrk="1" fontAlgn="auto" latinLnBrk="0" hangingPunct="1">
                        <a:lnSpc>
                          <a:spcPct val="100000"/>
                        </a:lnSpc>
                        <a:spcBef>
                          <a:spcPts val="0"/>
                        </a:spcBef>
                        <a:spcAft>
                          <a:spcPts val="0"/>
                        </a:spcAft>
                        <a:buClrTx/>
                        <a:buSzTx/>
                        <a:buFontTx/>
                        <a:buNone/>
                        <a:tabLst/>
                        <a:defRPr/>
                      </a:pPr>
                      <a:endParaRPr lang="en-PT" sz="1400" b="1"/>
                    </a:p>
                    <a:p>
                      <a:pPr marL="0" marR="0" lvl="0" indent="0" algn="l" defTabSz="914400" rtl="0" eaLnBrk="1" fontAlgn="auto" latinLnBrk="0" hangingPunct="1">
                        <a:lnSpc>
                          <a:spcPct val="100000"/>
                        </a:lnSpc>
                        <a:spcBef>
                          <a:spcPts val="0"/>
                        </a:spcBef>
                        <a:spcAft>
                          <a:spcPts val="0"/>
                        </a:spcAft>
                        <a:buClrTx/>
                        <a:buSzTx/>
                        <a:buFontTx/>
                        <a:buNone/>
                        <a:tabLst/>
                        <a:defRPr/>
                      </a:pPr>
                      <a:endParaRPr lang="en-PT" sz="100" b="1"/>
                    </a:p>
                    <a:p>
                      <a:pPr marL="0" marR="0" lvl="0" indent="0" algn="l" defTabSz="914400" rtl="0" eaLnBrk="1" fontAlgn="auto" latinLnBrk="0" hangingPunct="1">
                        <a:lnSpc>
                          <a:spcPct val="100000"/>
                        </a:lnSpc>
                        <a:spcBef>
                          <a:spcPts val="0"/>
                        </a:spcBef>
                        <a:spcAft>
                          <a:spcPts val="0"/>
                        </a:spcAft>
                        <a:buClrTx/>
                        <a:buSzTx/>
                        <a:buFontTx/>
                        <a:buNone/>
                        <a:tabLst/>
                        <a:defRPr/>
                      </a:pPr>
                      <a:endParaRPr lang="en-PT" sz="100" b="1"/>
                    </a:p>
                    <a:p>
                      <a:pPr marL="0" marR="0" lvl="0" indent="0" algn="l" defTabSz="914400" rtl="0" eaLnBrk="1" fontAlgn="auto" latinLnBrk="0" hangingPunct="1">
                        <a:lnSpc>
                          <a:spcPct val="100000"/>
                        </a:lnSpc>
                        <a:spcBef>
                          <a:spcPts val="0"/>
                        </a:spcBef>
                        <a:spcAft>
                          <a:spcPts val="0"/>
                        </a:spcAft>
                        <a:buClrTx/>
                        <a:buSzTx/>
                        <a:buFontTx/>
                        <a:buNone/>
                        <a:tabLst/>
                        <a:defRPr/>
                      </a:pPr>
                      <a:endParaRPr lang="en-PT" sz="100" b="1"/>
                    </a:p>
                    <a:p>
                      <a:pPr marL="0" marR="0" lvl="0" indent="0" algn="l" defTabSz="914400" rtl="0" eaLnBrk="1" fontAlgn="auto" latinLnBrk="0" hangingPunct="1">
                        <a:lnSpc>
                          <a:spcPct val="100000"/>
                        </a:lnSpc>
                        <a:spcBef>
                          <a:spcPts val="0"/>
                        </a:spcBef>
                        <a:spcAft>
                          <a:spcPts val="0"/>
                        </a:spcAft>
                        <a:buClrTx/>
                        <a:buSzTx/>
                        <a:buFontTx/>
                        <a:buNone/>
                        <a:tabLst/>
                        <a:defRPr/>
                      </a:pPr>
                      <a:endParaRPr lang="en-PT" sz="100" b="1"/>
                    </a:p>
                    <a:p>
                      <a:pPr marL="0" marR="0" lvl="0" indent="0" algn="l" defTabSz="914400" rtl="0" eaLnBrk="1" fontAlgn="auto" latinLnBrk="0" hangingPunct="1">
                        <a:lnSpc>
                          <a:spcPct val="100000"/>
                        </a:lnSpc>
                        <a:spcBef>
                          <a:spcPts val="0"/>
                        </a:spcBef>
                        <a:spcAft>
                          <a:spcPts val="0"/>
                        </a:spcAft>
                        <a:buClrTx/>
                        <a:buSzTx/>
                        <a:buFontTx/>
                        <a:buNone/>
                        <a:tabLst/>
                        <a:defRPr/>
                      </a:pPr>
                      <a:endParaRPr lang="en-PT" sz="100" b="1"/>
                    </a:p>
                    <a:p>
                      <a:pPr marL="0" marR="0" lvl="0" indent="0" algn="l" defTabSz="914400" rtl="0" eaLnBrk="1" fontAlgn="auto" latinLnBrk="0" hangingPunct="1">
                        <a:lnSpc>
                          <a:spcPct val="100000"/>
                        </a:lnSpc>
                        <a:spcBef>
                          <a:spcPts val="0"/>
                        </a:spcBef>
                        <a:spcAft>
                          <a:spcPts val="0"/>
                        </a:spcAft>
                        <a:buClrTx/>
                        <a:buSzTx/>
                        <a:buFontTx/>
                        <a:buNone/>
                        <a:tabLst/>
                        <a:defRPr/>
                      </a:pPr>
                      <a:endParaRPr lang="en-PT" sz="100" b="1"/>
                    </a:p>
                    <a:p>
                      <a:pPr marL="0" marR="0" lvl="0" indent="0" algn="l" defTabSz="914400" rtl="0" eaLnBrk="1" fontAlgn="auto" latinLnBrk="0" hangingPunct="1">
                        <a:lnSpc>
                          <a:spcPct val="100000"/>
                        </a:lnSpc>
                        <a:spcBef>
                          <a:spcPts val="0"/>
                        </a:spcBef>
                        <a:spcAft>
                          <a:spcPts val="0"/>
                        </a:spcAft>
                        <a:buClrTx/>
                        <a:buSzTx/>
                        <a:buFontTx/>
                        <a:buNone/>
                        <a:tabLst/>
                        <a:defRPr/>
                      </a:pPr>
                      <a:endParaRPr lang="en-PT" sz="100" b="1"/>
                    </a:p>
                    <a:p>
                      <a:pPr marL="0" marR="0" lvl="0" indent="0" algn="l" defTabSz="914400" rtl="0" eaLnBrk="1" fontAlgn="auto" latinLnBrk="0" hangingPunct="1">
                        <a:lnSpc>
                          <a:spcPct val="100000"/>
                        </a:lnSpc>
                        <a:spcBef>
                          <a:spcPts val="0"/>
                        </a:spcBef>
                        <a:spcAft>
                          <a:spcPts val="0"/>
                        </a:spcAft>
                        <a:buClrTx/>
                        <a:buSzTx/>
                        <a:buFontTx/>
                        <a:buNone/>
                        <a:tabLst/>
                        <a:defRPr/>
                      </a:pPr>
                      <a:endParaRPr lang="en-PT" sz="100" b="1"/>
                    </a:p>
                    <a:p>
                      <a:pPr marL="0" marR="0" lvl="0" indent="0" algn="l" defTabSz="914400" rtl="0" eaLnBrk="1" fontAlgn="auto" latinLnBrk="0" hangingPunct="1">
                        <a:lnSpc>
                          <a:spcPct val="100000"/>
                        </a:lnSpc>
                        <a:spcBef>
                          <a:spcPts val="0"/>
                        </a:spcBef>
                        <a:spcAft>
                          <a:spcPts val="0"/>
                        </a:spcAft>
                        <a:buClrTx/>
                        <a:buSzTx/>
                        <a:buFontTx/>
                        <a:buNone/>
                        <a:tabLst/>
                        <a:defRPr/>
                      </a:pPr>
                      <a:endParaRPr lang="en-PT" sz="100" b="1"/>
                    </a:p>
                    <a:p>
                      <a:pPr marL="0" marR="0" lvl="0" indent="0" algn="l" defTabSz="914400" rtl="0" eaLnBrk="1" fontAlgn="auto" latinLnBrk="0" hangingPunct="1">
                        <a:lnSpc>
                          <a:spcPct val="100000"/>
                        </a:lnSpc>
                        <a:spcBef>
                          <a:spcPts val="0"/>
                        </a:spcBef>
                        <a:spcAft>
                          <a:spcPts val="0"/>
                        </a:spcAft>
                        <a:buClrTx/>
                        <a:buSzTx/>
                        <a:buFontTx/>
                        <a:buNone/>
                        <a:tabLst/>
                        <a:defRPr/>
                      </a:pPr>
                      <a:endParaRPr lang="en-PT" sz="100" b="1"/>
                    </a:p>
                    <a:p>
                      <a:pPr marL="0" marR="0" lvl="0" indent="0" algn="l" defTabSz="914400" rtl="0" eaLnBrk="1" fontAlgn="auto" latinLnBrk="0" hangingPunct="1">
                        <a:lnSpc>
                          <a:spcPct val="100000"/>
                        </a:lnSpc>
                        <a:spcBef>
                          <a:spcPts val="0"/>
                        </a:spcBef>
                        <a:spcAft>
                          <a:spcPts val="0"/>
                        </a:spcAft>
                        <a:buClrTx/>
                        <a:buSzTx/>
                        <a:buFontTx/>
                        <a:buNone/>
                        <a:tabLst/>
                        <a:defRPr/>
                      </a:pPr>
                      <a:endParaRPr lang="en-PT" sz="100" b="1"/>
                    </a:p>
                    <a:p>
                      <a:pPr marL="0" marR="0" lvl="0" indent="0" algn="l" defTabSz="914400" rtl="0" eaLnBrk="1" fontAlgn="auto" latinLnBrk="0" hangingPunct="1">
                        <a:lnSpc>
                          <a:spcPct val="100000"/>
                        </a:lnSpc>
                        <a:spcBef>
                          <a:spcPts val="0"/>
                        </a:spcBef>
                        <a:spcAft>
                          <a:spcPts val="0"/>
                        </a:spcAft>
                        <a:buClrTx/>
                        <a:buSzTx/>
                        <a:buFontTx/>
                        <a:buNone/>
                        <a:tabLst/>
                        <a:defRPr/>
                      </a:pPr>
                      <a:endParaRPr lang="en-PT" sz="100" b="1"/>
                    </a:p>
                    <a:p>
                      <a:pPr marL="0" marR="0" lvl="0" indent="0" algn="l" defTabSz="914400" rtl="0" eaLnBrk="1" fontAlgn="auto" latinLnBrk="0" hangingPunct="1">
                        <a:lnSpc>
                          <a:spcPct val="100000"/>
                        </a:lnSpc>
                        <a:spcBef>
                          <a:spcPts val="0"/>
                        </a:spcBef>
                        <a:spcAft>
                          <a:spcPts val="0"/>
                        </a:spcAft>
                        <a:buClrTx/>
                        <a:buSzTx/>
                        <a:buFontTx/>
                        <a:buNone/>
                        <a:tabLst/>
                        <a:defRPr/>
                      </a:pPr>
                      <a:endParaRPr lang="en-PT" sz="100" b="1"/>
                    </a:p>
                    <a:p>
                      <a:pPr marL="0" marR="0" lvl="0" indent="0" algn="l" defTabSz="914400" rtl="0" eaLnBrk="1" fontAlgn="auto" latinLnBrk="0" hangingPunct="1">
                        <a:lnSpc>
                          <a:spcPct val="100000"/>
                        </a:lnSpc>
                        <a:spcBef>
                          <a:spcPts val="0"/>
                        </a:spcBef>
                        <a:spcAft>
                          <a:spcPts val="0"/>
                        </a:spcAft>
                        <a:buClrTx/>
                        <a:buSzTx/>
                        <a:buFontTx/>
                        <a:buNone/>
                        <a:tabLst/>
                        <a:defRPr/>
                      </a:pPr>
                      <a:endParaRPr lang="en-PT" sz="100" b="1"/>
                    </a:p>
                    <a:p>
                      <a:pPr marL="0" marR="0" lvl="0" indent="0" algn="l" defTabSz="914400" rtl="0" eaLnBrk="1" fontAlgn="auto" latinLnBrk="0" hangingPunct="1">
                        <a:lnSpc>
                          <a:spcPct val="100000"/>
                        </a:lnSpc>
                        <a:spcBef>
                          <a:spcPts val="0"/>
                        </a:spcBef>
                        <a:spcAft>
                          <a:spcPts val="0"/>
                        </a:spcAft>
                        <a:buClrTx/>
                        <a:buSzTx/>
                        <a:buFontTx/>
                        <a:buNone/>
                        <a:tabLst/>
                        <a:defRPr/>
                      </a:pPr>
                      <a:endParaRPr lang="en-PT" sz="100" b="1"/>
                    </a:p>
                    <a:p>
                      <a:pPr marL="0" marR="0" lvl="0" indent="0" algn="l" defTabSz="914400" rtl="0" eaLnBrk="1" fontAlgn="auto" latinLnBrk="0" hangingPunct="1">
                        <a:lnSpc>
                          <a:spcPct val="100000"/>
                        </a:lnSpc>
                        <a:spcBef>
                          <a:spcPts val="0"/>
                        </a:spcBef>
                        <a:spcAft>
                          <a:spcPts val="0"/>
                        </a:spcAft>
                        <a:buClrTx/>
                        <a:buSzTx/>
                        <a:buFontTx/>
                        <a:buNone/>
                        <a:tabLst/>
                        <a:defRPr/>
                      </a:pPr>
                      <a:endParaRPr lang="en-PT" sz="100" b="1"/>
                    </a:p>
                    <a:p>
                      <a:pPr marL="0" marR="0" lvl="0" indent="0" algn="l" defTabSz="914400" rtl="0" eaLnBrk="1" fontAlgn="auto" latinLnBrk="0" hangingPunct="1">
                        <a:lnSpc>
                          <a:spcPct val="100000"/>
                        </a:lnSpc>
                        <a:spcBef>
                          <a:spcPts val="0"/>
                        </a:spcBef>
                        <a:spcAft>
                          <a:spcPts val="0"/>
                        </a:spcAft>
                        <a:buClrTx/>
                        <a:buSzTx/>
                        <a:buFontTx/>
                        <a:buNone/>
                        <a:tabLst/>
                        <a:defRPr/>
                      </a:pPr>
                      <a:endParaRPr lang="en-PT" sz="100" b="1"/>
                    </a:p>
                    <a:p>
                      <a:pPr marL="0" marR="0" lvl="0" indent="0" algn="l" defTabSz="914400" rtl="0" eaLnBrk="1" fontAlgn="auto" latinLnBrk="0" hangingPunct="1">
                        <a:lnSpc>
                          <a:spcPct val="100000"/>
                        </a:lnSpc>
                        <a:spcBef>
                          <a:spcPts val="0"/>
                        </a:spcBef>
                        <a:spcAft>
                          <a:spcPts val="0"/>
                        </a:spcAft>
                        <a:buClrTx/>
                        <a:buSzTx/>
                        <a:buFontTx/>
                        <a:buNone/>
                        <a:tabLst/>
                        <a:defRPr/>
                      </a:pPr>
                      <a:endParaRPr lang="en-PT" sz="100" b="1"/>
                    </a:p>
                    <a:p>
                      <a:pPr marL="0" marR="0" lvl="0" indent="0" algn="l" defTabSz="914400" rtl="0" eaLnBrk="1" fontAlgn="auto" latinLnBrk="0" hangingPunct="1">
                        <a:lnSpc>
                          <a:spcPct val="100000"/>
                        </a:lnSpc>
                        <a:spcBef>
                          <a:spcPts val="0"/>
                        </a:spcBef>
                        <a:spcAft>
                          <a:spcPts val="0"/>
                        </a:spcAft>
                        <a:buClrTx/>
                        <a:buSzTx/>
                        <a:buFontTx/>
                        <a:buNone/>
                        <a:tabLst/>
                        <a:defRPr/>
                      </a:pPr>
                      <a:endParaRPr lang="en-PT" sz="100" b="1"/>
                    </a:p>
                    <a:p>
                      <a:pPr marL="0" marR="0" lvl="0" indent="0" algn="l" defTabSz="914400" rtl="0" eaLnBrk="1" fontAlgn="auto" latinLnBrk="0" hangingPunct="1">
                        <a:lnSpc>
                          <a:spcPct val="100000"/>
                        </a:lnSpc>
                        <a:spcBef>
                          <a:spcPts val="0"/>
                        </a:spcBef>
                        <a:spcAft>
                          <a:spcPts val="0"/>
                        </a:spcAft>
                        <a:buClrTx/>
                        <a:buSzTx/>
                        <a:buFontTx/>
                        <a:buNone/>
                        <a:tabLst/>
                        <a:defRPr/>
                      </a:pPr>
                      <a:endParaRPr lang="en-PT" sz="100" b="1"/>
                    </a:p>
                    <a:p>
                      <a:pPr marL="0" marR="0" lvl="0" indent="0" algn="l" defTabSz="914400" rtl="0" eaLnBrk="1" fontAlgn="auto" latinLnBrk="0" hangingPunct="1">
                        <a:lnSpc>
                          <a:spcPct val="100000"/>
                        </a:lnSpc>
                        <a:spcBef>
                          <a:spcPts val="0"/>
                        </a:spcBef>
                        <a:spcAft>
                          <a:spcPts val="0"/>
                        </a:spcAft>
                        <a:buClrTx/>
                        <a:buSzTx/>
                        <a:buFontTx/>
                        <a:buNone/>
                        <a:tabLst/>
                        <a:defRPr/>
                      </a:pPr>
                      <a:endParaRPr lang="en-PT" sz="100" b="1"/>
                    </a:p>
                    <a:p>
                      <a:pPr marL="0" marR="0" lvl="0" indent="0" algn="l" defTabSz="914400" rtl="0" eaLnBrk="1" fontAlgn="auto" latinLnBrk="0" hangingPunct="1">
                        <a:lnSpc>
                          <a:spcPct val="100000"/>
                        </a:lnSpc>
                        <a:spcBef>
                          <a:spcPts val="0"/>
                        </a:spcBef>
                        <a:spcAft>
                          <a:spcPts val="0"/>
                        </a:spcAft>
                        <a:buClrTx/>
                        <a:buSzTx/>
                        <a:buFontTx/>
                        <a:buNone/>
                        <a:tabLst/>
                        <a:defRPr/>
                      </a:pPr>
                      <a:endParaRPr lang="en-PT" sz="100" b="1"/>
                    </a:p>
                    <a:p>
                      <a:pPr marL="0" marR="0" lvl="0" indent="0" algn="l" defTabSz="914400" rtl="0" eaLnBrk="1" fontAlgn="auto" latinLnBrk="0" hangingPunct="1">
                        <a:lnSpc>
                          <a:spcPct val="100000"/>
                        </a:lnSpc>
                        <a:spcBef>
                          <a:spcPts val="0"/>
                        </a:spcBef>
                        <a:spcAft>
                          <a:spcPts val="0"/>
                        </a:spcAft>
                        <a:buClrTx/>
                        <a:buSzTx/>
                        <a:buFontTx/>
                        <a:buNone/>
                        <a:tabLst/>
                        <a:defRPr/>
                      </a:pPr>
                      <a:endParaRPr lang="en-PT" sz="100" b="1"/>
                    </a:p>
                    <a:p>
                      <a:pPr marL="0" marR="0" lvl="0" indent="0" algn="l" defTabSz="914400" rtl="0" eaLnBrk="1" fontAlgn="auto" latinLnBrk="0" hangingPunct="1">
                        <a:lnSpc>
                          <a:spcPct val="100000"/>
                        </a:lnSpc>
                        <a:spcBef>
                          <a:spcPts val="0"/>
                        </a:spcBef>
                        <a:spcAft>
                          <a:spcPts val="0"/>
                        </a:spcAft>
                        <a:buClrTx/>
                        <a:buSzTx/>
                        <a:buFontTx/>
                        <a:buNone/>
                        <a:tabLst/>
                        <a:defRPr/>
                      </a:pPr>
                      <a:endParaRPr lang="en-PT" sz="100" b="1"/>
                    </a:p>
                    <a:p>
                      <a:pPr marL="0" marR="0" lvl="0" indent="0" algn="l" defTabSz="914400" rtl="0" eaLnBrk="1" fontAlgn="auto" latinLnBrk="0" hangingPunct="1">
                        <a:lnSpc>
                          <a:spcPct val="100000"/>
                        </a:lnSpc>
                        <a:spcBef>
                          <a:spcPts val="0"/>
                        </a:spcBef>
                        <a:spcAft>
                          <a:spcPts val="0"/>
                        </a:spcAft>
                        <a:buClrTx/>
                        <a:buSzTx/>
                        <a:buFontTx/>
                        <a:buNone/>
                        <a:tabLst/>
                        <a:defRPr/>
                      </a:pPr>
                      <a:endParaRPr lang="en-PT" sz="100" b="1"/>
                    </a:p>
                    <a:p>
                      <a:pPr marL="0" marR="0" lvl="0" indent="0" algn="l" defTabSz="914400" rtl="0" eaLnBrk="1" fontAlgn="auto" latinLnBrk="0" hangingPunct="1">
                        <a:lnSpc>
                          <a:spcPct val="100000"/>
                        </a:lnSpc>
                        <a:spcBef>
                          <a:spcPts val="0"/>
                        </a:spcBef>
                        <a:spcAft>
                          <a:spcPts val="0"/>
                        </a:spcAft>
                        <a:buClrTx/>
                        <a:buSzTx/>
                        <a:buFontTx/>
                        <a:buNone/>
                        <a:tabLst/>
                        <a:defRPr/>
                      </a:pPr>
                      <a:endParaRPr lang="en-PT" sz="100" b="1"/>
                    </a:p>
                    <a:p>
                      <a:pPr marL="0" marR="0" lvl="0" indent="0" algn="l" defTabSz="914400" rtl="0" eaLnBrk="1" fontAlgn="auto" latinLnBrk="0" hangingPunct="1">
                        <a:lnSpc>
                          <a:spcPct val="100000"/>
                        </a:lnSpc>
                        <a:spcBef>
                          <a:spcPts val="0"/>
                        </a:spcBef>
                        <a:spcAft>
                          <a:spcPts val="0"/>
                        </a:spcAft>
                        <a:buClrTx/>
                        <a:buSzTx/>
                        <a:buFontTx/>
                        <a:buNone/>
                        <a:tabLst/>
                        <a:defRPr/>
                      </a:pPr>
                      <a:endParaRPr lang="en-PT" sz="100" b="1"/>
                    </a:p>
                    <a:p>
                      <a:pPr marL="0" marR="0" lvl="0" indent="0" algn="l" defTabSz="914400" rtl="0" eaLnBrk="1" fontAlgn="auto" latinLnBrk="0" hangingPunct="1">
                        <a:lnSpc>
                          <a:spcPct val="100000"/>
                        </a:lnSpc>
                        <a:spcBef>
                          <a:spcPts val="0"/>
                        </a:spcBef>
                        <a:spcAft>
                          <a:spcPts val="0"/>
                        </a:spcAft>
                        <a:buClrTx/>
                        <a:buSzTx/>
                        <a:buFontTx/>
                        <a:buNone/>
                        <a:tabLst/>
                        <a:defRPr/>
                      </a:pPr>
                      <a:endParaRPr lang="en-PT" sz="100" b="1"/>
                    </a:p>
                    <a:p>
                      <a:pPr marL="0" marR="0" lvl="0" indent="0" algn="l" defTabSz="914400" rtl="0" eaLnBrk="1" fontAlgn="auto" latinLnBrk="0" hangingPunct="1">
                        <a:lnSpc>
                          <a:spcPct val="100000"/>
                        </a:lnSpc>
                        <a:spcBef>
                          <a:spcPts val="0"/>
                        </a:spcBef>
                        <a:spcAft>
                          <a:spcPts val="0"/>
                        </a:spcAft>
                        <a:buClrTx/>
                        <a:buSzTx/>
                        <a:buFontTx/>
                        <a:buNone/>
                        <a:tabLst/>
                        <a:defRPr/>
                      </a:pPr>
                      <a:endParaRPr lang="en-PT" sz="100" b="1"/>
                    </a:p>
                    <a:p>
                      <a:pPr marL="0" marR="0" lvl="0" indent="0" algn="l" defTabSz="914400" rtl="0" eaLnBrk="1" fontAlgn="auto" latinLnBrk="0" hangingPunct="1">
                        <a:lnSpc>
                          <a:spcPct val="100000"/>
                        </a:lnSpc>
                        <a:spcBef>
                          <a:spcPts val="0"/>
                        </a:spcBef>
                        <a:spcAft>
                          <a:spcPts val="0"/>
                        </a:spcAft>
                        <a:buClrTx/>
                        <a:buSzTx/>
                        <a:buFontTx/>
                        <a:buNone/>
                        <a:tabLst/>
                        <a:defRPr/>
                      </a:pPr>
                      <a:endParaRPr lang="en-PT" sz="100" b="1"/>
                    </a:p>
                    <a:p>
                      <a:pPr marL="0" marR="0" lvl="0" indent="0" algn="l" defTabSz="914400" rtl="0" eaLnBrk="1" fontAlgn="auto" latinLnBrk="0" hangingPunct="1">
                        <a:lnSpc>
                          <a:spcPct val="100000"/>
                        </a:lnSpc>
                        <a:spcBef>
                          <a:spcPts val="0"/>
                        </a:spcBef>
                        <a:spcAft>
                          <a:spcPts val="0"/>
                        </a:spcAft>
                        <a:buClrTx/>
                        <a:buSzTx/>
                        <a:buFontTx/>
                        <a:buNone/>
                        <a:tabLst/>
                        <a:defRPr/>
                      </a:pPr>
                      <a:r>
                        <a:rPr lang="en-PT" sz="1400" b="1"/>
                        <a:t>Example</a:t>
                      </a:r>
                      <a:r>
                        <a:rPr lang="en-PT" sz="1400"/>
                        <a:t>: colostomy bags.</a:t>
                      </a:r>
                      <a:endParaRPr lang="en-PT" sz="1200"/>
                    </a:p>
                  </a:txBody>
                  <a:tcPr/>
                </a:tc>
                <a:tc>
                  <a:txBody>
                    <a:bodyPr/>
                    <a:lstStyle/>
                    <a:p>
                      <a:r>
                        <a:rPr lang="en-GB" sz="1600"/>
                        <a:t>Intended for short-term use.</a:t>
                      </a:r>
                    </a:p>
                    <a:p>
                      <a:endParaRPr lang="en-GB" sz="100"/>
                    </a:p>
                    <a:p>
                      <a:endParaRPr lang="en-GB" sz="100"/>
                    </a:p>
                    <a:p>
                      <a:endParaRPr lang="en-GB" sz="100"/>
                    </a:p>
                    <a:p>
                      <a:endParaRPr lang="en-GB" sz="100"/>
                    </a:p>
                    <a:p>
                      <a:endParaRPr lang="en-GB" sz="100"/>
                    </a:p>
                    <a:p>
                      <a:endParaRPr lang="en-GB" sz="100"/>
                    </a:p>
                    <a:p>
                      <a:endParaRPr lang="en-GB" sz="100"/>
                    </a:p>
                    <a:p>
                      <a:endParaRPr lang="en-GB" sz="100"/>
                    </a:p>
                    <a:p>
                      <a:endParaRPr lang="en-GB" sz="100"/>
                    </a:p>
                    <a:p>
                      <a:endParaRPr lang="en-GB" sz="100"/>
                    </a:p>
                    <a:p>
                      <a:endParaRPr lang="en-GB" sz="100"/>
                    </a:p>
                    <a:p>
                      <a:endParaRPr lang="en-GB" sz="100"/>
                    </a:p>
                    <a:p>
                      <a:endParaRPr lang="en-GB" sz="100"/>
                    </a:p>
                    <a:p>
                      <a:endParaRPr lang="en-GB" sz="100"/>
                    </a:p>
                    <a:p>
                      <a:endParaRPr lang="en-GB" sz="100"/>
                    </a:p>
                    <a:p>
                      <a:endParaRPr lang="en-GB" sz="100"/>
                    </a:p>
                    <a:p>
                      <a:endParaRPr lang="en-GB" sz="100"/>
                    </a:p>
                    <a:p>
                      <a:endParaRPr lang="en-GB" sz="100"/>
                    </a:p>
                    <a:p>
                      <a:endParaRPr lang="en-GB" sz="100"/>
                    </a:p>
                    <a:p>
                      <a:endParaRPr lang="en-GB" sz="100"/>
                    </a:p>
                    <a:p>
                      <a:endParaRPr lang="en-GB" sz="100"/>
                    </a:p>
                    <a:p>
                      <a:endParaRPr lang="en-GB" sz="100"/>
                    </a:p>
                    <a:p>
                      <a:endParaRPr lang="en-GB" sz="100"/>
                    </a:p>
                    <a:p>
                      <a:endParaRPr lang="en-GB" sz="100"/>
                    </a:p>
                    <a:p>
                      <a:endParaRPr lang="en-GB" sz="100"/>
                    </a:p>
                    <a:p>
                      <a:endParaRPr lang="en-GB" sz="100"/>
                    </a:p>
                    <a:p>
                      <a:endParaRPr lang="en-GB" sz="100"/>
                    </a:p>
                    <a:p>
                      <a:endParaRPr lang="en-GB" sz="100"/>
                    </a:p>
                    <a:p>
                      <a:r>
                        <a:rPr lang="en-GB" sz="1400" b="1"/>
                        <a:t>Examples</a:t>
                      </a:r>
                      <a:r>
                        <a:rPr lang="en-GB" sz="1400"/>
                        <a:t>: tooth implants, tracheotomy tubes, syringes, X-ray devices.</a:t>
                      </a:r>
                      <a:endParaRPr lang="en-PT" sz="1400"/>
                    </a:p>
                  </a:txBody>
                  <a:tcPr/>
                </a:tc>
                <a:tc>
                  <a:txBody>
                    <a:bodyPr/>
                    <a:lstStyle/>
                    <a:p>
                      <a:r>
                        <a:rPr lang="en-GB" sz="1600"/>
                        <a:t>Intended for long-term use.</a:t>
                      </a:r>
                    </a:p>
                    <a:p>
                      <a:endParaRPr lang="en-GB" sz="1400"/>
                    </a:p>
                    <a:p>
                      <a:endParaRPr lang="en-GB" sz="100" b="1"/>
                    </a:p>
                    <a:p>
                      <a:endParaRPr lang="en-GB" sz="100" b="1"/>
                    </a:p>
                    <a:p>
                      <a:endParaRPr lang="en-GB" sz="100" b="1"/>
                    </a:p>
                    <a:p>
                      <a:endParaRPr lang="en-GB" sz="100" b="1"/>
                    </a:p>
                    <a:p>
                      <a:endParaRPr lang="en-GB" sz="100" b="1"/>
                    </a:p>
                    <a:p>
                      <a:endParaRPr lang="en-GB" sz="100" b="1"/>
                    </a:p>
                    <a:p>
                      <a:endParaRPr lang="en-GB" sz="100" b="1"/>
                    </a:p>
                    <a:p>
                      <a:endParaRPr lang="en-GB" sz="100" b="1"/>
                    </a:p>
                    <a:p>
                      <a:endParaRPr lang="en-GB" sz="100" b="1"/>
                    </a:p>
                    <a:p>
                      <a:endParaRPr lang="en-GB" sz="100" b="1"/>
                    </a:p>
                    <a:p>
                      <a:endParaRPr lang="en-GB" sz="100" b="1"/>
                    </a:p>
                    <a:p>
                      <a:endParaRPr lang="en-GB" sz="100" b="1"/>
                    </a:p>
                    <a:p>
                      <a:endParaRPr lang="en-GB" sz="100" b="1"/>
                    </a:p>
                    <a:p>
                      <a:endParaRPr lang="en-GB" sz="100" b="1"/>
                    </a:p>
                    <a:p>
                      <a:endParaRPr lang="en-GB" sz="100" b="1"/>
                    </a:p>
                    <a:p>
                      <a:endParaRPr lang="en-GB" sz="100" b="1"/>
                    </a:p>
                    <a:p>
                      <a:endParaRPr lang="en-GB" sz="100" b="1"/>
                    </a:p>
                    <a:p>
                      <a:endParaRPr lang="en-GB" sz="100" b="1"/>
                    </a:p>
                    <a:p>
                      <a:endParaRPr lang="en-GB" sz="100" b="1"/>
                    </a:p>
                    <a:p>
                      <a:endParaRPr lang="en-GB" sz="100" b="1"/>
                    </a:p>
                    <a:p>
                      <a:endParaRPr lang="en-GB" sz="100" b="1"/>
                    </a:p>
                    <a:p>
                      <a:endParaRPr lang="en-GB" sz="100" b="1"/>
                    </a:p>
                    <a:p>
                      <a:endParaRPr lang="en-GB" sz="100" b="1"/>
                    </a:p>
                    <a:p>
                      <a:endParaRPr lang="en-GB" sz="100" b="1"/>
                    </a:p>
                    <a:p>
                      <a:endParaRPr lang="en-GB" sz="100" b="1"/>
                    </a:p>
                    <a:p>
                      <a:endParaRPr lang="en-GB" sz="100" b="1"/>
                    </a:p>
                    <a:p>
                      <a:endParaRPr lang="en-GB" sz="100" b="1"/>
                    </a:p>
                    <a:p>
                      <a:endParaRPr lang="en-GB" sz="100" b="1"/>
                    </a:p>
                    <a:p>
                      <a:endParaRPr lang="en-GB" sz="100" b="1"/>
                    </a:p>
                    <a:p>
                      <a:endParaRPr lang="en-GB" sz="100" b="1"/>
                    </a:p>
                    <a:p>
                      <a:endParaRPr lang="en-GB" sz="100" b="1"/>
                    </a:p>
                    <a:p>
                      <a:endParaRPr lang="en-GB" sz="100" b="1"/>
                    </a:p>
                    <a:p>
                      <a:endParaRPr lang="en-GB" sz="100" b="1"/>
                    </a:p>
                    <a:p>
                      <a:endParaRPr lang="en-GB" sz="100" b="1"/>
                    </a:p>
                    <a:p>
                      <a:endParaRPr lang="en-GB" sz="100" b="1"/>
                    </a:p>
                    <a:p>
                      <a:endParaRPr lang="en-GB" sz="100" b="1"/>
                    </a:p>
                    <a:p>
                      <a:endParaRPr lang="en-GB" sz="100" b="1"/>
                    </a:p>
                    <a:p>
                      <a:endParaRPr lang="en-GB" sz="100" b="1"/>
                    </a:p>
                    <a:p>
                      <a:endParaRPr lang="en-GB" sz="100" b="1"/>
                    </a:p>
                    <a:p>
                      <a:endParaRPr lang="en-GB" sz="100" b="1"/>
                    </a:p>
                    <a:p>
                      <a:endParaRPr lang="en-GB" sz="100" b="1"/>
                    </a:p>
                    <a:p>
                      <a:endParaRPr lang="en-GB" sz="100" b="1"/>
                    </a:p>
                    <a:p>
                      <a:r>
                        <a:rPr lang="en-GB" sz="1400" b="1"/>
                        <a:t>Examples</a:t>
                      </a:r>
                      <a:r>
                        <a:rPr lang="en-GB" sz="1400"/>
                        <a:t>: implantable birth control, blood bags.</a:t>
                      </a:r>
                      <a:endParaRPr lang="en-PT" sz="1400"/>
                    </a:p>
                  </a:txBody>
                  <a:tcPr/>
                </a:tc>
                <a:tc vMerge="1">
                  <a:txBody>
                    <a:bodyPr/>
                    <a:lstStyle/>
                    <a:p>
                      <a:endParaRPr lang="en-PT"/>
                    </a:p>
                  </a:txBody>
                  <a:tcPr/>
                </a:tc>
                <a:extLst>
                  <a:ext uri="{0D108BD9-81ED-4DB2-BD59-A6C34878D82A}">
                    <a16:rowId xmlns:a16="http://schemas.microsoft.com/office/drawing/2014/main" val="3198058515"/>
                  </a:ext>
                </a:extLst>
              </a:tr>
            </a:tbl>
          </a:graphicData>
        </a:graphic>
      </p:graphicFrame>
      <p:sp>
        <p:nvSpPr>
          <p:cNvPr id="5" name="Slide Number Placeholder 4">
            <a:extLst>
              <a:ext uri="{FF2B5EF4-FFF2-40B4-BE49-F238E27FC236}">
                <a16:creationId xmlns:a16="http://schemas.microsoft.com/office/drawing/2014/main" id="{E7BCA0DB-B238-534A-BA71-0E42CCB4EAE0}"/>
              </a:ext>
            </a:extLst>
          </p:cNvPr>
          <p:cNvSpPr>
            <a:spLocks noGrp="1"/>
          </p:cNvSpPr>
          <p:nvPr>
            <p:ph type="sldNum" sz="quarter" idx="4"/>
          </p:nvPr>
        </p:nvSpPr>
        <p:spPr/>
        <p:txBody>
          <a:bodyPr/>
          <a:lstStyle/>
          <a:p>
            <a:pPr>
              <a:spcBef>
                <a:spcPct val="50000"/>
              </a:spcBef>
              <a:spcAft>
                <a:spcPct val="0"/>
              </a:spcAft>
              <a:buFontTx/>
              <a:buNone/>
            </a:pPr>
            <a:r>
              <a:rPr lang="en-US"/>
              <a:t>Page </a:t>
            </a:r>
            <a:fld id="{A06316EC-39FF-4C97-AA6E-29B761CE3E45}" type="slidenum">
              <a:rPr lang="en-US" smtClean="0"/>
              <a:pPr>
                <a:spcBef>
                  <a:spcPct val="50000"/>
                </a:spcBef>
                <a:spcAft>
                  <a:spcPct val="0"/>
                </a:spcAft>
                <a:buFontTx/>
                <a:buNone/>
              </a:pPr>
              <a:t>7</a:t>
            </a:fld>
            <a:endParaRPr lang="en-US"/>
          </a:p>
        </p:txBody>
      </p:sp>
      <p:sp>
        <p:nvSpPr>
          <p:cNvPr id="7" name="Right Arrow 6">
            <a:extLst>
              <a:ext uri="{FF2B5EF4-FFF2-40B4-BE49-F238E27FC236}">
                <a16:creationId xmlns:a16="http://schemas.microsoft.com/office/drawing/2014/main" id="{F51046E6-FEB0-9244-ABD5-803DF460D2DB}"/>
              </a:ext>
            </a:extLst>
          </p:cNvPr>
          <p:cNvSpPr/>
          <p:nvPr/>
        </p:nvSpPr>
        <p:spPr bwMode="auto">
          <a:xfrm>
            <a:off x="477838" y="5530788"/>
            <a:ext cx="11233145" cy="426129"/>
          </a:xfrm>
          <a:prstGeom prst="rightArrow">
            <a:avLst/>
          </a:prstGeom>
          <a:solidFill>
            <a:srgbClr val="179C7D"/>
          </a:solidFill>
          <a:ln w="9525">
            <a:solidFill>
              <a:schemeClr val="tx2"/>
            </a:solidFill>
            <a:round/>
            <a:headEnd type="arrow" w="med" len="med"/>
            <a:tailEnd type="none" w="med" len="med"/>
          </a:ln>
          <a:effectLst/>
        </p:spPr>
        <p:txBody>
          <a:bodyPr rtlCol="0" anchor="ctr"/>
          <a:lstStyle/>
          <a:p>
            <a:pPr algn="ctr"/>
            <a:r>
              <a:rPr lang="en-PT" sz="1600" b="1">
                <a:solidFill>
                  <a:schemeClr val="bg1"/>
                </a:solidFill>
              </a:rPr>
              <a:t>- 					RISK 					+</a:t>
            </a:r>
          </a:p>
        </p:txBody>
      </p:sp>
    </p:spTree>
    <p:extLst>
      <p:ext uri="{BB962C8B-B14F-4D97-AF65-F5344CB8AC3E}">
        <p14:creationId xmlns:p14="http://schemas.microsoft.com/office/powerpoint/2010/main" val="29191009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45E83DB-EE84-4BB4-9336-F46D6DB24E24}"/>
              </a:ext>
            </a:extLst>
          </p:cNvPr>
          <p:cNvSpPr>
            <a:spLocks noGrp="1"/>
          </p:cNvSpPr>
          <p:nvPr>
            <p:ph type="title"/>
          </p:nvPr>
        </p:nvSpPr>
        <p:spPr/>
        <p:txBody>
          <a:bodyPr/>
          <a:lstStyle/>
          <a:p>
            <a:pPr marL="0" marR="0" lvl="0" indent="0" algn="l" defTabSz="360000" rtl="0" eaLnBrk="1" fontAlgn="base" latinLnBrk="0" hangingPunct="1">
              <a:lnSpc>
                <a:spcPct val="100000"/>
              </a:lnSpc>
              <a:spcBef>
                <a:spcPct val="0"/>
              </a:spcBef>
              <a:spcAft>
                <a:spcPts val="900"/>
              </a:spcAft>
              <a:buClr>
                <a:srgbClr val="179C7D"/>
              </a:buClr>
              <a:buSzTx/>
              <a:buFont typeface="Wingdings" pitchFamily="2" charset="2"/>
              <a:buNone/>
              <a:tabLst/>
              <a:defRPr/>
            </a:pPr>
            <a:r>
              <a:rPr lang="en-GB">
                <a:cs typeface="Calibri"/>
              </a:rPr>
              <a:t>Common standards used for Medical Device Development</a:t>
            </a:r>
            <a:br>
              <a:rPr lang="en-US"/>
            </a:br>
            <a:r>
              <a:rPr kumimoji="0" lang="en-US" sz="2200" b="0" i="0" u="none" strike="noStrike" kern="0" cap="none" spc="0" normalizeH="0" baseline="0" noProof="0">
                <a:ln>
                  <a:noFill/>
                </a:ln>
                <a:solidFill>
                  <a:srgbClr val="179C7D"/>
                </a:solidFill>
                <a:effectLst/>
                <a:uLnTx/>
                <a:uFillTx/>
                <a:latin typeface="Frutiger LT Com 45 Light"/>
                <a:ea typeface="+mn-ea"/>
                <a:cs typeface="+mn-cs"/>
              </a:rPr>
              <a:t>Applicable Standards</a:t>
            </a:r>
            <a:endParaRPr lang="en-US">
              <a:solidFill>
                <a:schemeClr val="bg1">
                  <a:lumMod val="50000"/>
                </a:schemeClr>
              </a:solidFill>
            </a:endParaRPr>
          </a:p>
        </p:txBody>
      </p:sp>
      <p:sp>
        <p:nvSpPr>
          <p:cNvPr id="20" name="Inhaltsplatzhalter 19"/>
          <p:cNvSpPr>
            <a:spLocks noGrp="1"/>
          </p:cNvSpPr>
          <p:nvPr>
            <p:ph idx="1"/>
          </p:nvPr>
        </p:nvSpPr>
        <p:spPr/>
        <p:txBody>
          <a:bodyPr/>
          <a:lstStyle/>
          <a:p>
            <a:r>
              <a:rPr lang="en-US" sz="2000" b="1"/>
              <a:t>General standards </a:t>
            </a:r>
            <a:r>
              <a:rPr lang="en-US" sz="2000"/>
              <a:t>(common to every medical device) </a:t>
            </a:r>
          </a:p>
          <a:p>
            <a:pPr lvl="1"/>
            <a:r>
              <a:rPr lang="en-US" sz="2000">
                <a:solidFill>
                  <a:srgbClr val="179C7D"/>
                </a:solidFill>
              </a:rPr>
              <a:t>ISO 13485:2016:</a:t>
            </a:r>
            <a:r>
              <a:rPr lang="en-US" sz="2000"/>
              <a:t> Quality Management System for medical devices industry</a:t>
            </a:r>
          </a:p>
          <a:p>
            <a:pPr lvl="1"/>
            <a:r>
              <a:rPr lang="en-US" sz="2000">
                <a:solidFill>
                  <a:srgbClr val="179C7D"/>
                </a:solidFill>
              </a:rPr>
              <a:t>ISO 14971:2019: </a:t>
            </a:r>
            <a:r>
              <a:rPr lang="en-US" sz="2000"/>
              <a:t>Risk Management for medical devices</a:t>
            </a:r>
          </a:p>
          <a:p>
            <a:pPr lvl="1"/>
            <a:endParaRPr lang="en-US" sz="2000"/>
          </a:p>
          <a:p>
            <a:r>
              <a:rPr lang="pt-PT" sz="2000">
                <a:solidFill>
                  <a:srgbClr val="333333"/>
                </a:solidFill>
              </a:rPr>
              <a:t>Standards </a:t>
            </a:r>
            <a:r>
              <a:rPr lang="pt-PT" sz="2000" b="1" err="1">
                <a:solidFill>
                  <a:srgbClr val="333333"/>
                </a:solidFill>
              </a:rPr>
              <a:t>a</a:t>
            </a:r>
            <a:r>
              <a:rPr lang="pt-PT" sz="2000" b="1" i="0" err="1">
                <a:solidFill>
                  <a:srgbClr val="333333"/>
                </a:solidFill>
                <a:effectLst/>
              </a:rPr>
              <a:t>pplicable</a:t>
            </a:r>
            <a:r>
              <a:rPr lang="pt-PT" sz="2000" b="1" i="0">
                <a:solidFill>
                  <a:srgbClr val="333333"/>
                </a:solidFill>
                <a:effectLst/>
              </a:rPr>
              <a:t> to software</a:t>
            </a:r>
            <a:endParaRPr lang="pt-PT" sz="2000" i="0">
              <a:solidFill>
                <a:srgbClr val="333333"/>
              </a:solidFill>
              <a:effectLst/>
            </a:endParaRPr>
          </a:p>
          <a:p>
            <a:pPr lvl="1"/>
            <a:r>
              <a:rPr lang="pt-PT" sz="2000" i="0">
                <a:solidFill>
                  <a:srgbClr val="179C7D"/>
                </a:solidFill>
                <a:effectLst/>
              </a:rPr>
              <a:t>IEC 62304:2006: </a:t>
            </a:r>
            <a:r>
              <a:rPr lang="en-US" sz="2000" b="0" i="0">
                <a:solidFill>
                  <a:srgbClr val="333333"/>
                </a:solidFill>
                <a:effectLst/>
              </a:rPr>
              <a:t>Software lifecycle for medical devices</a:t>
            </a:r>
          </a:p>
        </p:txBody>
      </p:sp>
      <p:sp>
        <p:nvSpPr>
          <p:cNvPr id="4" name="Fußzeilenplatzhalter 3"/>
          <p:cNvSpPr>
            <a:spLocks noGrp="1"/>
          </p:cNvSpPr>
          <p:nvPr>
            <p:ph type="ftr" sz="quarter" idx="4294967295"/>
          </p:nvPr>
        </p:nvSpPr>
        <p:spPr>
          <a:xfrm>
            <a:off x="0" y="6350000"/>
            <a:ext cx="3240088" cy="153988"/>
          </a:xfrm>
          <a:prstGeom prst="rect">
            <a:avLst/>
          </a:prstGeom>
        </p:spPr>
        <p:txBody>
          <a:bodyPr/>
          <a:lstStyle/>
          <a:p>
            <a:r>
              <a:rPr lang="de-DE"/>
              <a:t> </a:t>
            </a:r>
          </a:p>
        </p:txBody>
      </p:sp>
      <p:sp>
        <p:nvSpPr>
          <p:cNvPr id="10" name="Foliennummernplatzhalter 2">
            <a:extLst>
              <a:ext uri="{FF2B5EF4-FFF2-40B4-BE49-F238E27FC236}">
                <a16:creationId xmlns:a16="http://schemas.microsoft.com/office/drawing/2014/main" id="{42BF1FFD-54FD-472A-B78A-265F86A6AFD4}"/>
              </a:ext>
            </a:extLst>
          </p:cNvPr>
          <p:cNvSpPr>
            <a:spLocks noGrp="1"/>
          </p:cNvSpPr>
          <p:nvPr>
            <p:ph type="sldNum" sz="quarter" idx="4"/>
          </p:nvPr>
        </p:nvSpPr>
        <p:spPr>
          <a:xfrm>
            <a:off x="477838" y="6349881"/>
            <a:ext cx="1800000" cy="123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algn="l">
              <a:defRPr lang="de-DE" sz="800" smtClean="0">
                <a:solidFill>
                  <a:schemeClr val="bg2"/>
                </a:solidFill>
              </a:defRPr>
            </a:lvl1pPr>
          </a:lstStyle>
          <a:p>
            <a:pPr>
              <a:spcBef>
                <a:spcPct val="50000"/>
              </a:spcBef>
              <a:spcAft>
                <a:spcPct val="0"/>
              </a:spcAft>
              <a:buFontTx/>
              <a:buNone/>
            </a:pPr>
            <a:r>
              <a:rPr lang="en-US"/>
              <a:t>Page </a:t>
            </a:r>
            <a:fld id="{A06316EC-39FF-4C97-AA6E-29B761CE3E45}" type="slidenum">
              <a:rPr lang="en-US" smtClean="0"/>
              <a:pPr>
                <a:spcBef>
                  <a:spcPct val="50000"/>
                </a:spcBef>
                <a:spcAft>
                  <a:spcPct val="0"/>
                </a:spcAft>
                <a:buFontTx/>
                <a:buNone/>
              </a:pPr>
              <a:t>8</a:t>
            </a:fld>
            <a:endParaRPr lang="en-US"/>
          </a:p>
        </p:txBody>
      </p:sp>
    </p:spTree>
    <p:extLst>
      <p:ext uri="{BB962C8B-B14F-4D97-AF65-F5344CB8AC3E}">
        <p14:creationId xmlns:p14="http://schemas.microsoft.com/office/powerpoint/2010/main" val="13465612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45E83DB-EE84-4BB4-9336-F46D6DB24E24}"/>
              </a:ext>
            </a:extLst>
          </p:cNvPr>
          <p:cNvSpPr>
            <a:spLocks noGrp="1"/>
          </p:cNvSpPr>
          <p:nvPr>
            <p:ph type="title"/>
          </p:nvPr>
        </p:nvSpPr>
        <p:spPr/>
        <p:txBody>
          <a:bodyPr/>
          <a:lstStyle/>
          <a:p>
            <a:pPr marL="0" marR="0" lvl="0" indent="0" algn="l" defTabSz="360000" rtl="0" eaLnBrk="1" fontAlgn="base" latinLnBrk="0" hangingPunct="1">
              <a:lnSpc>
                <a:spcPct val="100000"/>
              </a:lnSpc>
              <a:spcBef>
                <a:spcPct val="0"/>
              </a:spcBef>
              <a:spcAft>
                <a:spcPts val="900"/>
              </a:spcAft>
              <a:buClr>
                <a:srgbClr val="179C7D"/>
              </a:buClr>
              <a:buSzTx/>
              <a:buFont typeface="Wingdings" pitchFamily="2" charset="2"/>
              <a:buNone/>
              <a:tabLst/>
              <a:defRPr/>
            </a:pPr>
            <a:r>
              <a:rPr lang="en-GB">
                <a:cs typeface="Calibri"/>
              </a:rPr>
              <a:t>Quality Management System</a:t>
            </a:r>
            <a:br>
              <a:rPr lang="en-US"/>
            </a:br>
            <a:r>
              <a:rPr kumimoji="0" lang="en-US" sz="2200" b="0" i="0" u="none" strike="noStrike" kern="0" cap="none" spc="0" normalizeH="0" baseline="0" noProof="0">
                <a:ln>
                  <a:noFill/>
                </a:ln>
                <a:solidFill>
                  <a:srgbClr val="179C7D"/>
                </a:solidFill>
                <a:effectLst/>
                <a:uLnTx/>
                <a:uFillTx/>
                <a:latin typeface="Frutiger LT Com 45 Light"/>
                <a:ea typeface="+mn-ea"/>
                <a:cs typeface="+mn-cs"/>
              </a:rPr>
              <a:t>ISO 13485:2016</a:t>
            </a:r>
            <a:endParaRPr lang="en-US">
              <a:solidFill>
                <a:schemeClr val="bg1">
                  <a:lumMod val="50000"/>
                </a:schemeClr>
              </a:solidFill>
            </a:endParaRPr>
          </a:p>
        </p:txBody>
      </p:sp>
      <p:sp>
        <p:nvSpPr>
          <p:cNvPr id="4" name="Fußzeilenplatzhalter 3"/>
          <p:cNvSpPr>
            <a:spLocks noGrp="1"/>
          </p:cNvSpPr>
          <p:nvPr>
            <p:ph type="ftr" sz="quarter" idx="4294967295"/>
          </p:nvPr>
        </p:nvSpPr>
        <p:spPr>
          <a:xfrm>
            <a:off x="0" y="6350000"/>
            <a:ext cx="3240088" cy="153988"/>
          </a:xfrm>
          <a:prstGeom prst="rect">
            <a:avLst/>
          </a:prstGeom>
        </p:spPr>
        <p:txBody>
          <a:bodyPr/>
          <a:lstStyle/>
          <a:p>
            <a:r>
              <a:rPr lang="de-DE"/>
              <a:t> </a:t>
            </a:r>
          </a:p>
        </p:txBody>
      </p:sp>
      <p:sp>
        <p:nvSpPr>
          <p:cNvPr id="10" name="Foliennummernplatzhalter 2">
            <a:extLst>
              <a:ext uri="{FF2B5EF4-FFF2-40B4-BE49-F238E27FC236}">
                <a16:creationId xmlns:a16="http://schemas.microsoft.com/office/drawing/2014/main" id="{42BF1FFD-54FD-472A-B78A-265F86A6AFD4}"/>
              </a:ext>
            </a:extLst>
          </p:cNvPr>
          <p:cNvSpPr>
            <a:spLocks noGrp="1"/>
          </p:cNvSpPr>
          <p:nvPr>
            <p:ph type="sldNum" sz="quarter" idx="4"/>
          </p:nvPr>
        </p:nvSpPr>
        <p:spPr>
          <a:xfrm>
            <a:off x="477838" y="6349881"/>
            <a:ext cx="1800000" cy="123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algn="l">
              <a:defRPr lang="de-DE" sz="800" smtClean="0">
                <a:solidFill>
                  <a:schemeClr val="bg2"/>
                </a:solidFill>
              </a:defRPr>
            </a:lvl1pPr>
          </a:lstStyle>
          <a:p>
            <a:pPr>
              <a:spcBef>
                <a:spcPct val="50000"/>
              </a:spcBef>
              <a:spcAft>
                <a:spcPct val="0"/>
              </a:spcAft>
              <a:buFontTx/>
              <a:buNone/>
            </a:pPr>
            <a:r>
              <a:rPr lang="en-US"/>
              <a:t>Page </a:t>
            </a:r>
            <a:fld id="{A06316EC-39FF-4C97-AA6E-29B761CE3E45}" type="slidenum">
              <a:rPr lang="en-US" smtClean="0"/>
              <a:pPr>
                <a:spcBef>
                  <a:spcPct val="50000"/>
                </a:spcBef>
                <a:spcAft>
                  <a:spcPct val="0"/>
                </a:spcAft>
                <a:buFontTx/>
                <a:buNone/>
              </a:pPr>
              <a:t>9</a:t>
            </a:fld>
            <a:endParaRPr lang="en-US"/>
          </a:p>
        </p:txBody>
      </p:sp>
      <p:sp>
        <p:nvSpPr>
          <p:cNvPr id="7" name="Foliennummernplatzhalter 2">
            <a:extLst>
              <a:ext uri="{FF2B5EF4-FFF2-40B4-BE49-F238E27FC236}">
                <a16:creationId xmlns:a16="http://schemas.microsoft.com/office/drawing/2014/main" id="{1252138C-2A37-432C-9906-A4DB36C5FF58}"/>
              </a:ext>
            </a:extLst>
          </p:cNvPr>
          <p:cNvSpPr txBox="1">
            <a:spLocks/>
          </p:cNvSpPr>
          <p:nvPr/>
        </p:nvSpPr>
        <p:spPr>
          <a:xfrm>
            <a:off x="6685109" y="5870649"/>
            <a:ext cx="5240511" cy="123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defPPr>
              <a:defRPr lang="de-DE"/>
            </a:defPPr>
            <a:lvl1pPr algn="l" rtl="0" fontAlgn="base">
              <a:spcBef>
                <a:spcPct val="0"/>
              </a:spcBef>
              <a:spcAft>
                <a:spcPct val="40000"/>
              </a:spcAft>
              <a:buFont typeface="Wingdings" pitchFamily="2" charset="2"/>
              <a:defRPr lang="de-DE" sz="800" kern="1200" smtClean="0">
                <a:solidFill>
                  <a:schemeClr val="bg2"/>
                </a:solidFill>
                <a:latin typeface="Frutiger LT Com 55 Roman" pitchFamily="34" charset="0"/>
                <a:ea typeface="+mn-ea"/>
                <a:cs typeface="+mn-cs"/>
              </a:defRPr>
            </a:lvl1pPr>
            <a:lvl2pPr marL="457200" algn="l" rtl="0" fontAlgn="base">
              <a:spcBef>
                <a:spcPct val="0"/>
              </a:spcBef>
              <a:spcAft>
                <a:spcPct val="40000"/>
              </a:spcAft>
              <a:buFont typeface="Wingdings" pitchFamily="2" charset="2"/>
              <a:defRPr kern="1200">
                <a:solidFill>
                  <a:schemeClr val="tx1"/>
                </a:solidFill>
                <a:latin typeface="Frutiger LT Com 55 Roman" pitchFamily="34" charset="0"/>
                <a:ea typeface="+mn-ea"/>
                <a:cs typeface="+mn-cs"/>
              </a:defRPr>
            </a:lvl2pPr>
            <a:lvl3pPr marL="914400" algn="l" rtl="0" fontAlgn="base">
              <a:spcBef>
                <a:spcPct val="0"/>
              </a:spcBef>
              <a:spcAft>
                <a:spcPct val="40000"/>
              </a:spcAft>
              <a:buFont typeface="Wingdings" pitchFamily="2" charset="2"/>
              <a:defRPr kern="1200">
                <a:solidFill>
                  <a:schemeClr val="tx1"/>
                </a:solidFill>
                <a:latin typeface="Frutiger LT Com 55 Roman" pitchFamily="34" charset="0"/>
                <a:ea typeface="+mn-ea"/>
                <a:cs typeface="+mn-cs"/>
              </a:defRPr>
            </a:lvl3pPr>
            <a:lvl4pPr marL="1371600" algn="l" rtl="0" fontAlgn="base">
              <a:spcBef>
                <a:spcPct val="0"/>
              </a:spcBef>
              <a:spcAft>
                <a:spcPct val="40000"/>
              </a:spcAft>
              <a:buFont typeface="Wingdings" pitchFamily="2" charset="2"/>
              <a:defRPr kern="1200">
                <a:solidFill>
                  <a:schemeClr val="tx1"/>
                </a:solidFill>
                <a:latin typeface="Frutiger LT Com 55 Roman" pitchFamily="34" charset="0"/>
                <a:ea typeface="+mn-ea"/>
                <a:cs typeface="+mn-cs"/>
              </a:defRPr>
            </a:lvl4pPr>
            <a:lvl5pPr marL="1828800" algn="l" rtl="0" fontAlgn="base">
              <a:spcBef>
                <a:spcPct val="0"/>
              </a:spcBef>
              <a:spcAft>
                <a:spcPct val="40000"/>
              </a:spcAft>
              <a:buFont typeface="Wingdings" pitchFamily="2" charset="2"/>
              <a:defRPr kern="1200">
                <a:solidFill>
                  <a:schemeClr val="tx1"/>
                </a:solidFill>
                <a:latin typeface="Frutiger LT Com 55 Roman" pitchFamily="34" charset="0"/>
                <a:ea typeface="+mn-ea"/>
                <a:cs typeface="+mn-cs"/>
              </a:defRPr>
            </a:lvl5pPr>
            <a:lvl6pPr marL="2286000" algn="l" defTabSz="914400" rtl="0" eaLnBrk="1" latinLnBrk="0" hangingPunct="1">
              <a:defRPr kern="1200">
                <a:solidFill>
                  <a:schemeClr val="tx1"/>
                </a:solidFill>
                <a:latin typeface="Frutiger LT Com 55 Roman" pitchFamily="34" charset="0"/>
                <a:ea typeface="+mn-ea"/>
                <a:cs typeface="+mn-cs"/>
              </a:defRPr>
            </a:lvl6pPr>
            <a:lvl7pPr marL="2743200" algn="l" defTabSz="914400" rtl="0" eaLnBrk="1" latinLnBrk="0" hangingPunct="1">
              <a:defRPr kern="1200">
                <a:solidFill>
                  <a:schemeClr val="tx1"/>
                </a:solidFill>
                <a:latin typeface="Frutiger LT Com 55 Roman" pitchFamily="34" charset="0"/>
                <a:ea typeface="+mn-ea"/>
                <a:cs typeface="+mn-cs"/>
              </a:defRPr>
            </a:lvl7pPr>
            <a:lvl8pPr marL="3200400" algn="l" defTabSz="914400" rtl="0" eaLnBrk="1" latinLnBrk="0" hangingPunct="1">
              <a:defRPr kern="1200">
                <a:solidFill>
                  <a:schemeClr val="tx1"/>
                </a:solidFill>
                <a:latin typeface="Frutiger LT Com 55 Roman" pitchFamily="34" charset="0"/>
                <a:ea typeface="+mn-ea"/>
                <a:cs typeface="+mn-cs"/>
              </a:defRPr>
            </a:lvl8pPr>
            <a:lvl9pPr marL="3657600" algn="l" defTabSz="914400" rtl="0" eaLnBrk="1" latinLnBrk="0" hangingPunct="1">
              <a:defRPr kern="1200">
                <a:solidFill>
                  <a:schemeClr val="tx1"/>
                </a:solidFill>
                <a:latin typeface="Frutiger LT Com 55 Roman" pitchFamily="34" charset="0"/>
                <a:ea typeface="+mn-ea"/>
                <a:cs typeface="+mn-cs"/>
              </a:defRPr>
            </a:lvl9pPr>
          </a:lstStyle>
          <a:p>
            <a:pPr>
              <a:spcBef>
                <a:spcPct val="50000"/>
              </a:spcBef>
              <a:spcAft>
                <a:spcPct val="0"/>
              </a:spcAft>
              <a:buFontTx/>
              <a:buNone/>
            </a:pPr>
            <a:r>
              <a:rPr lang="en-US" i="1"/>
              <a:t>Source: </a:t>
            </a:r>
            <a:r>
              <a:rPr lang="en-US" i="1">
                <a:solidFill>
                  <a:schemeClr val="tx2"/>
                </a:solidFill>
                <a:hlinkClick r:id="rId3">
                  <a:extLst>
                    <a:ext uri="{A12FA001-AC4F-418D-AE19-62706E023703}">
                      <ahyp:hlinkClr xmlns:ahyp="http://schemas.microsoft.com/office/drawing/2018/hyperlinkcolor" val="tx"/>
                    </a:ext>
                  </a:extLst>
                </a:hlinkClick>
              </a:rPr>
              <a:t>https://www.orielstat.com/blog/medical-device-qms-overview/</a:t>
            </a:r>
            <a:r>
              <a:rPr lang="en-US" i="1">
                <a:solidFill>
                  <a:schemeClr val="tx2"/>
                </a:solidFill>
              </a:rPr>
              <a:t> </a:t>
            </a:r>
          </a:p>
        </p:txBody>
      </p:sp>
      <p:sp>
        <p:nvSpPr>
          <p:cNvPr id="8" name="Inhaltsplatzhalter 19">
            <a:extLst>
              <a:ext uri="{FF2B5EF4-FFF2-40B4-BE49-F238E27FC236}">
                <a16:creationId xmlns:a16="http://schemas.microsoft.com/office/drawing/2014/main" id="{3D8767A9-4CD6-4385-A175-B23F705B1019}"/>
              </a:ext>
            </a:extLst>
          </p:cNvPr>
          <p:cNvSpPr>
            <a:spLocks noGrp="1"/>
          </p:cNvSpPr>
          <p:nvPr>
            <p:ph idx="1"/>
          </p:nvPr>
        </p:nvSpPr>
        <p:spPr>
          <a:xfrm>
            <a:off x="477839" y="1773238"/>
            <a:ext cx="4734242" cy="4248150"/>
          </a:xfrm>
        </p:spPr>
        <p:txBody>
          <a:bodyPr/>
          <a:lstStyle/>
          <a:p>
            <a:r>
              <a:rPr lang="en-US" sz="1600" b="0" i="0">
                <a:solidFill>
                  <a:srgbClr val="2C2E32"/>
                </a:solidFill>
                <a:effectLst/>
              </a:rPr>
              <a:t>According to the MDR, the QMS:</a:t>
            </a:r>
          </a:p>
          <a:p>
            <a:pPr lvl="1"/>
            <a:r>
              <a:rPr lang="en-US" sz="1600" i="1"/>
              <a:t>shall cover </a:t>
            </a:r>
            <a:r>
              <a:rPr lang="en-US" sz="1600" i="1">
                <a:solidFill>
                  <a:srgbClr val="179C7D"/>
                </a:solidFill>
              </a:rPr>
              <a:t>all parts and elements of a manufacturer's </a:t>
            </a:r>
            <a:r>
              <a:rPr lang="en-US" sz="1600" i="1" u="sng" err="1">
                <a:solidFill>
                  <a:srgbClr val="179C7D"/>
                </a:solidFill>
              </a:rPr>
              <a:t>organisation</a:t>
            </a:r>
            <a:r>
              <a:rPr lang="en-US" sz="1600" i="1">
                <a:solidFill>
                  <a:srgbClr val="179C7D"/>
                </a:solidFill>
              </a:rPr>
              <a:t> </a:t>
            </a:r>
            <a:r>
              <a:rPr lang="en-US" sz="1600" i="1"/>
              <a:t>dealing with the quality of processes, procedures and device</a:t>
            </a:r>
            <a:r>
              <a:rPr lang="en-US" sz="1600"/>
              <a:t>s</a:t>
            </a:r>
            <a:r>
              <a:rPr lang="en-US" sz="1600" b="0" i="1">
                <a:solidFill>
                  <a:srgbClr val="2C2E32"/>
                </a:solidFill>
                <a:effectLst/>
              </a:rPr>
              <a:t> </a:t>
            </a:r>
          </a:p>
          <a:p>
            <a:pPr lvl="1"/>
            <a:r>
              <a:rPr lang="en-US" sz="1600" b="0" i="1">
                <a:solidFill>
                  <a:srgbClr val="2C2E32"/>
                </a:solidFill>
                <a:effectLst/>
              </a:rPr>
              <a:t>shall govern the </a:t>
            </a:r>
            <a:r>
              <a:rPr lang="en-US" sz="1600" b="0" i="1">
                <a:solidFill>
                  <a:srgbClr val="179C7D"/>
                </a:solidFill>
                <a:effectLst/>
              </a:rPr>
              <a:t>structure, responsibilities, procedures, processes and management resources</a:t>
            </a:r>
            <a:r>
              <a:rPr lang="en-US" sz="1600" b="0" i="1">
                <a:solidFill>
                  <a:srgbClr val="2C2E32"/>
                </a:solidFill>
                <a:effectLst/>
              </a:rPr>
              <a:t> required to implement the principles and actions necessary to achieve compliance</a:t>
            </a:r>
            <a:endParaRPr lang="en-US" sz="1600" b="1" i="1"/>
          </a:p>
        </p:txBody>
      </p:sp>
      <p:sp>
        <p:nvSpPr>
          <p:cNvPr id="9" name="Foliennummernplatzhalter 2">
            <a:extLst>
              <a:ext uri="{FF2B5EF4-FFF2-40B4-BE49-F238E27FC236}">
                <a16:creationId xmlns:a16="http://schemas.microsoft.com/office/drawing/2014/main" id="{FABB7B6F-BF67-46B4-B6A1-B7C0BFBC108A}"/>
              </a:ext>
            </a:extLst>
          </p:cNvPr>
          <p:cNvSpPr txBox="1">
            <a:spLocks/>
          </p:cNvSpPr>
          <p:nvPr/>
        </p:nvSpPr>
        <p:spPr>
          <a:xfrm>
            <a:off x="2702805" y="4529565"/>
            <a:ext cx="2721915" cy="123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defPPr>
              <a:defRPr lang="de-DE"/>
            </a:defPPr>
            <a:lvl1pPr algn="l" rtl="0" fontAlgn="base">
              <a:spcBef>
                <a:spcPct val="0"/>
              </a:spcBef>
              <a:spcAft>
                <a:spcPct val="40000"/>
              </a:spcAft>
              <a:buFont typeface="Wingdings" pitchFamily="2" charset="2"/>
              <a:defRPr lang="de-DE" sz="800" kern="1200" smtClean="0">
                <a:solidFill>
                  <a:schemeClr val="bg2"/>
                </a:solidFill>
                <a:latin typeface="Frutiger LT Com 55 Roman" pitchFamily="34" charset="0"/>
                <a:ea typeface="+mn-ea"/>
                <a:cs typeface="+mn-cs"/>
              </a:defRPr>
            </a:lvl1pPr>
            <a:lvl2pPr marL="457200" algn="l" rtl="0" fontAlgn="base">
              <a:spcBef>
                <a:spcPct val="0"/>
              </a:spcBef>
              <a:spcAft>
                <a:spcPct val="40000"/>
              </a:spcAft>
              <a:buFont typeface="Wingdings" pitchFamily="2" charset="2"/>
              <a:defRPr kern="1200">
                <a:solidFill>
                  <a:schemeClr val="tx1"/>
                </a:solidFill>
                <a:latin typeface="Frutiger LT Com 55 Roman" pitchFamily="34" charset="0"/>
                <a:ea typeface="+mn-ea"/>
                <a:cs typeface="+mn-cs"/>
              </a:defRPr>
            </a:lvl2pPr>
            <a:lvl3pPr marL="914400" algn="l" rtl="0" fontAlgn="base">
              <a:spcBef>
                <a:spcPct val="0"/>
              </a:spcBef>
              <a:spcAft>
                <a:spcPct val="40000"/>
              </a:spcAft>
              <a:buFont typeface="Wingdings" pitchFamily="2" charset="2"/>
              <a:defRPr kern="1200">
                <a:solidFill>
                  <a:schemeClr val="tx1"/>
                </a:solidFill>
                <a:latin typeface="Frutiger LT Com 55 Roman" pitchFamily="34" charset="0"/>
                <a:ea typeface="+mn-ea"/>
                <a:cs typeface="+mn-cs"/>
              </a:defRPr>
            </a:lvl3pPr>
            <a:lvl4pPr marL="1371600" algn="l" rtl="0" fontAlgn="base">
              <a:spcBef>
                <a:spcPct val="0"/>
              </a:spcBef>
              <a:spcAft>
                <a:spcPct val="40000"/>
              </a:spcAft>
              <a:buFont typeface="Wingdings" pitchFamily="2" charset="2"/>
              <a:defRPr kern="1200">
                <a:solidFill>
                  <a:schemeClr val="tx1"/>
                </a:solidFill>
                <a:latin typeface="Frutiger LT Com 55 Roman" pitchFamily="34" charset="0"/>
                <a:ea typeface="+mn-ea"/>
                <a:cs typeface="+mn-cs"/>
              </a:defRPr>
            </a:lvl4pPr>
            <a:lvl5pPr marL="1828800" algn="l" rtl="0" fontAlgn="base">
              <a:spcBef>
                <a:spcPct val="0"/>
              </a:spcBef>
              <a:spcAft>
                <a:spcPct val="40000"/>
              </a:spcAft>
              <a:buFont typeface="Wingdings" pitchFamily="2" charset="2"/>
              <a:defRPr kern="1200">
                <a:solidFill>
                  <a:schemeClr val="tx1"/>
                </a:solidFill>
                <a:latin typeface="Frutiger LT Com 55 Roman" pitchFamily="34" charset="0"/>
                <a:ea typeface="+mn-ea"/>
                <a:cs typeface="+mn-cs"/>
              </a:defRPr>
            </a:lvl5pPr>
            <a:lvl6pPr marL="2286000" algn="l" defTabSz="914400" rtl="0" eaLnBrk="1" latinLnBrk="0" hangingPunct="1">
              <a:defRPr kern="1200">
                <a:solidFill>
                  <a:schemeClr val="tx1"/>
                </a:solidFill>
                <a:latin typeface="Frutiger LT Com 55 Roman" pitchFamily="34" charset="0"/>
                <a:ea typeface="+mn-ea"/>
                <a:cs typeface="+mn-cs"/>
              </a:defRPr>
            </a:lvl6pPr>
            <a:lvl7pPr marL="2743200" algn="l" defTabSz="914400" rtl="0" eaLnBrk="1" latinLnBrk="0" hangingPunct="1">
              <a:defRPr kern="1200">
                <a:solidFill>
                  <a:schemeClr val="tx1"/>
                </a:solidFill>
                <a:latin typeface="Frutiger LT Com 55 Roman" pitchFamily="34" charset="0"/>
                <a:ea typeface="+mn-ea"/>
                <a:cs typeface="+mn-cs"/>
              </a:defRPr>
            </a:lvl7pPr>
            <a:lvl8pPr marL="3200400" algn="l" defTabSz="914400" rtl="0" eaLnBrk="1" latinLnBrk="0" hangingPunct="1">
              <a:defRPr kern="1200">
                <a:solidFill>
                  <a:schemeClr val="tx1"/>
                </a:solidFill>
                <a:latin typeface="Frutiger LT Com 55 Roman" pitchFamily="34" charset="0"/>
                <a:ea typeface="+mn-ea"/>
                <a:cs typeface="+mn-cs"/>
              </a:defRPr>
            </a:lvl8pPr>
            <a:lvl9pPr marL="3657600" algn="l" defTabSz="914400" rtl="0" eaLnBrk="1" latinLnBrk="0" hangingPunct="1">
              <a:defRPr kern="1200">
                <a:solidFill>
                  <a:schemeClr val="tx1"/>
                </a:solidFill>
                <a:latin typeface="Frutiger LT Com 55 Roman" pitchFamily="34" charset="0"/>
                <a:ea typeface="+mn-ea"/>
                <a:cs typeface="+mn-cs"/>
              </a:defRPr>
            </a:lvl9pPr>
          </a:lstStyle>
          <a:p>
            <a:pPr>
              <a:spcBef>
                <a:spcPct val="50000"/>
              </a:spcBef>
              <a:spcAft>
                <a:spcPct val="0"/>
              </a:spcAft>
              <a:buFontTx/>
              <a:buNone/>
            </a:pPr>
            <a:r>
              <a:rPr lang="en-US" i="1"/>
              <a:t>Cited from: REGULATION (EU) 2017/ 745, Article 10(8)</a:t>
            </a:r>
          </a:p>
        </p:txBody>
      </p:sp>
      <p:pic>
        <p:nvPicPr>
          <p:cNvPr id="2050" name="Picture 2">
            <a:extLst>
              <a:ext uri="{FF2B5EF4-FFF2-40B4-BE49-F238E27FC236}">
                <a16:creationId xmlns:a16="http://schemas.microsoft.com/office/drawing/2014/main" id="{5ABDB502-F4EA-88E0-64E6-2F0B9EC3FB92}"/>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4221" r="13985"/>
          <a:stretch/>
        </p:blipFill>
        <p:spPr bwMode="auto">
          <a:xfrm>
            <a:off x="5655211" y="1467513"/>
            <a:ext cx="6057363" cy="42498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71346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D2334-E306-902A-B73C-1082A9A0C071}"/>
              </a:ext>
            </a:extLst>
          </p:cNvPr>
          <p:cNvSpPr>
            <a:spLocks noGrp="1"/>
          </p:cNvSpPr>
          <p:nvPr>
            <p:ph type="title"/>
          </p:nvPr>
        </p:nvSpPr>
        <p:spPr/>
        <p:txBody>
          <a:bodyPr/>
          <a:lstStyle/>
          <a:p>
            <a:r>
              <a:rPr lang="en-PT"/>
              <a:t>Risk Management</a:t>
            </a:r>
          </a:p>
        </p:txBody>
      </p:sp>
      <p:sp>
        <p:nvSpPr>
          <p:cNvPr id="3" name="Text Placeholder 2">
            <a:extLst>
              <a:ext uri="{FF2B5EF4-FFF2-40B4-BE49-F238E27FC236}">
                <a16:creationId xmlns:a16="http://schemas.microsoft.com/office/drawing/2014/main" id="{17D438BF-8633-AF5F-58A4-0F09006CC772}"/>
              </a:ext>
            </a:extLst>
          </p:cNvPr>
          <p:cNvSpPr>
            <a:spLocks noGrp="1"/>
          </p:cNvSpPr>
          <p:nvPr>
            <p:ph type="body" sz="quarter" idx="10"/>
          </p:nvPr>
        </p:nvSpPr>
        <p:spPr/>
        <p:txBody>
          <a:bodyPr/>
          <a:lstStyle/>
          <a:p>
            <a:r>
              <a:rPr lang="en-PT"/>
              <a:t>ISO 14971:2019: Key principles</a:t>
            </a:r>
          </a:p>
        </p:txBody>
      </p:sp>
      <p:sp>
        <p:nvSpPr>
          <p:cNvPr id="5" name="Slide Number Placeholder 4">
            <a:extLst>
              <a:ext uri="{FF2B5EF4-FFF2-40B4-BE49-F238E27FC236}">
                <a16:creationId xmlns:a16="http://schemas.microsoft.com/office/drawing/2014/main" id="{B7F8CC61-BDD7-7A35-89E1-1B0E4BA6B94F}"/>
              </a:ext>
            </a:extLst>
          </p:cNvPr>
          <p:cNvSpPr>
            <a:spLocks noGrp="1"/>
          </p:cNvSpPr>
          <p:nvPr>
            <p:ph type="sldNum" sz="quarter" idx="4"/>
          </p:nvPr>
        </p:nvSpPr>
        <p:spPr/>
        <p:txBody>
          <a:bodyPr/>
          <a:lstStyle/>
          <a:p>
            <a:pPr>
              <a:spcBef>
                <a:spcPct val="50000"/>
              </a:spcBef>
              <a:spcAft>
                <a:spcPct val="0"/>
              </a:spcAft>
              <a:buFontTx/>
              <a:buNone/>
            </a:pPr>
            <a:r>
              <a:rPr lang="en-US"/>
              <a:t>Page </a:t>
            </a:r>
            <a:fld id="{A06316EC-39FF-4C97-AA6E-29B761CE3E45}" type="slidenum">
              <a:rPr lang="en-US" smtClean="0"/>
              <a:pPr>
                <a:spcBef>
                  <a:spcPct val="50000"/>
                </a:spcBef>
                <a:spcAft>
                  <a:spcPct val="0"/>
                </a:spcAft>
                <a:buFontTx/>
                <a:buNone/>
              </a:pPr>
              <a:t>10</a:t>
            </a:fld>
            <a:endParaRPr lang="en-US"/>
          </a:p>
        </p:txBody>
      </p:sp>
      <p:sp>
        <p:nvSpPr>
          <p:cNvPr id="11" name="Content Placeholder 10">
            <a:extLst>
              <a:ext uri="{FF2B5EF4-FFF2-40B4-BE49-F238E27FC236}">
                <a16:creationId xmlns:a16="http://schemas.microsoft.com/office/drawing/2014/main" id="{87943AB9-6A46-03E0-7898-48B0E69F966C}"/>
              </a:ext>
            </a:extLst>
          </p:cNvPr>
          <p:cNvSpPr>
            <a:spLocks noGrp="1"/>
          </p:cNvSpPr>
          <p:nvPr>
            <p:ph idx="1"/>
          </p:nvPr>
        </p:nvSpPr>
        <p:spPr/>
        <p:txBody>
          <a:bodyPr/>
          <a:lstStyle/>
          <a:p>
            <a:endParaRPr lang="en-PT"/>
          </a:p>
        </p:txBody>
      </p:sp>
      <p:grpSp>
        <p:nvGrpSpPr>
          <p:cNvPr id="15" name="Group 14">
            <a:extLst>
              <a:ext uri="{FF2B5EF4-FFF2-40B4-BE49-F238E27FC236}">
                <a16:creationId xmlns:a16="http://schemas.microsoft.com/office/drawing/2014/main" id="{E2437CD0-FF38-5B21-03CF-88773614C082}"/>
              </a:ext>
            </a:extLst>
          </p:cNvPr>
          <p:cNvGrpSpPr/>
          <p:nvPr/>
        </p:nvGrpSpPr>
        <p:grpSpPr>
          <a:xfrm>
            <a:off x="3657600" y="1773238"/>
            <a:ext cx="4479657" cy="4248150"/>
            <a:chOff x="4064267" y="2188868"/>
            <a:chExt cx="4072990" cy="3832520"/>
          </a:xfrm>
        </p:grpSpPr>
        <p:sp>
          <p:nvSpPr>
            <p:cNvPr id="12" name="Oval 11">
              <a:extLst>
                <a:ext uri="{FF2B5EF4-FFF2-40B4-BE49-F238E27FC236}">
                  <a16:creationId xmlns:a16="http://schemas.microsoft.com/office/drawing/2014/main" id="{A05B5CF4-4DE0-0834-E80D-1D5C6A526FE2}"/>
                </a:ext>
              </a:extLst>
            </p:cNvPr>
            <p:cNvSpPr/>
            <p:nvPr/>
          </p:nvSpPr>
          <p:spPr bwMode="auto">
            <a:xfrm>
              <a:off x="4862726" y="2188868"/>
              <a:ext cx="2476072" cy="2480263"/>
            </a:xfrm>
            <a:prstGeom prst="ellipse">
              <a:avLst/>
            </a:prstGeom>
            <a:solidFill>
              <a:srgbClr val="179C7D">
                <a:alpha val="50196"/>
              </a:srgbClr>
            </a:solidFill>
            <a:ln w="9525">
              <a:noFill/>
              <a:round/>
              <a:headEnd type="arrow" w="med" len="med"/>
              <a:tailEnd type="none" w="med" len="med"/>
            </a:ln>
            <a:effectLst/>
          </p:spPr>
          <p:txBody>
            <a:bodyPr rtlCol="0" anchor="ctr"/>
            <a:lstStyle/>
            <a:p>
              <a:pPr algn="ctr"/>
              <a:endParaRPr lang="en-PT" sz="2000"/>
            </a:p>
          </p:txBody>
        </p:sp>
        <p:sp>
          <p:nvSpPr>
            <p:cNvPr id="13" name="Oval 12">
              <a:extLst>
                <a:ext uri="{FF2B5EF4-FFF2-40B4-BE49-F238E27FC236}">
                  <a16:creationId xmlns:a16="http://schemas.microsoft.com/office/drawing/2014/main" id="{BFE93197-D015-9DCD-FC12-09E0E0B79EF1}"/>
                </a:ext>
              </a:extLst>
            </p:cNvPr>
            <p:cNvSpPr/>
            <p:nvPr/>
          </p:nvSpPr>
          <p:spPr bwMode="auto">
            <a:xfrm>
              <a:off x="4064267" y="3541125"/>
              <a:ext cx="2476072" cy="2480263"/>
            </a:xfrm>
            <a:prstGeom prst="ellipse">
              <a:avLst/>
            </a:prstGeom>
            <a:solidFill>
              <a:schemeClr val="accent4">
                <a:alpha val="50196"/>
              </a:schemeClr>
            </a:solidFill>
            <a:ln w="9525">
              <a:noFill/>
              <a:round/>
              <a:headEnd type="arrow" w="med" len="med"/>
              <a:tailEnd type="none" w="med" len="med"/>
            </a:ln>
            <a:effectLst/>
          </p:spPr>
          <p:txBody>
            <a:bodyPr rtlCol="0" anchor="ctr"/>
            <a:lstStyle/>
            <a:p>
              <a:pPr algn="ctr"/>
              <a:endParaRPr lang="en-PT" sz="2000"/>
            </a:p>
          </p:txBody>
        </p:sp>
        <p:sp>
          <p:nvSpPr>
            <p:cNvPr id="14" name="Oval 13">
              <a:extLst>
                <a:ext uri="{FF2B5EF4-FFF2-40B4-BE49-F238E27FC236}">
                  <a16:creationId xmlns:a16="http://schemas.microsoft.com/office/drawing/2014/main" id="{E5B4821F-9BDD-31DE-BDB1-A6C6DCE3A4FF}"/>
                </a:ext>
              </a:extLst>
            </p:cNvPr>
            <p:cNvSpPr/>
            <p:nvPr/>
          </p:nvSpPr>
          <p:spPr bwMode="auto">
            <a:xfrm>
              <a:off x="5661185" y="3517847"/>
              <a:ext cx="2476072" cy="2480263"/>
            </a:xfrm>
            <a:prstGeom prst="ellipse">
              <a:avLst/>
            </a:prstGeom>
            <a:solidFill>
              <a:schemeClr val="accent1">
                <a:alpha val="50196"/>
              </a:schemeClr>
            </a:solidFill>
            <a:ln w="9525">
              <a:noFill/>
              <a:round/>
              <a:headEnd type="arrow" w="med" len="med"/>
              <a:tailEnd type="none" w="med" len="med"/>
            </a:ln>
            <a:effectLst/>
          </p:spPr>
          <p:txBody>
            <a:bodyPr rtlCol="0" anchor="ctr"/>
            <a:lstStyle/>
            <a:p>
              <a:pPr algn="ctr"/>
              <a:endParaRPr lang="en-PT" sz="2000"/>
            </a:p>
          </p:txBody>
        </p:sp>
      </p:grpSp>
      <p:cxnSp>
        <p:nvCxnSpPr>
          <p:cNvPr id="17" name="Straight Connector 16">
            <a:extLst>
              <a:ext uri="{FF2B5EF4-FFF2-40B4-BE49-F238E27FC236}">
                <a16:creationId xmlns:a16="http://schemas.microsoft.com/office/drawing/2014/main" id="{96950FF7-5577-8FBE-93E9-B0DD4BCC5971}"/>
              </a:ext>
            </a:extLst>
          </p:cNvPr>
          <p:cNvCxnSpPr/>
          <p:nvPr/>
        </p:nvCxnSpPr>
        <p:spPr bwMode="auto">
          <a:xfrm flipV="1">
            <a:off x="7033334" y="1984180"/>
            <a:ext cx="0" cy="792000"/>
          </a:xfrm>
          <a:prstGeom prst="line">
            <a:avLst/>
          </a:prstGeom>
          <a:noFill/>
          <a:ln w="9525"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 name="TextBox 17">
            <a:extLst>
              <a:ext uri="{FF2B5EF4-FFF2-40B4-BE49-F238E27FC236}">
                <a16:creationId xmlns:a16="http://schemas.microsoft.com/office/drawing/2014/main" id="{307A2DCE-B987-13E9-21D0-8DDF50811143}"/>
              </a:ext>
            </a:extLst>
          </p:cNvPr>
          <p:cNvSpPr txBox="1"/>
          <p:nvPr/>
        </p:nvSpPr>
        <p:spPr>
          <a:xfrm>
            <a:off x="7033335" y="1986570"/>
            <a:ext cx="4283684" cy="523220"/>
          </a:xfrm>
          <a:prstGeom prst="rect">
            <a:avLst/>
          </a:prstGeom>
          <a:noFill/>
        </p:spPr>
        <p:txBody>
          <a:bodyPr wrap="square" rtlCol="0">
            <a:spAutoFit/>
          </a:bodyPr>
          <a:lstStyle/>
          <a:p>
            <a:pPr marL="0" lvl="1">
              <a:spcAft>
                <a:spcPts val="0"/>
              </a:spcAft>
            </a:pPr>
            <a:r>
              <a:rPr lang="en-US" sz="1400"/>
              <a:t>Ongoing process, through all the stages in the process lifecycle</a:t>
            </a:r>
          </a:p>
        </p:txBody>
      </p:sp>
      <p:cxnSp>
        <p:nvCxnSpPr>
          <p:cNvPr id="19" name="Straight Connector 18">
            <a:extLst>
              <a:ext uri="{FF2B5EF4-FFF2-40B4-BE49-F238E27FC236}">
                <a16:creationId xmlns:a16="http://schemas.microsoft.com/office/drawing/2014/main" id="{F62E3E6C-0F6C-426F-63F1-A821ED8D9F72}"/>
              </a:ext>
            </a:extLst>
          </p:cNvPr>
          <p:cNvCxnSpPr/>
          <p:nvPr/>
        </p:nvCxnSpPr>
        <p:spPr bwMode="auto">
          <a:xfrm flipV="1">
            <a:off x="7751776" y="3275958"/>
            <a:ext cx="0" cy="792000"/>
          </a:xfrm>
          <a:prstGeom prst="line">
            <a:avLst/>
          </a:prstGeom>
          <a:noFill/>
          <a:ln w="9525"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 name="TextBox 19">
            <a:extLst>
              <a:ext uri="{FF2B5EF4-FFF2-40B4-BE49-F238E27FC236}">
                <a16:creationId xmlns:a16="http://schemas.microsoft.com/office/drawing/2014/main" id="{95E96A57-47D5-2348-760B-045D4AD9D202}"/>
              </a:ext>
            </a:extLst>
          </p:cNvPr>
          <p:cNvSpPr txBox="1"/>
          <p:nvPr/>
        </p:nvSpPr>
        <p:spPr>
          <a:xfrm>
            <a:off x="7751777" y="3278348"/>
            <a:ext cx="4283684" cy="307777"/>
          </a:xfrm>
          <a:prstGeom prst="rect">
            <a:avLst/>
          </a:prstGeom>
          <a:noFill/>
        </p:spPr>
        <p:txBody>
          <a:bodyPr wrap="square" rtlCol="0">
            <a:spAutoFit/>
          </a:bodyPr>
          <a:lstStyle/>
          <a:p>
            <a:pPr marL="0" lvl="1">
              <a:spcAft>
                <a:spcPts val="0"/>
              </a:spcAft>
            </a:pPr>
            <a:r>
              <a:rPr lang="en-US" sz="1400"/>
              <a:t>Regularly reviewed and updated</a:t>
            </a:r>
          </a:p>
        </p:txBody>
      </p:sp>
      <p:cxnSp>
        <p:nvCxnSpPr>
          <p:cNvPr id="21" name="Straight Connector 20">
            <a:extLst>
              <a:ext uri="{FF2B5EF4-FFF2-40B4-BE49-F238E27FC236}">
                <a16:creationId xmlns:a16="http://schemas.microsoft.com/office/drawing/2014/main" id="{EB7871C2-4A7D-5A8D-5362-EE41277C3AB4}"/>
              </a:ext>
            </a:extLst>
          </p:cNvPr>
          <p:cNvCxnSpPr/>
          <p:nvPr/>
        </p:nvCxnSpPr>
        <p:spPr bwMode="auto">
          <a:xfrm flipV="1">
            <a:off x="4110241" y="3296896"/>
            <a:ext cx="0" cy="792000"/>
          </a:xfrm>
          <a:prstGeom prst="line">
            <a:avLst/>
          </a:prstGeom>
          <a:noFill/>
          <a:ln w="9525"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 name="TextBox 21">
            <a:extLst>
              <a:ext uri="{FF2B5EF4-FFF2-40B4-BE49-F238E27FC236}">
                <a16:creationId xmlns:a16="http://schemas.microsoft.com/office/drawing/2014/main" id="{67027AFE-8F14-21FC-9FD1-05AFB0F071D2}"/>
              </a:ext>
            </a:extLst>
          </p:cNvPr>
          <p:cNvSpPr txBox="1"/>
          <p:nvPr/>
        </p:nvSpPr>
        <p:spPr>
          <a:xfrm>
            <a:off x="870959" y="3291585"/>
            <a:ext cx="3225731" cy="523220"/>
          </a:xfrm>
          <a:prstGeom prst="rect">
            <a:avLst/>
          </a:prstGeom>
          <a:noFill/>
        </p:spPr>
        <p:txBody>
          <a:bodyPr wrap="square" rtlCol="0">
            <a:spAutoFit/>
          </a:bodyPr>
          <a:lstStyle/>
          <a:p>
            <a:pPr marL="0" lvl="1" algn="r">
              <a:spcAft>
                <a:spcPts val="0"/>
              </a:spcAft>
            </a:pPr>
            <a:r>
              <a:rPr lang="en-US" sz="1400"/>
              <a:t>Decisions based on harm to the patients</a:t>
            </a:r>
          </a:p>
        </p:txBody>
      </p:sp>
      <p:sp>
        <p:nvSpPr>
          <p:cNvPr id="23" name="TextBox 22">
            <a:extLst>
              <a:ext uri="{FF2B5EF4-FFF2-40B4-BE49-F238E27FC236}">
                <a16:creationId xmlns:a16="http://schemas.microsoft.com/office/drawing/2014/main" id="{ED50BE10-07BF-3F2A-DE41-FD0ABC699869}"/>
              </a:ext>
            </a:extLst>
          </p:cNvPr>
          <p:cNvSpPr txBox="1"/>
          <p:nvPr/>
        </p:nvSpPr>
        <p:spPr>
          <a:xfrm>
            <a:off x="5145689" y="2380180"/>
            <a:ext cx="1551780" cy="1138773"/>
          </a:xfrm>
          <a:prstGeom prst="rect">
            <a:avLst/>
          </a:prstGeom>
          <a:noFill/>
        </p:spPr>
        <p:txBody>
          <a:bodyPr wrap="square" rtlCol="0">
            <a:spAutoFit/>
          </a:bodyPr>
          <a:lstStyle/>
          <a:p>
            <a:pPr algn="ctr"/>
            <a:r>
              <a:rPr lang="en-PT" sz="2000"/>
              <a:t>Systematic Approach</a:t>
            </a:r>
          </a:p>
          <a:p>
            <a:pPr algn="ctr"/>
            <a:endParaRPr lang="en-PT" sz="2000"/>
          </a:p>
        </p:txBody>
      </p:sp>
      <p:sp>
        <p:nvSpPr>
          <p:cNvPr id="24" name="TextBox 23">
            <a:extLst>
              <a:ext uri="{FF2B5EF4-FFF2-40B4-BE49-F238E27FC236}">
                <a16:creationId xmlns:a16="http://schemas.microsoft.com/office/drawing/2014/main" id="{CD7223A0-5DC9-46D8-7883-9601E9EA48B3}"/>
              </a:ext>
            </a:extLst>
          </p:cNvPr>
          <p:cNvSpPr txBox="1"/>
          <p:nvPr/>
        </p:nvSpPr>
        <p:spPr>
          <a:xfrm>
            <a:off x="3772151" y="4548284"/>
            <a:ext cx="1551780" cy="1138773"/>
          </a:xfrm>
          <a:prstGeom prst="rect">
            <a:avLst/>
          </a:prstGeom>
          <a:noFill/>
        </p:spPr>
        <p:txBody>
          <a:bodyPr wrap="square" rtlCol="0">
            <a:spAutoFit/>
          </a:bodyPr>
          <a:lstStyle/>
          <a:p>
            <a:pPr algn="ctr"/>
            <a:r>
              <a:rPr lang="en-PT" sz="2000"/>
              <a:t>Risk-Based Thinking</a:t>
            </a:r>
          </a:p>
          <a:p>
            <a:pPr algn="ctr"/>
            <a:endParaRPr lang="en-PT" sz="2000"/>
          </a:p>
        </p:txBody>
      </p:sp>
      <p:sp>
        <p:nvSpPr>
          <p:cNvPr id="25" name="TextBox 24">
            <a:extLst>
              <a:ext uri="{FF2B5EF4-FFF2-40B4-BE49-F238E27FC236}">
                <a16:creationId xmlns:a16="http://schemas.microsoft.com/office/drawing/2014/main" id="{8B36DF52-AEE2-028D-5EBE-98BCDD847415}"/>
              </a:ext>
            </a:extLst>
          </p:cNvPr>
          <p:cNvSpPr txBox="1"/>
          <p:nvPr/>
        </p:nvSpPr>
        <p:spPr>
          <a:xfrm>
            <a:off x="6249138" y="4519378"/>
            <a:ext cx="1918621" cy="1138773"/>
          </a:xfrm>
          <a:prstGeom prst="rect">
            <a:avLst/>
          </a:prstGeom>
          <a:noFill/>
        </p:spPr>
        <p:txBody>
          <a:bodyPr wrap="square" rtlCol="0">
            <a:spAutoFit/>
          </a:bodyPr>
          <a:lstStyle/>
          <a:p>
            <a:pPr algn="ctr"/>
            <a:r>
              <a:rPr lang="en-PT" sz="2000"/>
              <a:t>Continuous Improvement</a:t>
            </a:r>
          </a:p>
          <a:p>
            <a:pPr algn="ctr"/>
            <a:endParaRPr lang="en-PT" sz="2000"/>
          </a:p>
        </p:txBody>
      </p:sp>
    </p:spTree>
    <p:extLst>
      <p:ext uri="{BB962C8B-B14F-4D97-AF65-F5344CB8AC3E}">
        <p14:creationId xmlns:p14="http://schemas.microsoft.com/office/powerpoint/2010/main" val="33912183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A0FC4-2BAF-7300-CB7C-96DE2DEE5F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DE14CB-06AF-E9E5-17B1-A21DDADC81E0}"/>
              </a:ext>
            </a:extLst>
          </p:cNvPr>
          <p:cNvSpPr>
            <a:spLocks noGrp="1"/>
          </p:cNvSpPr>
          <p:nvPr>
            <p:ph type="title"/>
          </p:nvPr>
        </p:nvSpPr>
        <p:spPr/>
        <p:txBody>
          <a:bodyPr/>
          <a:lstStyle/>
          <a:p>
            <a:r>
              <a:rPr lang="en-PT"/>
              <a:t>Risk Management</a:t>
            </a:r>
          </a:p>
        </p:txBody>
      </p:sp>
      <p:sp>
        <p:nvSpPr>
          <p:cNvPr id="3" name="Text Placeholder 2">
            <a:extLst>
              <a:ext uri="{FF2B5EF4-FFF2-40B4-BE49-F238E27FC236}">
                <a16:creationId xmlns:a16="http://schemas.microsoft.com/office/drawing/2014/main" id="{0D93E915-D210-E556-F8D1-B4023A7A564B}"/>
              </a:ext>
            </a:extLst>
          </p:cNvPr>
          <p:cNvSpPr>
            <a:spLocks noGrp="1"/>
          </p:cNvSpPr>
          <p:nvPr>
            <p:ph type="body" sz="quarter" idx="10"/>
          </p:nvPr>
        </p:nvSpPr>
        <p:spPr/>
        <p:txBody>
          <a:bodyPr/>
          <a:lstStyle/>
          <a:p>
            <a:r>
              <a:rPr lang="en-PT"/>
              <a:t>ISO 14971:2019 – Steps involved</a:t>
            </a:r>
          </a:p>
        </p:txBody>
      </p:sp>
      <p:sp>
        <p:nvSpPr>
          <p:cNvPr id="5" name="Slide Number Placeholder 4">
            <a:extLst>
              <a:ext uri="{FF2B5EF4-FFF2-40B4-BE49-F238E27FC236}">
                <a16:creationId xmlns:a16="http://schemas.microsoft.com/office/drawing/2014/main" id="{D09670B2-BE49-1260-89D6-8C5942EA884A}"/>
              </a:ext>
            </a:extLst>
          </p:cNvPr>
          <p:cNvSpPr>
            <a:spLocks noGrp="1"/>
          </p:cNvSpPr>
          <p:nvPr>
            <p:ph type="sldNum" sz="quarter" idx="4"/>
          </p:nvPr>
        </p:nvSpPr>
        <p:spPr/>
        <p:txBody>
          <a:bodyPr/>
          <a:lstStyle/>
          <a:p>
            <a:pPr>
              <a:spcBef>
                <a:spcPct val="50000"/>
              </a:spcBef>
              <a:spcAft>
                <a:spcPct val="0"/>
              </a:spcAft>
              <a:buFontTx/>
              <a:buNone/>
            </a:pPr>
            <a:r>
              <a:rPr lang="en-US"/>
              <a:t>Page </a:t>
            </a:r>
            <a:fld id="{A06316EC-39FF-4C97-AA6E-29B761CE3E45}" type="slidenum">
              <a:rPr lang="en-US" smtClean="0"/>
              <a:pPr>
                <a:spcBef>
                  <a:spcPct val="50000"/>
                </a:spcBef>
                <a:spcAft>
                  <a:spcPct val="0"/>
                </a:spcAft>
                <a:buFontTx/>
                <a:buNone/>
              </a:pPr>
              <a:t>11</a:t>
            </a:fld>
            <a:endParaRPr lang="en-US"/>
          </a:p>
        </p:txBody>
      </p:sp>
      <p:graphicFrame>
        <p:nvGraphicFramePr>
          <p:cNvPr id="4" name="Content Placeholder 3">
            <a:extLst>
              <a:ext uri="{FF2B5EF4-FFF2-40B4-BE49-F238E27FC236}">
                <a16:creationId xmlns:a16="http://schemas.microsoft.com/office/drawing/2014/main" id="{00C7E0DD-F704-5065-AD81-7822CB279B3D}"/>
              </a:ext>
            </a:extLst>
          </p:cNvPr>
          <p:cNvGraphicFramePr>
            <a:graphicFrameLocks noGrp="1"/>
          </p:cNvGraphicFramePr>
          <p:nvPr>
            <p:ph idx="1"/>
            <p:extLst>
              <p:ext uri="{D42A27DB-BD31-4B8C-83A1-F6EECF244321}">
                <p14:modId xmlns:p14="http://schemas.microsoft.com/office/powerpoint/2010/main" val="3052666841"/>
              </p:ext>
            </p:extLst>
          </p:nvPr>
        </p:nvGraphicFramePr>
        <p:xfrm>
          <a:off x="477837" y="1773238"/>
          <a:ext cx="11245850" cy="42481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5">
            <a:extLst>
              <a:ext uri="{FF2B5EF4-FFF2-40B4-BE49-F238E27FC236}">
                <a16:creationId xmlns:a16="http://schemas.microsoft.com/office/drawing/2014/main" id="{34CC154E-5296-C123-0D52-EB534CADF28E}"/>
              </a:ext>
            </a:extLst>
          </p:cNvPr>
          <p:cNvSpPr txBox="1"/>
          <p:nvPr/>
        </p:nvSpPr>
        <p:spPr>
          <a:xfrm>
            <a:off x="5403700" y="2138227"/>
            <a:ext cx="1399253" cy="523220"/>
          </a:xfrm>
          <a:prstGeom prst="rect">
            <a:avLst/>
          </a:prstGeom>
          <a:noFill/>
        </p:spPr>
        <p:txBody>
          <a:bodyPr wrap="square" rtlCol="0">
            <a:spAutoFit/>
          </a:bodyPr>
          <a:lstStyle/>
          <a:p>
            <a:pPr algn="ctr"/>
            <a:r>
              <a:rPr lang="en-PT" sz="1400">
                <a:solidFill>
                  <a:schemeClr val="bg1"/>
                </a:solidFill>
              </a:rPr>
              <a:t>Hazard Identification</a:t>
            </a:r>
          </a:p>
        </p:txBody>
      </p:sp>
      <p:sp>
        <p:nvSpPr>
          <p:cNvPr id="7" name="TextBox 6">
            <a:extLst>
              <a:ext uri="{FF2B5EF4-FFF2-40B4-BE49-F238E27FC236}">
                <a16:creationId xmlns:a16="http://schemas.microsoft.com/office/drawing/2014/main" id="{1FF92E23-EB11-40B9-13B9-340984A6781C}"/>
              </a:ext>
            </a:extLst>
          </p:cNvPr>
          <p:cNvSpPr txBox="1"/>
          <p:nvPr/>
        </p:nvSpPr>
        <p:spPr>
          <a:xfrm>
            <a:off x="7044541" y="3388759"/>
            <a:ext cx="1272884" cy="307777"/>
          </a:xfrm>
          <a:prstGeom prst="rect">
            <a:avLst/>
          </a:prstGeom>
          <a:noFill/>
        </p:spPr>
        <p:txBody>
          <a:bodyPr wrap="square" rtlCol="0">
            <a:spAutoFit/>
          </a:bodyPr>
          <a:lstStyle/>
          <a:p>
            <a:pPr algn="ctr"/>
            <a:r>
              <a:rPr lang="en-PT" sz="1400">
                <a:solidFill>
                  <a:schemeClr val="bg1"/>
                </a:solidFill>
              </a:rPr>
              <a:t>Risk Analysis</a:t>
            </a:r>
          </a:p>
        </p:txBody>
      </p:sp>
      <p:sp>
        <p:nvSpPr>
          <p:cNvPr id="8" name="TextBox 7">
            <a:extLst>
              <a:ext uri="{FF2B5EF4-FFF2-40B4-BE49-F238E27FC236}">
                <a16:creationId xmlns:a16="http://schemas.microsoft.com/office/drawing/2014/main" id="{D914CCA9-1614-2716-EC90-84402A185429}"/>
              </a:ext>
            </a:extLst>
          </p:cNvPr>
          <p:cNvSpPr txBox="1"/>
          <p:nvPr/>
        </p:nvSpPr>
        <p:spPr>
          <a:xfrm>
            <a:off x="6408099" y="5099657"/>
            <a:ext cx="1272884" cy="523220"/>
          </a:xfrm>
          <a:prstGeom prst="rect">
            <a:avLst/>
          </a:prstGeom>
          <a:noFill/>
        </p:spPr>
        <p:txBody>
          <a:bodyPr wrap="square" rtlCol="0">
            <a:spAutoFit/>
          </a:bodyPr>
          <a:lstStyle/>
          <a:p>
            <a:pPr algn="ctr"/>
            <a:r>
              <a:rPr lang="en-PT" sz="1400">
                <a:solidFill>
                  <a:schemeClr val="bg1"/>
                </a:solidFill>
              </a:rPr>
              <a:t>Risk Evaluation</a:t>
            </a:r>
          </a:p>
        </p:txBody>
      </p:sp>
      <p:sp>
        <p:nvSpPr>
          <p:cNvPr id="9" name="TextBox 8">
            <a:extLst>
              <a:ext uri="{FF2B5EF4-FFF2-40B4-BE49-F238E27FC236}">
                <a16:creationId xmlns:a16="http://schemas.microsoft.com/office/drawing/2014/main" id="{4423BFCF-C8C0-0E8D-1825-A64D6A0D085C}"/>
              </a:ext>
            </a:extLst>
          </p:cNvPr>
          <p:cNvSpPr txBox="1"/>
          <p:nvPr/>
        </p:nvSpPr>
        <p:spPr>
          <a:xfrm>
            <a:off x="4510887" y="5207379"/>
            <a:ext cx="1272884" cy="307777"/>
          </a:xfrm>
          <a:prstGeom prst="rect">
            <a:avLst/>
          </a:prstGeom>
          <a:noFill/>
        </p:spPr>
        <p:txBody>
          <a:bodyPr wrap="square" rtlCol="0">
            <a:spAutoFit/>
          </a:bodyPr>
          <a:lstStyle/>
          <a:p>
            <a:pPr algn="ctr"/>
            <a:r>
              <a:rPr lang="en-PT" sz="1400">
                <a:solidFill>
                  <a:schemeClr val="bg1"/>
                </a:solidFill>
              </a:rPr>
              <a:t>Risk Control</a:t>
            </a:r>
          </a:p>
        </p:txBody>
      </p:sp>
      <p:sp>
        <p:nvSpPr>
          <p:cNvPr id="10" name="TextBox 9">
            <a:extLst>
              <a:ext uri="{FF2B5EF4-FFF2-40B4-BE49-F238E27FC236}">
                <a16:creationId xmlns:a16="http://schemas.microsoft.com/office/drawing/2014/main" id="{67C0EEDC-FB9B-41EC-5202-2DE1E028ED54}"/>
              </a:ext>
            </a:extLst>
          </p:cNvPr>
          <p:cNvSpPr txBox="1"/>
          <p:nvPr/>
        </p:nvSpPr>
        <p:spPr>
          <a:xfrm>
            <a:off x="3888433" y="3178545"/>
            <a:ext cx="1272884" cy="738664"/>
          </a:xfrm>
          <a:prstGeom prst="rect">
            <a:avLst/>
          </a:prstGeom>
          <a:noFill/>
        </p:spPr>
        <p:txBody>
          <a:bodyPr wrap="square" rtlCol="0">
            <a:spAutoFit/>
          </a:bodyPr>
          <a:lstStyle/>
          <a:p>
            <a:pPr algn="ctr"/>
            <a:r>
              <a:rPr lang="en-PT" sz="1400">
                <a:solidFill>
                  <a:schemeClr val="bg1"/>
                </a:solidFill>
              </a:rPr>
              <a:t>Risk          Monitoring           and Review</a:t>
            </a:r>
          </a:p>
        </p:txBody>
      </p:sp>
    </p:spTree>
    <p:extLst>
      <p:ext uri="{BB962C8B-B14F-4D97-AF65-F5344CB8AC3E}">
        <p14:creationId xmlns:p14="http://schemas.microsoft.com/office/powerpoint/2010/main" val="38825457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7730B-D134-C669-EBAE-E789CFB785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C5A363-B76E-E4ED-B792-9454D864E68B}"/>
              </a:ext>
            </a:extLst>
          </p:cNvPr>
          <p:cNvSpPr>
            <a:spLocks noGrp="1"/>
          </p:cNvSpPr>
          <p:nvPr>
            <p:ph type="title"/>
          </p:nvPr>
        </p:nvSpPr>
        <p:spPr/>
        <p:txBody>
          <a:bodyPr/>
          <a:lstStyle/>
          <a:p>
            <a:r>
              <a:rPr lang="en-PT"/>
              <a:t>Risk Management</a:t>
            </a:r>
          </a:p>
        </p:txBody>
      </p:sp>
      <p:sp>
        <p:nvSpPr>
          <p:cNvPr id="3" name="Text Placeholder 2">
            <a:extLst>
              <a:ext uri="{FF2B5EF4-FFF2-40B4-BE49-F238E27FC236}">
                <a16:creationId xmlns:a16="http://schemas.microsoft.com/office/drawing/2014/main" id="{B4304A02-61DF-72A2-FD13-6F17113C5830}"/>
              </a:ext>
            </a:extLst>
          </p:cNvPr>
          <p:cNvSpPr>
            <a:spLocks noGrp="1"/>
          </p:cNvSpPr>
          <p:nvPr>
            <p:ph type="body" sz="quarter" idx="10"/>
          </p:nvPr>
        </p:nvSpPr>
        <p:spPr/>
        <p:txBody>
          <a:bodyPr/>
          <a:lstStyle/>
          <a:p>
            <a:r>
              <a:rPr lang="en-PT"/>
              <a:t>ISO 14971:2019 – Risk calculation matrix</a:t>
            </a:r>
          </a:p>
        </p:txBody>
      </p:sp>
      <p:sp>
        <p:nvSpPr>
          <p:cNvPr id="5" name="Slide Number Placeholder 4">
            <a:extLst>
              <a:ext uri="{FF2B5EF4-FFF2-40B4-BE49-F238E27FC236}">
                <a16:creationId xmlns:a16="http://schemas.microsoft.com/office/drawing/2014/main" id="{FB1BB8BE-B4D4-AEAD-4298-843381E035CB}"/>
              </a:ext>
            </a:extLst>
          </p:cNvPr>
          <p:cNvSpPr>
            <a:spLocks noGrp="1"/>
          </p:cNvSpPr>
          <p:nvPr>
            <p:ph type="sldNum" sz="quarter" idx="4"/>
          </p:nvPr>
        </p:nvSpPr>
        <p:spPr/>
        <p:txBody>
          <a:bodyPr/>
          <a:lstStyle/>
          <a:p>
            <a:pPr>
              <a:spcBef>
                <a:spcPct val="50000"/>
              </a:spcBef>
              <a:spcAft>
                <a:spcPct val="0"/>
              </a:spcAft>
              <a:buFontTx/>
              <a:buNone/>
            </a:pPr>
            <a:r>
              <a:rPr lang="en-US"/>
              <a:t>Page </a:t>
            </a:r>
            <a:fld id="{A06316EC-39FF-4C97-AA6E-29B761CE3E45}" type="slidenum">
              <a:rPr lang="en-US" smtClean="0"/>
              <a:pPr>
                <a:spcBef>
                  <a:spcPct val="50000"/>
                </a:spcBef>
                <a:spcAft>
                  <a:spcPct val="0"/>
                </a:spcAft>
                <a:buFontTx/>
                <a:buNone/>
              </a:pPr>
              <a:t>12</a:t>
            </a:fld>
            <a:endParaRPr lang="en-US"/>
          </a:p>
        </p:txBody>
      </p:sp>
      <p:sp>
        <p:nvSpPr>
          <p:cNvPr id="9" name="TextBox 8">
            <a:extLst>
              <a:ext uri="{FF2B5EF4-FFF2-40B4-BE49-F238E27FC236}">
                <a16:creationId xmlns:a16="http://schemas.microsoft.com/office/drawing/2014/main" id="{7643FF34-550B-9545-6B60-93C758A839A1}"/>
              </a:ext>
            </a:extLst>
          </p:cNvPr>
          <p:cNvSpPr txBox="1"/>
          <p:nvPr/>
        </p:nvSpPr>
        <p:spPr>
          <a:xfrm>
            <a:off x="1271525" y="5207379"/>
            <a:ext cx="1272884" cy="307777"/>
          </a:xfrm>
          <a:prstGeom prst="rect">
            <a:avLst/>
          </a:prstGeom>
          <a:noFill/>
        </p:spPr>
        <p:txBody>
          <a:bodyPr wrap="square" rtlCol="0">
            <a:spAutoFit/>
          </a:bodyPr>
          <a:lstStyle/>
          <a:p>
            <a:pPr algn="ctr"/>
            <a:r>
              <a:rPr lang="en-PT" sz="1400">
                <a:solidFill>
                  <a:schemeClr val="bg1"/>
                </a:solidFill>
              </a:rPr>
              <a:t>Risk Control</a:t>
            </a:r>
          </a:p>
        </p:txBody>
      </p:sp>
      <p:sp>
        <p:nvSpPr>
          <p:cNvPr id="38" name="TextBox 37">
            <a:extLst>
              <a:ext uri="{FF2B5EF4-FFF2-40B4-BE49-F238E27FC236}">
                <a16:creationId xmlns:a16="http://schemas.microsoft.com/office/drawing/2014/main" id="{FB973F0E-4BA4-8FEA-7FC2-3C04D354B217}"/>
              </a:ext>
            </a:extLst>
          </p:cNvPr>
          <p:cNvSpPr txBox="1"/>
          <p:nvPr/>
        </p:nvSpPr>
        <p:spPr>
          <a:xfrm>
            <a:off x="5154497" y="1099161"/>
            <a:ext cx="2920746" cy="307777"/>
          </a:xfrm>
          <a:prstGeom prst="rect">
            <a:avLst/>
          </a:prstGeom>
          <a:noFill/>
        </p:spPr>
        <p:txBody>
          <a:bodyPr wrap="square" rtlCol="0">
            <a:spAutoFit/>
          </a:bodyPr>
          <a:lstStyle/>
          <a:p>
            <a:r>
              <a:rPr lang="en-GB" sz="1400">
                <a:solidFill>
                  <a:schemeClr val="accent3"/>
                </a:solidFill>
              </a:rPr>
              <a:t>A</a:t>
            </a:r>
            <a:r>
              <a:rPr lang="en-PT" sz="1400">
                <a:solidFill>
                  <a:schemeClr val="accent3"/>
                </a:solidFill>
              </a:rPr>
              <a:t>cceptability Boundary</a:t>
            </a:r>
          </a:p>
        </p:txBody>
      </p:sp>
      <p:graphicFrame>
        <p:nvGraphicFramePr>
          <p:cNvPr id="15" name="Table 23">
            <a:extLst>
              <a:ext uri="{FF2B5EF4-FFF2-40B4-BE49-F238E27FC236}">
                <a16:creationId xmlns:a16="http://schemas.microsoft.com/office/drawing/2014/main" id="{BEB50594-1A01-2B6D-1281-BE1997D50C92}"/>
              </a:ext>
            </a:extLst>
          </p:cNvPr>
          <p:cNvGraphicFramePr>
            <a:graphicFrameLocks noGrp="1"/>
          </p:cNvGraphicFramePr>
          <p:nvPr/>
        </p:nvGraphicFramePr>
        <p:xfrm>
          <a:off x="3166215" y="1845192"/>
          <a:ext cx="6055782" cy="4152702"/>
        </p:xfrm>
        <a:graphic>
          <a:graphicData uri="http://schemas.openxmlformats.org/drawingml/2006/table">
            <a:tbl>
              <a:tblPr firstRow="1" firstCol="1" bandRow="1">
                <a:tableStyleId>{93296810-A885-4BE3-A3E7-6D5BEEA58F35}</a:tableStyleId>
              </a:tblPr>
              <a:tblGrid>
                <a:gridCol w="1009297">
                  <a:extLst>
                    <a:ext uri="{9D8B030D-6E8A-4147-A177-3AD203B41FA5}">
                      <a16:colId xmlns:a16="http://schemas.microsoft.com/office/drawing/2014/main" val="2139663959"/>
                    </a:ext>
                  </a:extLst>
                </a:gridCol>
                <a:gridCol w="1009297">
                  <a:extLst>
                    <a:ext uri="{9D8B030D-6E8A-4147-A177-3AD203B41FA5}">
                      <a16:colId xmlns:a16="http://schemas.microsoft.com/office/drawing/2014/main" val="3563503048"/>
                    </a:ext>
                  </a:extLst>
                </a:gridCol>
                <a:gridCol w="1009297">
                  <a:extLst>
                    <a:ext uri="{9D8B030D-6E8A-4147-A177-3AD203B41FA5}">
                      <a16:colId xmlns:a16="http://schemas.microsoft.com/office/drawing/2014/main" val="346797659"/>
                    </a:ext>
                  </a:extLst>
                </a:gridCol>
                <a:gridCol w="1009297">
                  <a:extLst>
                    <a:ext uri="{9D8B030D-6E8A-4147-A177-3AD203B41FA5}">
                      <a16:colId xmlns:a16="http://schemas.microsoft.com/office/drawing/2014/main" val="2387738777"/>
                    </a:ext>
                  </a:extLst>
                </a:gridCol>
                <a:gridCol w="1009297">
                  <a:extLst>
                    <a:ext uri="{9D8B030D-6E8A-4147-A177-3AD203B41FA5}">
                      <a16:colId xmlns:a16="http://schemas.microsoft.com/office/drawing/2014/main" val="1052861877"/>
                    </a:ext>
                  </a:extLst>
                </a:gridCol>
                <a:gridCol w="1009297">
                  <a:extLst>
                    <a:ext uri="{9D8B030D-6E8A-4147-A177-3AD203B41FA5}">
                      <a16:colId xmlns:a16="http://schemas.microsoft.com/office/drawing/2014/main" val="2822721779"/>
                    </a:ext>
                  </a:extLst>
                </a:gridCol>
              </a:tblGrid>
              <a:tr h="692117">
                <a:tc>
                  <a:txBody>
                    <a:bodyPr/>
                    <a:lstStyle/>
                    <a:p>
                      <a:pPr algn="ctr"/>
                      <a:endParaRPr lang="en-PT" sz="1400" b="0" cap="small" baseline="0">
                        <a:solidFill>
                          <a:schemeClr val="tx1"/>
                        </a:solidFill>
                      </a:endParaRPr>
                    </a:p>
                  </a:txBody>
                  <a:tcPr anchor="ctr"/>
                </a:tc>
                <a:tc>
                  <a:txBody>
                    <a:bodyPr/>
                    <a:lstStyle/>
                    <a:p>
                      <a:pPr algn="ctr"/>
                      <a:r>
                        <a:rPr lang="en-PT" sz="1400" b="0" cap="small" baseline="0">
                          <a:solidFill>
                            <a:schemeClr val="tx1"/>
                          </a:solidFill>
                        </a:rPr>
                        <a:t>Negligible</a:t>
                      </a:r>
                    </a:p>
                  </a:txBody>
                  <a:tcPr anchor="ctr"/>
                </a:tc>
                <a:tc>
                  <a:txBody>
                    <a:bodyPr/>
                    <a:lstStyle/>
                    <a:p>
                      <a:pPr algn="ctr"/>
                      <a:r>
                        <a:rPr lang="en-PT" sz="1400" b="0" cap="small" baseline="0">
                          <a:solidFill>
                            <a:schemeClr val="tx1"/>
                          </a:solidFill>
                        </a:rPr>
                        <a:t>Minor</a:t>
                      </a:r>
                    </a:p>
                  </a:txBody>
                  <a:tcPr anchor="ctr"/>
                </a:tc>
                <a:tc>
                  <a:txBody>
                    <a:bodyPr/>
                    <a:lstStyle/>
                    <a:p>
                      <a:pPr algn="ctr"/>
                      <a:r>
                        <a:rPr lang="en-PT" sz="1400" b="0" cap="small" baseline="0">
                          <a:solidFill>
                            <a:schemeClr val="tx1"/>
                          </a:solidFill>
                        </a:rPr>
                        <a:t>Moderate</a:t>
                      </a:r>
                    </a:p>
                  </a:txBody>
                  <a:tcPr anchor="ctr"/>
                </a:tc>
                <a:tc>
                  <a:txBody>
                    <a:bodyPr/>
                    <a:lstStyle/>
                    <a:p>
                      <a:pPr algn="ctr"/>
                      <a:r>
                        <a:rPr lang="en-PT" sz="1400" b="0" cap="small" baseline="0">
                          <a:solidFill>
                            <a:schemeClr val="tx1"/>
                          </a:solidFill>
                        </a:rPr>
                        <a:t>Major</a:t>
                      </a:r>
                    </a:p>
                  </a:txBody>
                  <a:tcPr anchor="ctr"/>
                </a:tc>
                <a:tc>
                  <a:txBody>
                    <a:bodyPr/>
                    <a:lstStyle/>
                    <a:p>
                      <a:pPr algn="ctr"/>
                      <a:r>
                        <a:rPr lang="en-PT" sz="1400" b="0" cap="small" baseline="0">
                          <a:solidFill>
                            <a:schemeClr val="tx1"/>
                          </a:solidFill>
                        </a:rPr>
                        <a:t>Severe</a:t>
                      </a:r>
                    </a:p>
                  </a:txBody>
                  <a:tcPr anchor="ctr"/>
                </a:tc>
                <a:extLst>
                  <a:ext uri="{0D108BD9-81ED-4DB2-BD59-A6C34878D82A}">
                    <a16:rowId xmlns:a16="http://schemas.microsoft.com/office/drawing/2014/main" val="3943286668"/>
                  </a:ext>
                </a:extLst>
              </a:tr>
              <a:tr h="692117">
                <a:tc>
                  <a:txBody>
                    <a:bodyPr/>
                    <a:lstStyle/>
                    <a:p>
                      <a:pPr algn="ctr"/>
                      <a:r>
                        <a:rPr lang="en-PT" sz="1400" b="0" cap="small" baseline="0">
                          <a:solidFill>
                            <a:schemeClr val="tx1"/>
                          </a:solidFill>
                        </a:rPr>
                        <a:t>Very Unlikely</a:t>
                      </a:r>
                    </a:p>
                  </a:txBody>
                  <a:tcPr anchor="ctr"/>
                </a:tc>
                <a:tc>
                  <a:txBody>
                    <a:bodyPr/>
                    <a:lstStyle/>
                    <a:p>
                      <a:pPr algn="ctr"/>
                      <a:r>
                        <a:rPr lang="en-PT" sz="1400" b="0" cap="small" baseline="0">
                          <a:solidFill>
                            <a:schemeClr val="tx1"/>
                          </a:solidFill>
                        </a:rPr>
                        <a:t>LOW</a:t>
                      </a:r>
                    </a:p>
                  </a:txBody>
                  <a:tcPr anchor="ctr">
                    <a:solidFill>
                      <a:schemeClr val="tx2">
                        <a:lumMod val="20000"/>
                        <a:lumOff val="80000"/>
                      </a:schemeClr>
                    </a:solidFill>
                  </a:tcPr>
                </a:tc>
                <a:tc>
                  <a:txBody>
                    <a:bodyPr/>
                    <a:lstStyle/>
                    <a:p>
                      <a:pPr algn="ctr"/>
                      <a:r>
                        <a:rPr lang="en-PT" sz="1400" b="0" cap="small" baseline="0">
                          <a:solidFill>
                            <a:schemeClr val="tx1"/>
                          </a:solidFill>
                        </a:rPr>
                        <a:t>LOW</a:t>
                      </a:r>
                    </a:p>
                  </a:txBody>
                  <a:tcPr anchor="ctr">
                    <a:solidFill>
                      <a:schemeClr val="tx2">
                        <a:lumMod val="20000"/>
                        <a:lumOff val="80000"/>
                      </a:schemeClr>
                    </a:solidFill>
                  </a:tcPr>
                </a:tc>
                <a:tc>
                  <a:txBody>
                    <a:bodyPr/>
                    <a:lstStyle/>
                    <a:p>
                      <a:pPr algn="ctr"/>
                      <a:r>
                        <a:rPr lang="pt-PT" sz="1400" b="0" cap="small" baseline="0">
                          <a:solidFill>
                            <a:schemeClr val="tx1"/>
                          </a:solidFill>
                        </a:rPr>
                        <a:t>LOW</a:t>
                      </a:r>
                      <a:endParaRPr lang="en-PT" sz="1400" b="0" cap="small" baseline="0">
                        <a:solidFill>
                          <a:schemeClr val="tx1"/>
                        </a:solidFill>
                      </a:endParaRPr>
                    </a:p>
                  </a:txBody>
                  <a:tcPr anchor="ctr">
                    <a:solidFill>
                      <a:schemeClr val="tx2">
                        <a:lumMod val="20000"/>
                        <a:lumOff val="80000"/>
                      </a:schemeClr>
                    </a:solidFill>
                  </a:tcPr>
                </a:tc>
                <a:tc>
                  <a:txBody>
                    <a:bodyPr/>
                    <a:lstStyle/>
                    <a:p>
                      <a:pPr algn="ctr"/>
                      <a:r>
                        <a:rPr lang="en-PT" sz="1400" b="0" cap="small" baseline="0">
                          <a:solidFill>
                            <a:schemeClr val="tx1"/>
                          </a:solidFill>
                        </a:rPr>
                        <a:t>MEDIUM</a:t>
                      </a:r>
                    </a:p>
                  </a:txBody>
                  <a:tcPr anchor="ctr">
                    <a:solidFill>
                      <a:schemeClr val="accent1">
                        <a:lumMod val="20000"/>
                        <a:lumOff val="80000"/>
                      </a:schemeClr>
                    </a:solidFill>
                  </a:tcPr>
                </a:tc>
                <a:tc>
                  <a:txBody>
                    <a:bodyPr/>
                    <a:lstStyle/>
                    <a:p>
                      <a:pPr algn="ctr"/>
                      <a:r>
                        <a:rPr lang="en-PT" sz="1400" b="0" cap="small" baseline="0">
                          <a:solidFill>
                            <a:schemeClr val="tx1"/>
                          </a:solidFill>
                        </a:rPr>
                        <a:t>HIGH</a:t>
                      </a:r>
                    </a:p>
                  </a:txBody>
                  <a:tcPr anchor="ctr">
                    <a:solidFill>
                      <a:schemeClr val="accent3">
                        <a:lumMod val="20000"/>
                        <a:lumOff val="80000"/>
                      </a:schemeClr>
                    </a:solidFill>
                  </a:tcPr>
                </a:tc>
                <a:extLst>
                  <a:ext uri="{0D108BD9-81ED-4DB2-BD59-A6C34878D82A}">
                    <a16:rowId xmlns:a16="http://schemas.microsoft.com/office/drawing/2014/main" val="308331407"/>
                  </a:ext>
                </a:extLst>
              </a:tr>
              <a:tr h="692117">
                <a:tc>
                  <a:txBody>
                    <a:bodyPr/>
                    <a:lstStyle/>
                    <a:p>
                      <a:pPr algn="ctr"/>
                      <a:r>
                        <a:rPr lang="en-PT" sz="1400" b="0" cap="small" baseline="0">
                          <a:solidFill>
                            <a:schemeClr val="tx1"/>
                          </a:solidFill>
                        </a:rPr>
                        <a:t>Unlikely</a:t>
                      </a:r>
                    </a:p>
                  </a:txBody>
                  <a:tcPr anchor="ctr"/>
                </a:tc>
                <a:tc>
                  <a:txBody>
                    <a:bodyPr/>
                    <a:lstStyle/>
                    <a:p>
                      <a:pPr algn="ctr"/>
                      <a:r>
                        <a:rPr lang="en-PT" sz="1400" b="0" cap="small" baseline="0">
                          <a:solidFill>
                            <a:schemeClr val="tx1"/>
                          </a:solidFill>
                        </a:rPr>
                        <a:t>LOW</a:t>
                      </a:r>
                    </a:p>
                  </a:txBody>
                  <a:tcPr anchor="ctr">
                    <a:solidFill>
                      <a:schemeClr val="tx2">
                        <a:lumMod val="20000"/>
                        <a:lumOff val="80000"/>
                      </a:schemeClr>
                    </a:solidFill>
                  </a:tcPr>
                </a:tc>
                <a:tc>
                  <a:txBody>
                    <a:bodyPr/>
                    <a:lstStyle/>
                    <a:p>
                      <a:pPr algn="ctr"/>
                      <a:r>
                        <a:rPr lang="en-PT" sz="1400" b="0" cap="small" baseline="0">
                          <a:solidFill>
                            <a:schemeClr val="tx1"/>
                          </a:solidFill>
                        </a:rPr>
                        <a:t>LOW</a:t>
                      </a:r>
                    </a:p>
                  </a:txBody>
                  <a:tcPr anchor="ctr">
                    <a:solidFill>
                      <a:schemeClr val="tx2">
                        <a:lumMod val="20000"/>
                        <a:lumOff val="80000"/>
                      </a:schemeClr>
                    </a:solidFill>
                  </a:tcPr>
                </a:tc>
                <a:tc>
                  <a:txBody>
                    <a:bodyPr/>
                    <a:lstStyle/>
                    <a:p>
                      <a:pPr algn="ctr"/>
                      <a:r>
                        <a:rPr lang="en-PT" sz="1400" b="0" cap="small" baseline="0">
                          <a:solidFill>
                            <a:schemeClr val="tx1"/>
                          </a:solidFill>
                        </a:rPr>
                        <a:t>MEDIUM</a:t>
                      </a:r>
                    </a:p>
                  </a:txBody>
                  <a:tcPr anchor="ctr">
                    <a:solidFill>
                      <a:schemeClr val="accent1">
                        <a:lumMod val="20000"/>
                        <a:lumOff val="80000"/>
                      </a:schemeClr>
                    </a:solidFill>
                  </a:tcPr>
                </a:tc>
                <a:tc>
                  <a:txBody>
                    <a:bodyPr/>
                    <a:lstStyle/>
                    <a:p>
                      <a:pPr algn="ctr"/>
                      <a:r>
                        <a:rPr lang="en-PT" sz="1400" b="0" cap="small" baseline="0">
                          <a:solidFill>
                            <a:schemeClr val="tx1"/>
                          </a:solidFill>
                        </a:rPr>
                        <a:t>MEDIUM</a:t>
                      </a:r>
                    </a:p>
                  </a:txBody>
                  <a:tcPr anchor="ctr">
                    <a:solidFill>
                      <a:schemeClr val="accent1">
                        <a:lumMod val="20000"/>
                        <a:lumOff val="80000"/>
                      </a:schemeClr>
                    </a:solidFill>
                  </a:tcPr>
                </a:tc>
                <a:tc>
                  <a:txBody>
                    <a:bodyPr/>
                    <a:lstStyle/>
                    <a:p>
                      <a:pPr algn="ctr"/>
                      <a:r>
                        <a:rPr lang="en-PT" sz="1400" b="0" cap="small" baseline="0">
                          <a:solidFill>
                            <a:schemeClr val="tx1"/>
                          </a:solidFill>
                        </a:rPr>
                        <a:t>HIGH</a:t>
                      </a:r>
                    </a:p>
                  </a:txBody>
                  <a:tcPr anchor="ctr">
                    <a:solidFill>
                      <a:schemeClr val="accent3">
                        <a:lumMod val="20000"/>
                        <a:lumOff val="80000"/>
                      </a:schemeClr>
                    </a:solidFill>
                  </a:tcPr>
                </a:tc>
                <a:extLst>
                  <a:ext uri="{0D108BD9-81ED-4DB2-BD59-A6C34878D82A}">
                    <a16:rowId xmlns:a16="http://schemas.microsoft.com/office/drawing/2014/main" val="1662920382"/>
                  </a:ext>
                </a:extLst>
              </a:tr>
              <a:tr h="692117">
                <a:tc>
                  <a:txBody>
                    <a:bodyPr/>
                    <a:lstStyle/>
                    <a:p>
                      <a:pPr algn="ctr"/>
                      <a:r>
                        <a:rPr lang="en-PT" sz="1400" b="0" cap="small" baseline="0">
                          <a:solidFill>
                            <a:schemeClr val="tx1"/>
                          </a:solidFill>
                        </a:rPr>
                        <a:t>Possible</a:t>
                      </a:r>
                    </a:p>
                  </a:txBody>
                  <a:tcPr anchor="ctr"/>
                </a:tc>
                <a:tc>
                  <a:txBody>
                    <a:bodyPr/>
                    <a:lstStyle/>
                    <a:p>
                      <a:pPr algn="ctr"/>
                      <a:r>
                        <a:rPr lang="en-PT" sz="1400" b="0" cap="small" baseline="0">
                          <a:solidFill>
                            <a:schemeClr val="tx1"/>
                          </a:solidFill>
                        </a:rPr>
                        <a:t>LOW</a:t>
                      </a:r>
                    </a:p>
                  </a:txBody>
                  <a:tcPr anchor="ctr">
                    <a:solidFill>
                      <a:schemeClr val="tx2">
                        <a:lumMod val="20000"/>
                        <a:lumOff val="80000"/>
                      </a:schemeClr>
                    </a:solidFill>
                  </a:tcPr>
                </a:tc>
                <a:tc>
                  <a:txBody>
                    <a:bodyPr/>
                    <a:lstStyle/>
                    <a:p>
                      <a:pPr algn="ctr"/>
                      <a:r>
                        <a:rPr lang="en-PT" sz="1400" b="0" cap="small" baseline="0">
                          <a:solidFill>
                            <a:schemeClr val="tx1"/>
                          </a:solidFill>
                        </a:rPr>
                        <a:t>MEDIUM</a:t>
                      </a:r>
                    </a:p>
                  </a:txBody>
                  <a:tcPr anchor="ctr">
                    <a:solidFill>
                      <a:schemeClr val="accent1">
                        <a:lumMod val="20000"/>
                        <a:lumOff val="80000"/>
                      </a:schemeClr>
                    </a:solidFill>
                  </a:tcPr>
                </a:tc>
                <a:tc>
                  <a:txBody>
                    <a:bodyPr/>
                    <a:lstStyle/>
                    <a:p>
                      <a:pPr algn="ctr"/>
                      <a:r>
                        <a:rPr lang="en-PT" sz="1400" b="0" cap="small" baseline="0">
                          <a:solidFill>
                            <a:schemeClr val="tx1"/>
                          </a:solidFill>
                        </a:rPr>
                        <a:t>MEDIUM</a:t>
                      </a:r>
                    </a:p>
                  </a:txBody>
                  <a:tcPr anchor="ctr">
                    <a:solidFill>
                      <a:schemeClr val="accent1">
                        <a:lumMod val="20000"/>
                        <a:lumOff val="80000"/>
                      </a:schemeClr>
                    </a:solidFill>
                  </a:tcPr>
                </a:tc>
                <a:tc>
                  <a:txBody>
                    <a:bodyPr/>
                    <a:lstStyle/>
                    <a:p>
                      <a:pPr algn="ctr"/>
                      <a:r>
                        <a:rPr lang="en-PT" sz="1400" b="0" cap="small" baseline="0">
                          <a:solidFill>
                            <a:schemeClr val="tx1"/>
                          </a:solidFill>
                        </a:rPr>
                        <a:t>MEDIUM</a:t>
                      </a:r>
                    </a:p>
                  </a:txBody>
                  <a:tcPr anchor="ctr">
                    <a:solidFill>
                      <a:schemeClr val="accent1">
                        <a:lumMod val="20000"/>
                        <a:lumOff val="80000"/>
                      </a:schemeClr>
                    </a:solidFill>
                  </a:tcPr>
                </a:tc>
                <a:tc>
                  <a:txBody>
                    <a:bodyPr/>
                    <a:lstStyle/>
                    <a:p>
                      <a:pPr algn="ctr"/>
                      <a:r>
                        <a:rPr lang="en-PT" sz="1400" b="0" cap="small" baseline="0">
                          <a:solidFill>
                            <a:schemeClr val="tx1"/>
                          </a:solidFill>
                        </a:rPr>
                        <a:t>HIGH</a:t>
                      </a:r>
                    </a:p>
                  </a:txBody>
                  <a:tcPr anchor="ctr">
                    <a:solidFill>
                      <a:schemeClr val="accent3">
                        <a:lumMod val="20000"/>
                        <a:lumOff val="80000"/>
                      </a:schemeClr>
                    </a:solidFill>
                  </a:tcPr>
                </a:tc>
                <a:extLst>
                  <a:ext uri="{0D108BD9-81ED-4DB2-BD59-A6C34878D82A}">
                    <a16:rowId xmlns:a16="http://schemas.microsoft.com/office/drawing/2014/main" val="625901193"/>
                  </a:ext>
                </a:extLst>
              </a:tr>
              <a:tr h="692117">
                <a:tc>
                  <a:txBody>
                    <a:bodyPr/>
                    <a:lstStyle/>
                    <a:p>
                      <a:pPr algn="ctr"/>
                      <a:r>
                        <a:rPr lang="en-PT" sz="1400" b="0" cap="small" baseline="0">
                          <a:solidFill>
                            <a:schemeClr val="tx1"/>
                          </a:solidFill>
                        </a:rPr>
                        <a:t>Likely</a:t>
                      </a:r>
                    </a:p>
                  </a:txBody>
                  <a:tcPr anchor="ctr"/>
                </a:tc>
                <a:tc>
                  <a:txBody>
                    <a:bodyPr/>
                    <a:lstStyle/>
                    <a:p>
                      <a:pPr algn="ctr"/>
                      <a:r>
                        <a:rPr lang="en-PT" sz="1400" b="0" cap="small" baseline="0">
                          <a:solidFill>
                            <a:schemeClr val="tx1"/>
                          </a:solidFill>
                        </a:rPr>
                        <a:t>LOW</a:t>
                      </a:r>
                    </a:p>
                  </a:txBody>
                  <a:tcPr anchor="ctr">
                    <a:solidFill>
                      <a:schemeClr val="tx2">
                        <a:lumMod val="20000"/>
                        <a:lumOff val="80000"/>
                      </a:schemeClr>
                    </a:solidFill>
                  </a:tcPr>
                </a:tc>
                <a:tc>
                  <a:txBody>
                    <a:bodyPr/>
                    <a:lstStyle/>
                    <a:p>
                      <a:pPr algn="ctr"/>
                      <a:r>
                        <a:rPr lang="en-PT" sz="1400" b="0" cap="small" baseline="0">
                          <a:solidFill>
                            <a:schemeClr val="tx1"/>
                          </a:solidFill>
                        </a:rPr>
                        <a:t>MEDIUM</a:t>
                      </a:r>
                    </a:p>
                  </a:txBody>
                  <a:tcPr anchor="ctr">
                    <a:solidFill>
                      <a:schemeClr val="accent1">
                        <a:lumMod val="20000"/>
                        <a:lumOff val="80000"/>
                      </a:schemeClr>
                    </a:solidFill>
                  </a:tcPr>
                </a:tc>
                <a:tc>
                  <a:txBody>
                    <a:bodyPr/>
                    <a:lstStyle/>
                    <a:p>
                      <a:pPr algn="ctr"/>
                      <a:r>
                        <a:rPr lang="en-PT" sz="1400" b="0" cap="small" baseline="0">
                          <a:solidFill>
                            <a:schemeClr val="tx1"/>
                          </a:solidFill>
                        </a:rPr>
                        <a:t>MEDIUM</a:t>
                      </a:r>
                    </a:p>
                  </a:txBody>
                  <a:tcPr anchor="ctr">
                    <a:solidFill>
                      <a:schemeClr val="accent1">
                        <a:lumMod val="20000"/>
                        <a:lumOff val="80000"/>
                      </a:schemeClr>
                    </a:solidFill>
                  </a:tcPr>
                </a:tc>
                <a:tc>
                  <a:txBody>
                    <a:bodyPr/>
                    <a:lstStyle/>
                    <a:p>
                      <a:pPr algn="ctr"/>
                      <a:r>
                        <a:rPr lang="en-PT" sz="1400" b="0" cap="small" baseline="0">
                          <a:solidFill>
                            <a:schemeClr val="tx1"/>
                          </a:solidFill>
                        </a:rPr>
                        <a:t>HIGH</a:t>
                      </a:r>
                    </a:p>
                  </a:txBody>
                  <a:tcPr anchor="ctr">
                    <a:solidFill>
                      <a:schemeClr val="accent3">
                        <a:lumMod val="20000"/>
                        <a:lumOff val="80000"/>
                      </a:schemeClr>
                    </a:solidFill>
                  </a:tcPr>
                </a:tc>
                <a:tc>
                  <a:txBody>
                    <a:bodyPr/>
                    <a:lstStyle/>
                    <a:p>
                      <a:pPr algn="ctr"/>
                      <a:r>
                        <a:rPr lang="en-PT" sz="1400" b="0" cap="small" baseline="0">
                          <a:solidFill>
                            <a:schemeClr val="tx1"/>
                          </a:solidFill>
                        </a:rPr>
                        <a:t>HIGH</a:t>
                      </a:r>
                    </a:p>
                  </a:txBody>
                  <a:tcPr anchor="ctr">
                    <a:solidFill>
                      <a:schemeClr val="accent3">
                        <a:lumMod val="20000"/>
                        <a:lumOff val="80000"/>
                      </a:schemeClr>
                    </a:solidFill>
                  </a:tcPr>
                </a:tc>
                <a:extLst>
                  <a:ext uri="{0D108BD9-81ED-4DB2-BD59-A6C34878D82A}">
                    <a16:rowId xmlns:a16="http://schemas.microsoft.com/office/drawing/2014/main" val="3471786244"/>
                  </a:ext>
                </a:extLst>
              </a:tr>
              <a:tr h="692117">
                <a:tc>
                  <a:txBody>
                    <a:bodyPr/>
                    <a:lstStyle/>
                    <a:p>
                      <a:pPr algn="ctr"/>
                      <a:r>
                        <a:rPr lang="en-PT" sz="1400" b="0" cap="small" baseline="0">
                          <a:solidFill>
                            <a:schemeClr val="tx1"/>
                          </a:solidFill>
                        </a:rPr>
                        <a:t>Very Likely</a:t>
                      </a:r>
                    </a:p>
                  </a:txBody>
                  <a:tcPr anchor="ctr"/>
                </a:tc>
                <a:tc>
                  <a:txBody>
                    <a:bodyPr/>
                    <a:lstStyle/>
                    <a:p>
                      <a:pPr algn="ctr"/>
                      <a:r>
                        <a:rPr lang="en-PT" sz="1400" b="0" cap="small" baseline="0">
                          <a:solidFill>
                            <a:schemeClr val="tx1"/>
                          </a:solidFill>
                        </a:rPr>
                        <a:t>LOW</a:t>
                      </a:r>
                    </a:p>
                  </a:txBody>
                  <a:tcPr anchor="ctr">
                    <a:solidFill>
                      <a:schemeClr val="tx2">
                        <a:lumMod val="20000"/>
                        <a:lumOff val="80000"/>
                      </a:schemeClr>
                    </a:solidFill>
                  </a:tcPr>
                </a:tc>
                <a:tc>
                  <a:txBody>
                    <a:bodyPr/>
                    <a:lstStyle/>
                    <a:p>
                      <a:pPr algn="ctr"/>
                      <a:r>
                        <a:rPr lang="en-PT" sz="1400" b="0" cap="small" baseline="0">
                          <a:solidFill>
                            <a:schemeClr val="tx1"/>
                          </a:solidFill>
                        </a:rPr>
                        <a:t>MEDIUM</a:t>
                      </a:r>
                    </a:p>
                  </a:txBody>
                  <a:tcPr anchor="ctr">
                    <a:solidFill>
                      <a:schemeClr val="accent1">
                        <a:lumMod val="20000"/>
                        <a:lumOff val="80000"/>
                      </a:schemeClr>
                    </a:solidFill>
                  </a:tcPr>
                </a:tc>
                <a:tc>
                  <a:txBody>
                    <a:bodyPr/>
                    <a:lstStyle/>
                    <a:p>
                      <a:pPr algn="ctr"/>
                      <a:r>
                        <a:rPr lang="pt-PT" sz="1400" b="0" cap="small" baseline="0">
                          <a:solidFill>
                            <a:schemeClr val="tx1"/>
                          </a:solidFill>
                        </a:rPr>
                        <a:t>HIGH</a:t>
                      </a:r>
                      <a:endParaRPr lang="en-PT" sz="1400" b="0" cap="small" baseline="0">
                        <a:solidFill>
                          <a:schemeClr val="tx1"/>
                        </a:solidFill>
                      </a:endParaRPr>
                    </a:p>
                  </a:txBody>
                  <a:tcPr anchor="ctr">
                    <a:solidFill>
                      <a:schemeClr val="accent3">
                        <a:lumMod val="20000"/>
                        <a:lumOff val="80000"/>
                      </a:schemeClr>
                    </a:solidFill>
                  </a:tcPr>
                </a:tc>
                <a:tc>
                  <a:txBody>
                    <a:bodyPr/>
                    <a:lstStyle/>
                    <a:p>
                      <a:pPr algn="ctr"/>
                      <a:r>
                        <a:rPr lang="en-PT" sz="1400" b="0" cap="small" baseline="0">
                          <a:solidFill>
                            <a:schemeClr val="tx1"/>
                          </a:solidFill>
                        </a:rPr>
                        <a:t>HIGH</a:t>
                      </a:r>
                    </a:p>
                  </a:txBody>
                  <a:tcPr anchor="ctr">
                    <a:solidFill>
                      <a:schemeClr val="accent3">
                        <a:lumMod val="20000"/>
                        <a:lumOff val="80000"/>
                      </a:schemeClr>
                    </a:solidFill>
                  </a:tcPr>
                </a:tc>
                <a:tc>
                  <a:txBody>
                    <a:bodyPr/>
                    <a:lstStyle/>
                    <a:p>
                      <a:pPr algn="ctr"/>
                      <a:r>
                        <a:rPr lang="en-PT" sz="1400" b="0" cap="small" baseline="0">
                          <a:solidFill>
                            <a:schemeClr val="tx1"/>
                          </a:solidFill>
                        </a:rPr>
                        <a:t>HIGH</a:t>
                      </a:r>
                    </a:p>
                  </a:txBody>
                  <a:tcPr anchor="ctr">
                    <a:solidFill>
                      <a:schemeClr val="accent3">
                        <a:lumMod val="20000"/>
                        <a:lumOff val="80000"/>
                      </a:schemeClr>
                    </a:solidFill>
                  </a:tcPr>
                </a:tc>
                <a:extLst>
                  <a:ext uri="{0D108BD9-81ED-4DB2-BD59-A6C34878D82A}">
                    <a16:rowId xmlns:a16="http://schemas.microsoft.com/office/drawing/2014/main" val="2044013732"/>
                  </a:ext>
                </a:extLst>
              </a:tr>
            </a:tbl>
          </a:graphicData>
        </a:graphic>
      </p:graphicFrame>
      <p:cxnSp>
        <p:nvCxnSpPr>
          <p:cNvPr id="16" name="Straight Connector 24">
            <a:extLst>
              <a:ext uri="{FF2B5EF4-FFF2-40B4-BE49-F238E27FC236}">
                <a16:creationId xmlns:a16="http://schemas.microsoft.com/office/drawing/2014/main" id="{8FA20053-8A78-C745-D3C9-C4101DEB7C35}"/>
              </a:ext>
            </a:extLst>
          </p:cNvPr>
          <p:cNvCxnSpPr/>
          <p:nvPr/>
        </p:nvCxnSpPr>
        <p:spPr bwMode="auto">
          <a:xfrm flipV="1">
            <a:off x="3084022" y="2563661"/>
            <a:ext cx="0" cy="3434233"/>
          </a:xfrm>
          <a:prstGeom prst="line">
            <a:avLst/>
          </a:prstGeom>
          <a:noFill/>
          <a:ln w="9525" cap="flat" cmpd="sng" algn="ctr">
            <a:solidFill>
              <a:schemeClr val="tx2"/>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 name="TextBox 27">
            <a:extLst>
              <a:ext uri="{FF2B5EF4-FFF2-40B4-BE49-F238E27FC236}">
                <a16:creationId xmlns:a16="http://schemas.microsoft.com/office/drawing/2014/main" id="{ACFCDF48-4C72-A1B7-D23C-9C835F901337}"/>
              </a:ext>
            </a:extLst>
          </p:cNvPr>
          <p:cNvSpPr txBox="1"/>
          <p:nvPr/>
        </p:nvSpPr>
        <p:spPr>
          <a:xfrm rot="16200000">
            <a:off x="1358365" y="4126888"/>
            <a:ext cx="3225731" cy="307777"/>
          </a:xfrm>
          <a:prstGeom prst="rect">
            <a:avLst/>
          </a:prstGeom>
          <a:noFill/>
        </p:spPr>
        <p:txBody>
          <a:bodyPr wrap="square" rtlCol="0">
            <a:spAutoFit/>
          </a:bodyPr>
          <a:lstStyle/>
          <a:p>
            <a:pPr marL="0" lvl="1" algn="ctr">
              <a:spcAft>
                <a:spcPts val="0"/>
              </a:spcAft>
            </a:pPr>
            <a:r>
              <a:rPr lang="en-US" sz="1400">
                <a:solidFill>
                  <a:schemeClr val="tx2"/>
                </a:solidFill>
              </a:rPr>
              <a:t>LIKELIHOOD</a:t>
            </a:r>
          </a:p>
        </p:txBody>
      </p:sp>
      <p:grpSp>
        <p:nvGrpSpPr>
          <p:cNvPr id="19" name="Group 34">
            <a:extLst>
              <a:ext uri="{FF2B5EF4-FFF2-40B4-BE49-F238E27FC236}">
                <a16:creationId xmlns:a16="http://schemas.microsoft.com/office/drawing/2014/main" id="{850B7E19-8DE5-1110-DC50-B6198439F400}"/>
              </a:ext>
            </a:extLst>
          </p:cNvPr>
          <p:cNvGrpSpPr/>
          <p:nvPr/>
        </p:nvGrpSpPr>
        <p:grpSpPr>
          <a:xfrm>
            <a:off x="5178175" y="3252138"/>
            <a:ext cx="1015931" cy="2870684"/>
            <a:chOff x="5178175" y="3252138"/>
            <a:chExt cx="1015931" cy="2870684"/>
          </a:xfrm>
        </p:grpSpPr>
        <p:cxnSp>
          <p:nvCxnSpPr>
            <p:cNvPr id="21" name="Straight Connector 19">
              <a:extLst>
                <a:ext uri="{FF2B5EF4-FFF2-40B4-BE49-F238E27FC236}">
                  <a16:creationId xmlns:a16="http://schemas.microsoft.com/office/drawing/2014/main" id="{08823F43-60A5-C1DA-C289-3E1E6D27C4D2}"/>
                </a:ext>
              </a:extLst>
            </p:cNvPr>
            <p:cNvCxnSpPr/>
            <p:nvPr/>
          </p:nvCxnSpPr>
          <p:spPr bwMode="auto">
            <a:xfrm>
              <a:off x="6194106" y="3252138"/>
              <a:ext cx="0" cy="685616"/>
            </a:xfrm>
            <a:prstGeom prst="line">
              <a:avLst/>
            </a:prstGeom>
            <a:noFill/>
            <a:ln w="38100" cap="flat" cmpd="sng" algn="ctr">
              <a:solidFill>
                <a:schemeClr val="accent3"/>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Straight Connector 21">
              <a:extLst>
                <a:ext uri="{FF2B5EF4-FFF2-40B4-BE49-F238E27FC236}">
                  <a16:creationId xmlns:a16="http://schemas.microsoft.com/office/drawing/2014/main" id="{292C653E-040B-B115-C666-797ABC2D80FC}"/>
                </a:ext>
              </a:extLst>
            </p:cNvPr>
            <p:cNvCxnSpPr/>
            <p:nvPr/>
          </p:nvCxnSpPr>
          <p:spPr bwMode="auto">
            <a:xfrm>
              <a:off x="5178175" y="3937754"/>
              <a:ext cx="1015931" cy="0"/>
            </a:xfrm>
            <a:prstGeom prst="line">
              <a:avLst/>
            </a:prstGeom>
            <a:noFill/>
            <a:ln w="38100" cap="flat" cmpd="sng" algn="ctr">
              <a:solidFill>
                <a:schemeClr val="accent3"/>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Straight Connector 26">
              <a:extLst>
                <a:ext uri="{FF2B5EF4-FFF2-40B4-BE49-F238E27FC236}">
                  <a16:creationId xmlns:a16="http://schemas.microsoft.com/office/drawing/2014/main" id="{24DD3C68-7804-F0B4-F574-8CB3452A7A63}"/>
                </a:ext>
              </a:extLst>
            </p:cNvPr>
            <p:cNvCxnSpPr/>
            <p:nvPr/>
          </p:nvCxnSpPr>
          <p:spPr bwMode="auto">
            <a:xfrm>
              <a:off x="5178175" y="3937754"/>
              <a:ext cx="0" cy="2185068"/>
            </a:xfrm>
            <a:prstGeom prst="line">
              <a:avLst/>
            </a:prstGeom>
            <a:noFill/>
            <a:ln w="38100" cap="flat" cmpd="sng" algn="ctr">
              <a:solidFill>
                <a:schemeClr val="accent3"/>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30" name="Straight Connector 35">
            <a:extLst>
              <a:ext uri="{FF2B5EF4-FFF2-40B4-BE49-F238E27FC236}">
                <a16:creationId xmlns:a16="http://schemas.microsoft.com/office/drawing/2014/main" id="{80C2A89E-5E7C-C32D-248F-182CD12B7849}"/>
              </a:ext>
            </a:extLst>
          </p:cNvPr>
          <p:cNvCxnSpPr>
            <a:cxnSpLocks/>
          </p:cNvCxnSpPr>
          <p:nvPr/>
        </p:nvCxnSpPr>
        <p:spPr bwMode="auto">
          <a:xfrm flipV="1">
            <a:off x="4163050" y="1749746"/>
            <a:ext cx="5055759" cy="2"/>
          </a:xfrm>
          <a:prstGeom prst="line">
            <a:avLst/>
          </a:prstGeom>
          <a:noFill/>
          <a:ln w="9525" cap="flat" cmpd="sng" algn="ctr">
            <a:solidFill>
              <a:schemeClr val="tx2"/>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 name="TextBox 36">
            <a:extLst>
              <a:ext uri="{FF2B5EF4-FFF2-40B4-BE49-F238E27FC236}">
                <a16:creationId xmlns:a16="http://schemas.microsoft.com/office/drawing/2014/main" id="{613411EA-E8FD-A7DE-02EA-2485CFB1E4C2}"/>
              </a:ext>
            </a:extLst>
          </p:cNvPr>
          <p:cNvSpPr txBox="1"/>
          <p:nvPr/>
        </p:nvSpPr>
        <p:spPr>
          <a:xfrm>
            <a:off x="6614870" y="1456190"/>
            <a:ext cx="3225731" cy="307777"/>
          </a:xfrm>
          <a:prstGeom prst="rect">
            <a:avLst/>
          </a:prstGeom>
          <a:noFill/>
        </p:spPr>
        <p:txBody>
          <a:bodyPr wrap="square" rtlCol="0">
            <a:spAutoFit/>
          </a:bodyPr>
          <a:lstStyle/>
          <a:p>
            <a:pPr marL="0" lvl="1" algn="ctr">
              <a:spcAft>
                <a:spcPts val="0"/>
              </a:spcAft>
            </a:pPr>
            <a:r>
              <a:rPr lang="en-US" sz="1400">
                <a:solidFill>
                  <a:schemeClr val="tx2"/>
                </a:solidFill>
              </a:rPr>
              <a:t>SEVERITY</a:t>
            </a:r>
          </a:p>
        </p:txBody>
      </p:sp>
      <p:cxnSp>
        <p:nvCxnSpPr>
          <p:cNvPr id="32" name="Straight Connector 21">
            <a:extLst>
              <a:ext uri="{FF2B5EF4-FFF2-40B4-BE49-F238E27FC236}">
                <a16:creationId xmlns:a16="http://schemas.microsoft.com/office/drawing/2014/main" id="{ACC1C25B-ACE4-6DF9-9EC2-01D4812075DB}"/>
              </a:ext>
            </a:extLst>
          </p:cNvPr>
          <p:cNvCxnSpPr/>
          <p:nvPr/>
        </p:nvCxnSpPr>
        <p:spPr bwMode="auto">
          <a:xfrm>
            <a:off x="6194106" y="3229138"/>
            <a:ext cx="1015931" cy="0"/>
          </a:xfrm>
          <a:prstGeom prst="line">
            <a:avLst/>
          </a:prstGeom>
          <a:noFill/>
          <a:ln w="38100" cap="flat" cmpd="sng" algn="ctr">
            <a:solidFill>
              <a:schemeClr val="accent3"/>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 name="Straight Connector 19">
            <a:extLst>
              <a:ext uri="{FF2B5EF4-FFF2-40B4-BE49-F238E27FC236}">
                <a16:creationId xmlns:a16="http://schemas.microsoft.com/office/drawing/2014/main" id="{391BD671-D28A-3E77-8E8D-83E3EADFFA76}"/>
              </a:ext>
            </a:extLst>
          </p:cNvPr>
          <p:cNvCxnSpPr/>
          <p:nvPr/>
        </p:nvCxnSpPr>
        <p:spPr bwMode="auto">
          <a:xfrm>
            <a:off x="7210037" y="1097280"/>
            <a:ext cx="0" cy="2151997"/>
          </a:xfrm>
          <a:prstGeom prst="line">
            <a:avLst/>
          </a:prstGeom>
          <a:noFill/>
          <a:ln w="38100" cap="flat" cmpd="sng" algn="ctr">
            <a:solidFill>
              <a:schemeClr val="accent3"/>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005296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30919-06F5-853E-B6C3-9233C198E9A5}"/>
              </a:ext>
            </a:extLst>
          </p:cNvPr>
          <p:cNvSpPr>
            <a:spLocks noGrp="1"/>
          </p:cNvSpPr>
          <p:nvPr>
            <p:ph type="title"/>
          </p:nvPr>
        </p:nvSpPr>
        <p:spPr/>
        <p:txBody>
          <a:bodyPr/>
          <a:lstStyle/>
          <a:p>
            <a:r>
              <a:rPr lang="en-PT"/>
              <a:t>Risk Management</a:t>
            </a:r>
          </a:p>
        </p:txBody>
      </p:sp>
      <p:sp>
        <p:nvSpPr>
          <p:cNvPr id="3" name="Text Placeholder 2">
            <a:extLst>
              <a:ext uri="{FF2B5EF4-FFF2-40B4-BE49-F238E27FC236}">
                <a16:creationId xmlns:a16="http://schemas.microsoft.com/office/drawing/2014/main" id="{B6C1AB1C-F10E-8734-4017-2A39D2FB1C40}"/>
              </a:ext>
            </a:extLst>
          </p:cNvPr>
          <p:cNvSpPr>
            <a:spLocks noGrp="1"/>
          </p:cNvSpPr>
          <p:nvPr>
            <p:ph type="body" sz="quarter" idx="10"/>
          </p:nvPr>
        </p:nvSpPr>
        <p:spPr/>
        <p:txBody>
          <a:bodyPr/>
          <a:lstStyle/>
          <a:p>
            <a:r>
              <a:rPr lang="en-PT"/>
              <a:t>ISO 14971:2019 – What does a “risk” look like?</a:t>
            </a:r>
          </a:p>
        </p:txBody>
      </p:sp>
      <p:sp>
        <p:nvSpPr>
          <p:cNvPr id="4" name="Content Placeholder 3">
            <a:extLst>
              <a:ext uri="{FF2B5EF4-FFF2-40B4-BE49-F238E27FC236}">
                <a16:creationId xmlns:a16="http://schemas.microsoft.com/office/drawing/2014/main" id="{A9D8AC38-9C12-A194-E21E-C2BAFFE176B6}"/>
              </a:ext>
            </a:extLst>
          </p:cNvPr>
          <p:cNvSpPr>
            <a:spLocks noGrp="1"/>
          </p:cNvSpPr>
          <p:nvPr>
            <p:ph idx="1"/>
          </p:nvPr>
        </p:nvSpPr>
        <p:spPr>
          <a:xfrm>
            <a:off x="477839" y="1773238"/>
            <a:ext cx="4340742" cy="4248150"/>
          </a:xfrm>
        </p:spPr>
        <p:txBody>
          <a:bodyPr/>
          <a:lstStyle/>
          <a:p>
            <a:r>
              <a:rPr lang="en-PT" b="1"/>
              <a:t>Hazard</a:t>
            </a:r>
            <a:r>
              <a:rPr lang="en-PT"/>
              <a:t>: Clinician enters a medication dosage for the patient that is too high</a:t>
            </a:r>
          </a:p>
          <a:p>
            <a:r>
              <a:rPr lang="en-PT" b="1"/>
              <a:t>Cause: </a:t>
            </a:r>
            <a:r>
              <a:rPr lang="en-PT"/>
              <a:t>Clinician is distracted or enters a typo</a:t>
            </a:r>
          </a:p>
          <a:p>
            <a:r>
              <a:rPr lang="en-PT" b="1"/>
              <a:t>Harm: </a:t>
            </a:r>
            <a:r>
              <a:rPr lang="en-PT"/>
              <a:t>The patient takes a medication with a dosage that is too high and causes a seizure</a:t>
            </a:r>
            <a:endParaRPr lang="en-PT" b="1"/>
          </a:p>
          <a:p>
            <a:pPr marL="360000" lvl="1" indent="0">
              <a:buNone/>
            </a:pPr>
            <a:r>
              <a:rPr lang="pt-PT" b="1"/>
              <a:t>	</a:t>
            </a:r>
            <a:r>
              <a:rPr lang="en-PT" b="1"/>
              <a:t>Likelihood</a:t>
            </a:r>
            <a:r>
              <a:rPr lang="en-PT"/>
              <a:t>: Unlikely</a:t>
            </a:r>
          </a:p>
          <a:p>
            <a:pPr marL="360000" lvl="1" indent="0">
              <a:buNone/>
            </a:pPr>
            <a:r>
              <a:rPr lang="pt-PT" b="1"/>
              <a:t>	</a:t>
            </a:r>
            <a:r>
              <a:rPr lang="en-PT" b="1"/>
              <a:t>Severity</a:t>
            </a:r>
            <a:r>
              <a:rPr lang="en-PT"/>
              <a:t>: Moderate</a:t>
            </a:r>
          </a:p>
          <a:p>
            <a:pPr lvl="1"/>
            <a:endParaRPr lang="en-PT"/>
          </a:p>
          <a:p>
            <a:pPr lvl="1"/>
            <a:r>
              <a:rPr lang="en-PT" b="1"/>
              <a:t>Resulting risk level</a:t>
            </a:r>
            <a:r>
              <a:rPr lang="en-PT"/>
              <a:t>: </a:t>
            </a:r>
            <a:r>
              <a:rPr lang="en-PT" b="1">
                <a:solidFill>
                  <a:schemeClr val="accent1"/>
                </a:solidFill>
              </a:rPr>
              <a:t>MEDIUM</a:t>
            </a:r>
            <a:endParaRPr lang="en-PT">
              <a:solidFill>
                <a:schemeClr val="accent1"/>
              </a:solidFill>
            </a:endParaRPr>
          </a:p>
        </p:txBody>
      </p:sp>
      <p:sp>
        <p:nvSpPr>
          <p:cNvPr id="5" name="Slide Number Placeholder 4">
            <a:extLst>
              <a:ext uri="{FF2B5EF4-FFF2-40B4-BE49-F238E27FC236}">
                <a16:creationId xmlns:a16="http://schemas.microsoft.com/office/drawing/2014/main" id="{22B031C5-67A8-A7A3-BDF2-60CA021763D6}"/>
              </a:ext>
            </a:extLst>
          </p:cNvPr>
          <p:cNvSpPr>
            <a:spLocks noGrp="1"/>
          </p:cNvSpPr>
          <p:nvPr>
            <p:ph type="sldNum" sz="quarter" idx="4"/>
          </p:nvPr>
        </p:nvSpPr>
        <p:spPr/>
        <p:txBody>
          <a:bodyPr/>
          <a:lstStyle/>
          <a:p>
            <a:pPr>
              <a:spcBef>
                <a:spcPct val="50000"/>
              </a:spcBef>
              <a:spcAft>
                <a:spcPct val="0"/>
              </a:spcAft>
              <a:buFontTx/>
              <a:buNone/>
            </a:pPr>
            <a:r>
              <a:rPr lang="en-US"/>
              <a:t>Page </a:t>
            </a:r>
            <a:fld id="{A06316EC-39FF-4C97-AA6E-29B761CE3E45}" type="slidenum">
              <a:rPr lang="en-US" smtClean="0"/>
              <a:pPr>
                <a:spcBef>
                  <a:spcPct val="50000"/>
                </a:spcBef>
                <a:spcAft>
                  <a:spcPct val="0"/>
                </a:spcAft>
                <a:buFontTx/>
                <a:buNone/>
              </a:pPr>
              <a:t>13</a:t>
            </a:fld>
            <a:endParaRPr lang="en-US"/>
          </a:p>
        </p:txBody>
      </p:sp>
      <p:grpSp>
        <p:nvGrpSpPr>
          <p:cNvPr id="6" name="Agrupar 5">
            <a:extLst>
              <a:ext uri="{FF2B5EF4-FFF2-40B4-BE49-F238E27FC236}">
                <a16:creationId xmlns:a16="http://schemas.microsoft.com/office/drawing/2014/main" id="{9673C0F3-E917-98D3-8C62-8601888630E2}"/>
              </a:ext>
            </a:extLst>
          </p:cNvPr>
          <p:cNvGrpSpPr/>
          <p:nvPr/>
        </p:nvGrpSpPr>
        <p:grpSpPr>
          <a:xfrm>
            <a:off x="5059820" y="1565012"/>
            <a:ext cx="1660793" cy="4225648"/>
            <a:chOff x="5059820" y="1565012"/>
            <a:chExt cx="1660793" cy="4225648"/>
          </a:xfrm>
        </p:grpSpPr>
        <p:sp>
          <p:nvSpPr>
            <p:cNvPr id="10" name="TextBox 9">
              <a:extLst>
                <a:ext uri="{FF2B5EF4-FFF2-40B4-BE49-F238E27FC236}">
                  <a16:creationId xmlns:a16="http://schemas.microsoft.com/office/drawing/2014/main" id="{92408D97-CF46-D91E-8883-AEB19D27C728}"/>
                </a:ext>
              </a:extLst>
            </p:cNvPr>
            <p:cNvSpPr txBox="1"/>
            <p:nvPr/>
          </p:nvSpPr>
          <p:spPr>
            <a:xfrm rot="16200000">
              <a:off x="5150863" y="3574147"/>
              <a:ext cx="2426887" cy="646331"/>
            </a:xfrm>
            <a:prstGeom prst="rect">
              <a:avLst/>
            </a:prstGeom>
            <a:noFill/>
          </p:spPr>
          <p:txBody>
            <a:bodyPr wrap="square" rtlCol="0">
              <a:spAutoFit/>
            </a:bodyPr>
            <a:lstStyle/>
            <a:p>
              <a:pPr algn="ctr"/>
              <a:r>
                <a:rPr lang="en-PT" cap="all">
                  <a:solidFill>
                    <a:schemeClr val="accent3"/>
                  </a:solidFill>
                </a:rPr>
                <a:t>A risk mitigation measure is needed</a:t>
              </a:r>
              <a:endParaRPr lang="en-PT" b="1" cap="all">
                <a:solidFill>
                  <a:schemeClr val="accent3"/>
                </a:solidFill>
              </a:endParaRPr>
            </a:p>
          </p:txBody>
        </p:sp>
        <p:sp>
          <p:nvSpPr>
            <p:cNvPr id="11" name="Bent Arrow 10">
              <a:extLst>
                <a:ext uri="{FF2B5EF4-FFF2-40B4-BE49-F238E27FC236}">
                  <a16:creationId xmlns:a16="http://schemas.microsoft.com/office/drawing/2014/main" id="{E1377823-7188-4217-FDBA-700E2E1E2EEF}"/>
                </a:ext>
              </a:extLst>
            </p:cNvPr>
            <p:cNvSpPr/>
            <p:nvPr/>
          </p:nvSpPr>
          <p:spPr bwMode="auto">
            <a:xfrm>
              <a:off x="5765117" y="1565012"/>
              <a:ext cx="955496" cy="2743560"/>
            </a:xfrm>
            <a:prstGeom prst="bentArrow">
              <a:avLst>
                <a:gd name="adj1" fmla="val 26075"/>
                <a:gd name="adj2" fmla="val 25000"/>
                <a:gd name="adj3" fmla="val 25000"/>
                <a:gd name="adj4" fmla="val 43750"/>
              </a:avLst>
            </a:prstGeom>
            <a:solidFill>
              <a:schemeClr val="accent3"/>
            </a:solidFill>
            <a:ln w="9525">
              <a:noFill/>
              <a:round/>
              <a:headEnd type="arrow" w="med" len="med"/>
              <a:tailEnd type="none" w="med" len="med"/>
            </a:ln>
            <a:effectLst/>
          </p:spPr>
          <p:txBody>
            <a:bodyPr rtlCol="0" anchor="ctr"/>
            <a:lstStyle/>
            <a:p>
              <a:pPr algn="ctr"/>
              <a:endParaRPr lang="en-PT"/>
            </a:p>
          </p:txBody>
        </p:sp>
        <p:sp>
          <p:nvSpPr>
            <p:cNvPr id="12" name="Bent Arrow 11">
              <a:extLst>
                <a:ext uri="{FF2B5EF4-FFF2-40B4-BE49-F238E27FC236}">
                  <a16:creationId xmlns:a16="http://schemas.microsoft.com/office/drawing/2014/main" id="{AC6F1061-1A9D-A244-54E4-E57594B3A9E4}"/>
                </a:ext>
              </a:extLst>
            </p:cNvPr>
            <p:cNvSpPr/>
            <p:nvPr/>
          </p:nvSpPr>
          <p:spPr bwMode="auto">
            <a:xfrm rot="10800000">
              <a:off x="5059820" y="4308572"/>
              <a:ext cx="955496" cy="1482088"/>
            </a:xfrm>
            <a:prstGeom prst="bentArrow">
              <a:avLst>
                <a:gd name="adj1" fmla="val 26075"/>
                <a:gd name="adj2" fmla="val 15323"/>
                <a:gd name="adj3" fmla="val 26075"/>
                <a:gd name="adj4" fmla="val 44825"/>
              </a:avLst>
            </a:prstGeom>
            <a:solidFill>
              <a:schemeClr val="accent3"/>
            </a:solidFill>
            <a:ln w="9525">
              <a:noFill/>
              <a:round/>
              <a:headEnd type="arrow" w="med" len="med"/>
              <a:tailEnd type="none" w="med" len="med"/>
            </a:ln>
            <a:effectLst/>
          </p:spPr>
          <p:txBody>
            <a:bodyPr rtlCol="0" anchor="ctr"/>
            <a:lstStyle/>
            <a:p>
              <a:pPr algn="ctr"/>
              <a:endParaRPr lang="en-PT"/>
            </a:p>
          </p:txBody>
        </p:sp>
      </p:grpSp>
      <p:sp>
        <p:nvSpPr>
          <p:cNvPr id="13" name="Rectangle 12">
            <a:extLst>
              <a:ext uri="{FF2B5EF4-FFF2-40B4-BE49-F238E27FC236}">
                <a16:creationId xmlns:a16="http://schemas.microsoft.com/office/drawing/2014/main" id="{F764A2A8-06E4-0D35-A039-8E2483F120D4}"/>
              </a:ext>
            </a:extLst>
          </p:cNvPr>
          <p:cNvSpPr/>
          <p:nvPr/>
        </p:nvSpPr>
        <p:spPr bwMode="auto">
          <a:xfrm>
            <a:off x="5052505" y="5435030"/>
            <a:ext cx="300332" cy="378132"/>
          </a:xfrm>
          <a:prstGeom prst="rect">
            <a:avLst/>
          </a:prstGeom>
          <a:solidFill>
            <a:schemeClr val="bg1"/>
          </a:solidFill>
          <a:ln w="9525">
            <a:noFill/>
            <a:round/>
            <a:headEnd type="arrow" w="med" len="med"/>
            <a:tailEnd type="none" w="med" len="med"/>
          </a:ln>
          <a:effectLst/>
        </p:spPr>
        <p:txBody>
          <a:bodyPr rtlCol="0" anchor="ctr"/>
          <a:lstStyle/>
          <a:p>
            <a:pPr algn="ctr"/>
            <a:endParaRPr lang="en-PT"/>
          </a:p>
        </p:txBody>
      </p:sp>
      <p:sp>
        <p:nvSpPr>
          <p:cNvPr id="14" name="Content Placeholder 3">
            <a:extLst>
              <a:ext uri="{FF2B5EF4-FFF2-40B4-BE49-F238E27FC236}">
                <a16:creationId xmlns:a16="http://schemas.microsoft.com/office/drawing/2014/main" id="{33EBD167-A332-7F0D-2F8F-8956F240FCFA}"/>
              </a:ext>
            </a:extLst>
          </p:cNvPr>
          <p:cNvSpPr txBox="1">
            <a:spLocks/>
          </p:cNvSpPr>
          <p:nvPr/>
        </p:nvSpPr>
        <p:spPr bwMode="auto">
          <a:xfrm>
            <a:off x="7371832" y="1685245"/>
            <a:ext cx="4340742" cy="4248150"/>
          </a:xfrm>
          <a:prstGeom prst="rect">
            <a:avLst/>
          </a:prstGeom>
          <a:noFill/>
          <a:ln>
            <a:noFill/>
          </a:ln>
          <a:effectLst/>
        </p:spPr>
        <p:txBody>
          <a:bodyPr vert="horz" wrap="square" lIns="0" tIns="0" rIns="0" bIns="0" numCol="1" anchor="t" anchorCtr="0" compatLnSpc="1">
            <a:prstTxWarp prst="textNoShape">
              <a:avLst/>
            </a:prstTxWarp>
          </a:bodyPr>
          <a:lstStyle>
            <a:lvl1pPr marL="360000" indent="-360000" algn="l" defTabSz="360000" rtl="0" eaLnBrk="1" fontAlgn="base" hangingPunct="1">
              <a:spcBef>
                <a:spcPct val="0"/>
              </a:spcBef>
              <a:spcAft>
                <a:spcPts val="900"/>
              </a:spcAft>
              <a:buClr>
                <a:schemeClr val="tx2"/>
              </a:buClr>
              <a:buFont typeface="Wingdings" pitchFamily="2" charset="2"/>
              <a:buChar char="n"/>
              <a:defRPr>
                <a:solidFill>
                  <a:schemeClr val="tx1"/>
                </a:solidFill>
                <a:latin typeface="+mn-lt"/>
                <a:ea typeface="+mn-ea"/>
                <a:cs typeface="+mn-cs"/>
              </a:defRPr>
            </a:lvl1pPr>
            <a:lvl2pPr marL="720000" indent="-360000" algn="l" defTabSz="360000" rtl="0" eaLnBrk="1" fontAlgn="base" hangingPunct="1">
              <a:spcBef>
                <a:spcPct val="0"/>
              </a:spcBef>
              <a:spcAft>
                <a:spcPts val="900"/>
              </a:spcAft>
              <a:buClr>
                <a:schemeClr val="bg2"/>
              </a:buClr>
              <a:buFont typeface="Wingdings" pitchFamily="2" charset="2"/>
              <a:buChar char="n"/>
              <a:defRPr>
                <a:solidFill>
                  <a:schemeClr val="tx1"/>
                </a:solidFill>
                <a:latin typeface="+mn-lt"/>
              </a:defRPr>
            </a:lvl2pPr>
            <a:lvl3pPr marL="1080000" indent="-360000" algn="l" defTabSz="360000" rtl="0" eaLnBrk="1" fontAlgn="base" hangingPunct="1">
              <a:spcBef>
                <a:spcPct val="0"/>
              </a:spcBef>
              <a:spcAft>
                <a:spcPts val="900"/>
              </a:spcAft>
              <a:buClr>
                <a:schemeClr val="bg2"/>
              </a:buClr>
              <a:buFont typeface="Wingdings" pitchFamily="2" charset="2"/>
              <a:buChar char="n"/>
              <a:defRPr>
                <a:solidFill>
                  <a:schemeClr val="tx1"/>
                </a:solidFill>
                <a:latin typeface="+mn-lt"/>
              </a:defRPr>
            </a:lvl3pPr>
            <a:lvl4pPr marL="1440000" indent="-360000" algn="l" defTabSz="360000" rtl="0" eaLnBrk="1" fontAlgn="base" hangingPunct="1">
              <a:spcBef>
                <a:spcPct val="0"/>
              </a:spcBef>
              <a:spcAft>
                <a:spcPts val="900"/>
              </a:spcAft>
              <a:buClr>
                <a:schemeClr val="bg2"/>
              </a:buClr>
              <a:buFont typeface="Wingdings" pitchFamily="2" charset="2"/>
              <a:buChar char="n"/>
              <a:defRPr>
                <a:solidFill>
                  <a:schemeClr val="tx1"/>
                </a:solidFill>
                <a:latin typeface="+mn-lt"/>
              </a:defRPr>
            </a:lvl4pPr>
            <a:lvl5pPr marL="1800000" indent="-360000" algn="l" defTabSz="360000" rtl="0" eaLnBrk="1" fontAlgn="base" hangingPunct="1">
              <a:spcBef>
                <a:spcPct val="0"/>
              </a:spcBef>
              <a:spcAft>
                <a:spcPts val="900"/>
              </a:spcAft>
              <a:buClr>
                <a:schemeClr val="bg2"/>
              </a:buClr>
              <a:buFont typeface="Wingdings" pitchFamily="2" charset="2"/>
              <a:buChar char="n"/>
              <a:defRPr>
                <a:solidFill>
                  <a:schemeClr val="tx1"/>
                </a:solidFill>
                <a:latin typeface="+mn-lt"/>
              </a:defRPr>
            </a:lvl5pPr>
            <a:lvl6pPr marL="1887538" indent="-358775" algn="l" rtl="0" eaLnBrk="1" fontAlgn="base" hangingPunct="1">
              <a:spcBef>
                <a:spcPct val="0"/>
              </a:spcBef>
              <a:spcAft>
                <a:spcPct val="40000"/>
              </a:spcAft>
              <a:buClr>
                <a:schemeClr val="bg2"/>
              </a:buClr>
              <a:buFont typeface="Wingdings" pitchFamily="2" charset="2"/>
              <a:buChar char="n"/>
              <a:defRPr>
                <a:solidFill>
                  <a:schemeClr val="tx1"/>
                </a:solidFill>
                <a:latin typeface="+mn-lt"/>
              </a:defRPr>
            </a:lvl6pPr>
            <a:lvl7pPr marL="2344738" indent="-358775" algn="l" rtl="0" eaLnBrk="1" fontAlgn="base" hangingPunct="1">
              <a:spcBef>
                <a:spcPct val="0"/>
              </a:spcBef>
              <a:spcAft>
                <a:spcPct val="40000"/>
              </a:spcAft>
              <a:buClr>
                <a:schemeClr val="bg2"/>
              </a:buClr>
              <a:buFont typeface="Wingdings" pitchFamily="2" charset="2"/>
              <a:buChar char="n"/>
              <a:defRPr>
                <a:solidFill>
                  <a:schemeClr val="tx1"/>
                </a:solidFill>
                <a:latin typeface="+mn-lt"/>
              </a:defRPr>
            </a:lvl7pPr>
            <a:lvl8pPr marL="2801938" indent="-358775" algn="l" rtl="0" eaLnBrk="1" fontAlgn="base" hangingPunct="1">
              <a:spcBef>
                <a:spcPct val="0"/>
              </a:spcBef>
              <a:spcAft>
                <a:spcPct val="40000"/>
              </a:spcAft>
              <a:buClr>
                <a:schemeClr val="bg2"/>
              </a:buClr>
              <a:buFont typeface="Wingdings" pitchFamily="2" charset="2"/>
              <a:buChar char="n"/>
              <a:defRPr>
                <a:solidFill>
                  <a:schemeClr val="tx1"/>
                </a:solidFill>
                <a:latin typeface="+mn-lt"/>
              </a:defRPr>
            </a:lvl8pPr>
            <a:lvl9pPr marL="3259138" indent="-358775" algn="l" rtl="0" eaLnBrk="1" fontAlgn="base" hangingPunct="1">
              <a:spcBef>
                <a:spcPct val="0"/>
              </a:spcBef>
              <a:spcAft>
                <a:spcPct val="40000"/>
              </a:spcAft>
              <a:buClr>
                <a:schemeClr val="bg2"/>
              </a:buClr>
              <a:buFont typeface="Wingdings" pitchFamily="2" charset="2"/>
              <a:buChar char="n"/>
              <a:defRPr>
                <a:solidFill>
                  <a:schemeClr val="tx1"/>
                </a:solidFill>
                <a:latin typeface="+mn-lt"/>
              </a:defRPr>
            </a:lvl9pPr>
          </a:lstStyle>
          <a:p>
            <a:r>
              <a:rPr lang="en-PT" b="1" kern="0"/>
              <a:t>Mitigation measure: </a:t>
            </a:r>
            <a:r>
              <a:rPr lang="en-PT" kern="0"/>
              <a:t>Implement a functionality that validates entered dosages relative to reference levels and the patient’s information</a:t>
            </a:r>
          </a:p>
          <a:p>
            <a:pPr marL="360000" lvl="1" indent="0">
              <a:buNone/>
            </a:pPr>
            <a:r>
              <a:rPr lang="pt-PT" b="1" kern="0"/>
              <a:t>	</a:t>
            </a:r>
            <a:r>
              <a:rPr lang="en-PT" b="1" kern="0"/>
              <a:t>Residual likelihood: </a:t>
            </a:r>
            <a:r>
              <a:rPr lang="en-PT" kern="0"/>
              <a:t>Very </a:t>
            </a:r>
            <a:r>
              <a:rPr lang="pt-PT" kern="0"/>
              <a:t>			                                   </a:t>
            </a:r>
            <a:r>
              <a:rPr lang="en-PT" kern="0"/>
              <a:t>Unlikely</a:t>
            </a:r>
          </a:p>
          <a:p>
            <a:pPr marL="360000" lvl="1" indent="0">
              <a:buNone/>
            </a:pPr>
            <a:r>
              <a:rPr lang="pt-PT" b="1" kern="0"/>
              <a:t>	</a:t>
            </a:r>
            <a:r>
              <a:rPr lang="en-PT" b="1" kern="0"/>
              <a:t>Residual severity: </a:t>
            </a:r>
            <a:r>
              <a:rPr lang="en-PT" kern="0"/>
              <a:t>Moderate</a:t>
            </a:r>
          </a:p>
          <a:p>
            <a:pPr lvl="1"/>
            <a:endParaRPr lang="en-PT" b="1" kern="0"/>
          </a:p>
          <a:p>
            <a:pPr lvl="1"/>
            <a:r>
              <a:rPr lang="en-PT" b="1" kern="0"/>
              <a:t>Residual risk level: </a:t>
            </a:r>
            <a:r>
              <a:rPr lang="en-PT" b="1" kern="0">
                <a:solidFill>
                  <a:schemeClr val="tx2"/>
                </a:solidFill>
              </a:rPr>
              <a:t>LOW</a:t>
            </a:r>
          </a:p>
          <a:p>
            <a:pPr lvl="1"/>
            <a:endParaRPr lang="en-PT" b="1" kern="0">
              <a:solidFill>
                <a:schemeClr val="tx2"/>
              </a:solidFill>
            </a:endParaRPr>
          </a:p>
          <a:p>
            <a:pPr lvl="1"/>
            <a:r>
              <a:rPr lang="en-PT" kern="0">
                <a:solidFill>
                  <a:schemeClr val="tx2"/>
                </a:solidFill>
              </a:rPr>
              <a:t>This risk level is acceptable.</a:t>
            </a:r>
          </a:p>
          <a:p>
            <a:endParaRPr lang="en-PT" b="1" kern="0"/>
          </a:p>
        </p:txBody>
      </p:sp>
      <p:sp>
        <p:nvSpPr>
          <p:cNvPr id="15" name="Rounded Rectangle 14">
            <a:extLst>
              <a:ext uri="{FF2B5EF4-FFF2-40B4-BE49-F238E27FC236}">
                <a16:creationId xmlns:a16="http://schemas.microsoft.com/office/drawing/2014/main" id="{A984B72C-A977-2C2E-5FB8-A32486C44E66}"/>
              </a:ext>
            </a:extLst>
          </p:cNvPr>
          <p:cNvSpPr/>
          <p:nvPr/>
        </p:nvSpPr>
        <p:spPr bwMode="auto">
          <a:xfrm>
            <a:off x="1099335" y="4222679"/>
            <a:ext cx="2478841" cy="826937"/>
          </a:xfrm>
          <a:prstGeom prst="roundRect">
            <a:avLst/>
          </a:prstGeom>
          <a:noFill/>
          <a:ln w="9525">
            <a:solidFill>
              <a:schemeClr val="tx1"/>
            </a:solidFill>
            <a:round/>
            <a:headEnd type="arrow"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tlCol="0" anchor="ctr"/>
          <a:lstStyle/>
          <a:p>
            <a:pPr algn="ctr"/>
            <a:endParaRPr lang="en-PT"/>
          </a:p>
        </p:txBody>
      </p:sp>
      <p:cxnSp>
        <p:nvCxnSpPr>
          <p:cNvPr id="17" name="Straight Arrow Connector 16">
            <a:extLst>
              <a:ext uri="{FF2B5EF4-FFF2-40B4-BE49-F238E27FC236}">
                <a16:creationId xmlns:a16="http://schemas.microsoft.com/office/drawing/2014/main" id="{26BE3128-0D21-16EB-D17B-F80FDB8BA1A9}"/>
              </a:ext>
            </a:extLst>
          </p:cNvPr>
          <p:cNvCxnSpPr/>
          <p:nvPr/>
        </p:nvCxnSpPr>
        <p:spPr bwMode="auto">
          <a:xfrm>
            <a:off x="2277838" y="5049616"/>
            <a:ext cx="0" cy="385414"/>
          </a:xfrm>
          <a:prstGeom prst="straightConnector1">
            <a:avLst/>
          </a:prstGeom>
          <a:noFill/>
          <a:ln w="9525"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 name="Rounded Rectangle 21">
            <a:extLst>
              <a:ext uri="{FF2B5EF4-FFF2-40B4-BE49-F238E27FC236}">
                <a16:creationId xmlns:a16="http://schemas.microsoft.com/office/drawing/2014/main" id="{66B28874-6592-4220-C0D1-88D1686830EE}"/>
              </a:ext>
            </a:extLst>
          </p:cNvPr>
          <p:cNvSpPr/>
          <p:nvPr/>
        </p:nvSpPr>
        <p:spPr bwMode="auto">
          <a:xfrm>
            <a:off x="7915048" y="2815120"/>
            <a:ext cx="3525926" cy="1099334"/>
          </a:xfrm>
          <a:prstGeom prst="roundRect">
            <a:avLst/>
          </a:prstGeom>
          <a:noFill/>
          <a:ln w="9525">
            <a:solidFill>
              <a:schemeClr val="tx1"/>
            </a:solidFill>
            <a:round/>
            <a:headEnd type="arrow"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tlCol="0" anchor="ctr"/>
          <a:lstStyle/>
          <a:p>
            <a:pPr algn="ctr"/>
            <a:endParaRPr lang="en-PT"/>
          </a:p>
        </p:txBody>
      </p:sp>
      <p:cxnSp>
        <p:nvCxnSpPr>
          <p:cNvPr id="23" name="Straight Arrow Connector 22">
            <a:extLst>
              <a:ext uri="{FF2B5EF4-FFF2-40B4-BE49-F238E27FC236}">
                <a16:creationId xmlns:a16="http://schemas.microsoft.com/office/drawing/2014/main" id="{CB31B27C-7938-FE9B-5773-6A95AF7C0306}"/>
              </a:ext>
            </a:extLst>
          </p:cNvPr>
          <p:cNvCxnSpPr/>
          <p:nvPr/>
        </p:nvCxnSpPr>
        <p:spPr bwMode="auto">
          <a:xfrm>
            <a:off x="9528757" y="3914454"/>
            <a:ext cx="0" cy="385414"/>
          </a:xfrm>
          <a:prstGeom prst="straightConnector1">
            <a:avLst/>
          </a:prstGeom>
          <a:noFill/>
          <a:ln w="9525"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7837333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CB8969-C44B-9FE8-4CE8-FF49D4179D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B40CFE-1DCB-09BD-9F55-DAEF8DF879F9}"/>
              </a:ext>
            </a:extLst>
          </p:cNvPr>
          <p:cNvSpPr>
            <a:spLocks noGrp="1"/>
          </p:cNvSpPr>
          <p:nvPr>
            <p:ph type="title"/>
          </p:nvPr>
        </p:nvSpPr>
        <p:spPr/>
        <p:txBody>
          <a:bodyPr/>
          <a:lstStyle/>
          <a:p>
            <a:r>
              <a:rPr lang="en-PT"/>
              <a:t>Risk Management</a:t>
            </a:r>
          </a:p>
        </p:txBody>
      </p:sp>
      <p:sp>
        <p:nvSpPr>
          <p:cNvPr id="3" name="Text Placeholder 2">
            <a:extLst>
              <a:ext uri="{FF2B5EF4-FFF2-40B4-BE49-F238E27FC236}">
                <a16:creationId xmlns:a16="http://schemas.microsoft.com/office/drawing/2014/main" id="{41920D04-59A6-D61F-6C69-C91FB142CDE5}"/>
              </a:ext>
            </a:extLst>
          </p:cNvPr>
          <p:cNvSpPr>
            <a:spLocks noGrp="1"/>
          </p:cNvSpPr>
          <p:nvPr>
            <p:ph type="body" sz="quarter" idx="10"/>
          </p:nvPr>
        </p:nvSpPr>
        <p:spPr/>
        <p:txBody>
          <a:bodyPr/>
          <a:lstStyle/>
          <a:p>
            <a:r>
              <a:rPr lang="en-PT"/>
              <a:t>ISO 14971:2019 – What does a “risk” look like?</a:t>
            </a:r>
          </a:p>
        </p:txBody>
      </p:sp>
      <p:sp>
        <p:nvSpPr>
          <p:cNvPr id="5" name="Slide Number Placeholder 4">
            <a:extLst>
              <a:ext uri="{FF2B5EF4-FFF2-40B4-BE49-F238E27FC236}">
                <a16:creationId xmlns:a16="http://schemas.microsoft.com/office/drawing/2014/main" id="{57C9E290-B5E9-6F52-AFC0-C5B74B1E17F3}"/>
              </a:ext>
            </a:extLst>
          </p:cNvPr>
          <p:cNvSpPr>
            <a:spLocks noGrp="1"/>
          </p:cNvSpPr>
          <p:nvPr>
            <p:ph type="sldNum" sz="quarter" idx="4"/>
          </p:nvPr>
        </p:nvSpPr>
        <p:spPr/>
        <p:txBody>
          <a:bodyPr/>
          <a:lstStyle/>
          <a:p>
            <a:pPr>
              <a:spcBef>
                <a:spcPct val="50000"/>
              </a:spcBef>
              <a:spcAft>
                <a:spcPct val="0"/>
              </a:spcAft>
              <a:buFontTx/>
              <a:buNone/>
            </a:pPr>
            <a:r>
              <a:rPr lang="en-US"/>
              <a:t>Page </a:t>
            </a:r>
            <a:fld id="{A06316EC-39FF-4C97-AA6E-29B761CE3E45}" type="slidenum">
              <a:rPr lang="en-US" smtClean="0"/>
              <a:pPr>
                <a:spcBef>
                  <a:spcPct val="50000"/>
                </a:spcBef>
                <a:spcAft>
                  <a:spcPct val="0"/>
                </a:spcAft>
                <a:buFontTx/>
                <a:buNone/>
              </a:pPr>
              <a:t>14</a:t>
            </a:fld>
            <a:endParaRPr lang="en-US"/>
          </a:p>
        </p:txBody>
      </p:sp>
      <p:graphicFrame>
        <p:nvGraphicFramePr>
          <p:cNvPr id="24" name="Table 23">
            <a:extLst>
              <a:ext uri="{FF2B5EF4-FFF2-40B4-BE49-F238E27FC236}">
                <a16:creationId xmlns:a16="http://schemas.microsoft.com/office/drawing/2014/main" id="{DC3CDDB6-CCA7-F2F6-FED6-6417C0CC42B6}"/>
              </a:ext>
            </a:extLst>
          </p:cNvPr>
          <p:cNvGraphicFramePr>
            <a:graphicFrameLocks noGrp="1"/>
          </p:cNvGraphicFramePr>
          <p:nvPr/>
        </p:nvGraphicFramePr>
        <p:xfrm>
          <a:off x="2237185" y="1845192"/>
          <a:ext cx="6055782" cy="4152702"/>
        </p:xfrm>
        <a:graphic>
          <a:graphicData uri="http://schemas.openxmlformats.org/drawingml/2006/table">
            <a:tbl>
              <a:tblPr firstRow="1" firstCol="1" bandRow="1">
                <a:tableStyleId>{93296810-A885-4BE3-A3E7-6D5BEEA58F35}</a:tableStyleId>
              </a:tblPr>
              <a:tblGrid>
                <a:gridCol w="1009297">
                  <a:extLst>
                    <a:ext uri="{9D8B030D-6E8A-4147-A177-3AD203B41FA5}">
                      <a16:colId xmlns:a16="http://schemas.microsoft.com/office/drawing/2014/main" val="2139663959"/>
                    </a:ext>
                  </a:extLst>
                </a:gridCol>
                <a:gridCol w="1009297">
                  <a:extLst>
                    <a:ext uri="{9D8B030D-6E8A-4147-A177-3AD203B41FA5}">
                      <a16:colId xmlns:a16="http://schemas.microsoft.com/office/drawing/2014/main" val="3563503048"/>
                    </a:ext>
                  </a:extLst>
                </a:gridCol>
                <a:gridCol w="1009297">
                  <a:extLst>
                    <a:ext uri="{9D8B030D-6E8A-4147-A177-3AD203B41FA5}">
                      <a16:colId xmlns:a16="http://schemas.microsoft.com/office/drawing/2014/main" val="346797659"/>
                    </a:ext>
                  </a:extLst>
                </a:gridCol>
                <a:gridCol w="1009297">
                  <a:extLst>
                    <a:ext uri="{9D8B030D-6E8A-4147-A177-3AD203B41FA5}">
                      <a16:colId xmlns:a16="http://schemas.microsoft.com/office/drawing/2014/main" val="2387738777"/>
                    </a:ext>
                  </a:extLst>
                </a:gridCol>
                <a:gridCol w="1009297">
                  <a:extLst>
                    <a:ext uri="{9D8B030D-6E8A-4147-A177-3AD203B41FA5}">
                      <a16:colId xmlns:a16="http://schemas.microsoft.com/office/drawing/2014/main" val="1052861877"/>
                    </a:ext>
                  </a:extLst>
                </a:gridCol>
                <a:gridCol w="1009297">
                  <a:extLst>
                    <a:ext uri="{9D8B030D-6E8A-4147-A177-3AD203B41FA5}">
                      <a16:colId xmlns:a16="http://schemas.microsoft.com/office/drawing/2014/main" val="2822721779"/>
                    </a:ext>
                  </a:extLst>
                </a:gridCol>
              </a:tblGrid>
              <a:tr h="692117">
                <a:tc>
                  <a:txBody>
                    <a:bodyPr/>
                    <a:lstStyle/>
                    <a:p>
                      <a:pPr algn="ctr"/>
                      <a:endParaRPr lang="en-PT" sz="1400" b="0" cap="small" baseline="0">
                        <a:solidFill>
                          <a:schemeClr val="tx1"/>
                        </a:solidFill>
                      </a:endParaRPr>
                    </a:p>
                  </a:txBody>
                  <a:tcPr anchor="ctr"/>
                </a:tc>
                <a:tc>
                  <a:txBody>
                    <a:bodyPr/>
                    <a:lstStyle/>
                    <a:p>
                      <a:pPr algn="ctr"/>
                      <a:r>
                        <a:rPr lang="en-PT" sz="1400" b="0" cap="small" baseline="0">
                          <a:solidFill>
                            <a:schemeClr val="tx1"/>
                          </a:solidFill>
                        </a:rPr>
                        <a:t>Negligible</a:t>
                      </a:r>
                    </a:p>
                  </a:txBody>
                  <a:tcPr anchor="ctr"/>
                </a:tc>
                <a:tc>
                  <a:txBody>
                    <a:bodyPr/>
                    <a:lstStyle/>
                    <a:p>
                      <a:pPr algn="ctr"/>
                      <a:r>
                        <a:rPr lang="en-PT" sz="1400" b="0" cap="small" baseline="0">
                          <a:solidFill>
                            <a:schemeClr val="tx1"/>
                          </a:solidFill>
                        </a:rPr>
                        <a:t>Minor</a:t>
                      </a:r>
                    </a:p>
                  </a:txBody>
                  <a:tcPr anchor="ctr"/>
                </a:tc>
                <a:tc>
                  <a:txBody>
                    <a:bodyPr/>
                    <a:lstStyle/>
                    <a:p>
                      <a:pPr algn="ctr"/>
                      <a:r>
                        <a:rPr lang="en-PT" sz="1400" b="0" cap="small" baseline="0">
                          <a:solidFill>
                            <a:schemeClr val="tx1"/>
                          </a:solidFill>
                        </a:rPr>
                        <a:t>Moderate</a:t>
                      </a:r>
                    </a:p>
                  </a:txBody>
                  <a:tcPr anchor="ctr"/>
                </a:tc>
                <a:tc>
                  <a:txBody>
                    <a:bodyPr/>
                    <a:lstStyle/>
                    <a:p>
                      <a:pPr algn="ctr"/>
                      <a:r>
                        <a:rPr lang="en-PT" sz="1400" b="0" cap="small" baseline="0">
                          <a:solidFill>
                            <a:schemeClr val="tx1"/>
                          </a:solidFill>
                        </a:rPr>
                        <a:t>Major</a:t>
                      </a:r>
                    </a:p>
                  </a:txBody>
                  <a:tcPr anchor="ctr"/>
                </a:tc>
                <a:tc>
                  <a:txBody>
                    <a:bodyPr/>
                    <a:lstStyle/>
                    <a:p>
                      <a:pPr algn="ctr"/>
                      <a:r>
                        <a:rPr lang="en-PT" sz="1400" b="0" cap="small" baseline="0">
                          <a:solidFill>
                            <a:schemeClr val="tx1"/>
                          </a:solidFill>
                        </a:rPr>
                        <a:t>Severe</a:t>
                      </a:r>
                    </a:p>
                  </a:txBody>
                  <a:tcPr anchor="ctr"/>
                </a:tc>
                <a:extLst>
                  <a:ext uri="{0D108BD9-81ED-4DB2-BD59-A6C34878D82A}">
                    <a16:rowId xmlns:a16="http://schemas.microsoft.com/office/drawing/2014/main" val="3943286668"/>
                  </a:ext>
                </a:extLst>
              </a:tr>
              <a:tr h="692117">
                <a:tc>
                  <a:txBody>
                    <a:bodyPr/>
                    <a:lstStyle/>
                    <a:p>
                      <a:pPr algn="ctr"/>
                      <a:r>
                        <a:rPr lang="en-PT" sz="1400" b="0" cap="small" baseline="0">
                          <a:solidFill>
                            <a:schemeClr val="tx1"/>
                          </a:solidFill>
                        </a:rPr>
                        <a:t>Very Unlikely</a:t>
                      </a:r>
                    </a:p>
                  </a:txBody>
                  <a:tcPr anchor="ctr"/>
                </a:tc>
                <a:tc>
                  <a:txBody>
                    <a:bodyPr/>
                    <a:lstStyle/>
                    <a:p>
                      <a:pPr algn="ctr"/>
                      <a:r>
                        <a:rPr lang="en-PT" sz="1400" b="0" cap="small" baseline="0">
                          <a:solidFill>
                            <a:schemeClr val="tx1"/>
                          </a:solidFill>
                        </a:rPr>
                        <a:t>LOW</a:t>
                      </a:r>
                    </a:p>
                  </a:txBody>
                  <a:tcPr anchor="ctr">
                    <a:solidFill>
                      <a:schemeClr val="tx2">
                        <a:lumMod val="20000"/>
                        <a:lumOff val="80000"/>
                      </a:schemeClr>
                    </a:solidFill>
                  </a:tcPr>
                </a:tc>
                <a:tc>
                  <a:txBody>
                    <a:bodyPr/>
                    <a:lstStyle/>
                    <a:p>
                      <a:pPr algn="ctr"/>
                      <a:r>
                        <a:rPr lang="en-PT" sz="1400" b="0" cap="small" baseline="0">
                          <a:solidFill>
                            <a:schemeClr val="tx1"/>
                          </a:solidFill>
                        </a:rPr>
                        <a:t>LOW</a:t>
                      </a:r>
                    </a:p>
                  </a:txBody>
                  <a:tcPr anchor="ctr">
                    <a:solidFill>
                      <a:schemeClr val="tx2">
                        <a:lumMod val="20000"/>
                        <a:lumOff val="80000"/>
                      </a:schemeClr>
                    </a:solidFill>
                  </a:tcPr>
                </a:tc>
                <a:tc>
                  <a:txBody>
                    <a:bodyPr/>
                    <a:lstStyle/>
                    <a:p>
                      <a:pPr algn="ctr"/>
                      <a:r>
                        <a:rPr lang="pt-PT" sz="1400" b="0" cap="small" baseline="0">
                          <a:solidFill>
                            <a:schemeClr val="tx1"/>
                          </a:solidFill>
                        </a:rPr>
                        <a:t>LOW</a:t>
                      </a:r>
                      <a:endParaRPr lang="en-PT" sz="1400" b="0" cap="small" baseline="0">
                        <a:solidFill>
                          <a:schemeClr val="tx1"/>
                        </a:solidFill>
                      </a:endParaRPr>
                    </a:p>
                  </a:txBody>
                  <a:tcPr anchor="ctr">
                    <a:solidFill>
                      <a:schemeClr val="tx2">
                        <a:lumMod val="20000"/>
                        <a:lumOff val="80000"/>
                      </a:schemeClr>
                    </a:solidFill>
                  </a:tcPr>
                </a:tc>
                <a:tc>
                  <a:txBody>
                    <a:bodyPr/>
                    <a:lstStyle/>
                    <a:p>
                      <a:pPr algn="ctr"/>
                      <a:r>
                        <a:rPr lang="en-PT" sz="1400" b="0" cap="small" baseline="0">
                          <a:solidFill>
                            <a:schemeClr val="tx1"/>
                          </a:solidFill>
                        </a:rPr>
                        <a:t>MEDIUM</a:t>
                      </a:r>
                    </a:p>
                  </a:txBody>
                  <a:tcPr anchor="ctr">
                    <a:solidFill>
                      <a:schemeClr val="accent1">
                        <a:lumMod val="20000"/>
                        <a:lumOff val="80000"/>
                      </a:schemeClr>
                    </a:solidFill>
                  </a:tcPr>
                </a:tc>
                <a:tc>
                  <a:txBody>
                    <a:bodyPr/>
                    <a:lstStyle/>
                    <a:p>
                      <a:pPr algn="ctr"/>
                      <a:r>
                        <a:rPr lang="en-PT" sz="1400" b="0" cap="small" baseline="0">
                          <a:solidFill>
                            <a:schemeClr val="tx1"/>
                          </a:solidFill>
                        </a:rPr>
                        <a:t>HIGH</a:t>
                      </a:r>
                    </a:p>
                  </a:txBody>
                  <a:tcPr anchor="ctr">
                    <a:solidFill>
                      <a:schemeClr val="accent3">
                        <a:lumMod val="20000"/>
                        <a:lumOff val="80000"/>
                      </a:schemeClr>
                    </a:solidFill>
                  </a:tcPr>
                </a:tc>
                <a:extLst>
                  <a:ext uri="{0D108BD9-81ED-4DB2-BD59-A6C34878D82A}">
                    <a16:rowId xmlns:a16="http://schemas.microsoft.com/office/drawing/2014/main" val="308331407"/>
                  </a:ext>
                </a:extLst>
              </a:tr>
              <a:tr h="692117">
                <a:tc>
                  <a:txBody>
                    <a:bodyPr/>
                    <a:lstStyle/>
                    <a:p>
                      <a:pPr algn="ctr"/>
                      <a:r>
                        <a:rPr lang="en-PT" sz="1400" b="0" cap="small" baseline="0">
                          <a:solidFill>
                            <a:schemeClr val="tx1"/>
                          </a:solidFill>
                        </a:rPr>
                        <a:t>Unlikely</a:t>
                      </a:r>
                    </a:p>
                  </a:txBody>
                  <a:tcPr anchor="ctr"/>
                </a:tc>
                <a:tc>
                  <a:txBody>
                    <a:bodyPr/>
                    <a:lstStyle/>
                    <a:p>
                      <a:pPr algn="ctr"/>
                      <a:r>
                        <a:rPr lang="en-PT" sz="1400" b="0" cap="small" baseline="0">
                          <a:solidFill>
                            <a:schemeClr val="tx1"/>
                          </a:solidFill>
                        </a:rPr>
                        <a:t>LOW</a:t>
                      </a:r>
                    </a:p>
                  </a:txBody>
                  <a:tcPr anchor="ctr">
                    <a:solidFill>
                      <a:schemeClr val="tx2">
                        <a:lumMod val="20000"/>
                        <a:lumOff val="80000"/>
                      </a:schemeClr>
                    </a:solidFill>
                  </a:tcPr>
                </a:tc>
                <a:tc>
                  <a:txBody>
                    <a:bodyPr/>
                    <a:lstStyle/>
                    <a:p>
                      <a:pPr algn="ctr"/>
                      <a:r>
                        <a:rPr lang="en-PT" sz="1400" b="0" cap="small" baseline="0">
                          <a:solidFill>
                            <a:schemeClr val="tx1"/>
                          </a:solidFill>
                        </a:rPr>
                        <a:t>LOW</a:t>
                      </a:r>
                    </a:p>
                  </a:txBody>
                  <a:tcPr anchor="ctr">
                    <a:solidFill>
                      <a:schemeClr val="tx2">
                        <a:lumMod val="20000"/>
                        <a:lumOff val="80000"/>
                      </a:schemeClr>
                    </a:solidFill>
                  </a:tcPr>
                </a:tc>
                <a:tc>
                  <a:txBody>
                    <a:bodyPr/>
                    <a:lstStyle/>
                    <a:p>
                      <a:pPr algn="ctr"/>
                      <a:r>
                        <a:rPr lang="en-PT" sz="1400" b="0" cap="small" baseline="0">
                          <a:solidFill>
                            <a:schemeClr val="tx1"/>
                          </a:solidFill>
                        </a:rPr>
                        <a:t>MEDIUM</a:t>
                      </a:r>
                    </a:p>
                  </a:txBody>
                  <a:tcPr anchor="ctr">
                    <a:solidFill>
                      <a:schemeClr val="accent1">
                        <a:lumMod val="20000"/>
                        <a:lumOff val="80000"/>
                      </a:schemeClr>
                    </a:solidFill>
                  </a:tcPr>
                </a:tc>
                <a:tc>
                  <a:txBody>
                    <a:bodyPr/>
                    <a:lstStyle/>
                    <a:p>
                      <a:pPr algn="ctr"/>
                      <a:r>
                        <a:rPr lang="en-PT" sz="1400" b="0" cap="small" baseline="0">
                          <a:solidFill>
                            <a:schemeClr val="tx1"/>
                          </a:solidFill>
                        </a:rPr>
                        <a:t>MEDIUM</a:t>
                      </a:r>
                    </a:p>
                  </a:txBody>
                  <a:tcPr anchor="ctr">
                    <a:solidFill>
                      <a:schemeClr val="accent1">
                        <a:lumMod val="20000"/>
                        <a:lumOff val="80000"/>
                      </a:schemeClr>
                    </a:solidFill>
                  </a:tcPr>
                </a:tc>
                <a:tc>
                  <a:txBody>
                    <a:bodyPr/>
                    <a:lstStyle/>
                    <a:p>
                      <a:pPr algn="ctr"/>
                      <a:r>
                        <a:rPr lang="en-PT" sz="1400" b="0" cap="small" baseline="0">
                          <a:solidFill>
                            <a:schemeClr val="tx1"/>
                          </a:solidFill>
                        </a:rPr>
                        <a:t>HIGH</a:t>
                      </a:r>
                    </a:p>
                  </a:txBody>
                  <a:tcPr anchor="ctr">
                    <a:solidFill>
                      <a:schemeClr val="accent3">
                        <a:lumMod val="20000"/>
                        <a:lumOff val="80000"/>
                      </a:schemeClr>
                    </a:solidFill>
                  </a:tcPr>
                </a:tc>
                <a:extLst>
                  <a:ext uri="{0D108BD9-81ED-4DB2-BD59-A6C34878D82A}">
                    <a16:rowId xmlns:a16="http://schemas.microsoft.com/office/drawing/2014/main" val="1662920382"/>
                  </a:ext>
                </a:extLst>
              </a:tr>
              <a:tr h="692117">
                <a:tc>
                  <a:txBody>
                    <a:bodyPr/>
                    <a:lstStyle/>
                    <a:p>
                      <a:pPr algn="ctr"/>
                      <a:r>
                        <a:rPr lang="en-PT" sz="1400" b="0" cap="small" baseline="0">
                          <a:solidFill>
                            <a:schemeClr val="tx1"/>
                          </a:solidFill>
                        </a:rPr>
                        <a:t>Possible</a:t>
                      </a:r>
                    </a:p>
                  </a:txBody>
                  <a:tcPr anchor="ctr"/>
                </a:tc>
                <a:tc>
                  <a:txBody>
                    <a:bodyPr/>
                    <a:lstStyle/>
                    <a:p>
                      <a:pPr algn="ctr"/>
                      <a:r>
                        <a:rPr lang="en-PT" sz="1400" b="0" cap="small" baseline="0">
                          <a:solidFill>
                            <a:schemeClr val="tx1"/>
                          </a:solidFill>
                        </a:rPr>
                        <a:t>LOW</a:t>
                      </a:r>
                    </a:p>
                  </a:txBody>
                  <a:tcPr anchor="ctr">
                    <a:solidFill>
                      <a:schemeClr val="tx2">
                        <a:lumMod val="20000"/>
                        <a:lumOff val="80000"/>
                      </a:schemeClr>
                    </a:solidFill>
                  </a:tcPr>
                </a:tc>
                <a:tc>
                  <a:txBody>
                    <a:bodyPr/>
                    <a:lstStyle/>
                    <a:p>
                      <a:pPr algn="ctr"/>
                      <a:r>
                        <a:rPr lang="en-PT" sz="1400" b="0" cap="small" baseline="0">
                          <a:solidFill>
                            <a:schemeClr val="tx1"/>
                          </a:solidFill>
                        </a:rPr>
                        <a:t>MEDIUM</a:t>
                      </a:r>
                    </a:p>
                  </a:txBody>
                  <a:tcPr anchor="ctr">
                    <a:solidFill>
                      <a:schemeClr val="accent1">
                        <a:lumMod val="20000"/>
                        <a:lumOff val="80000"/>
                      </a:schemeClr>
                    </a:solidFill>
                  </a:tcPr>
                </a:tc>
                <a:tc>
                  <a:txBody>
                    <a:bodyPr/>
                    <a:lstStyle/>
                    <a:p>
                      <a:pPr algn="ctr"/>
                      <a:r>
                        <a:rPr lang="en-PT" sz="1400" b="0" cap="small" baseline="0">
                          <a:solidFill>
                            <a:schemeClr val="tx1"/>
                          </a:solidFill>
                        </a:rPr>
                        <a:t>MEDIUM</a:t>
                      </a:r>
                    </a:p>
                  </a:txBody>
                  <a:tcPr anchor="ctr">
                    <a:solidFill>
                      <a:schemeClr val="accent1">
                        <a:lumMod val="20000"/>
                        <a:lumOff val="80000"/>
                      </a:schemeClr>
                    </a:solidFill>
                  </a:tcPr>
                </a:tc>
                <a:tc>
                  <a:txBody>
                    <a:bodyPr/>
                    <a:lstStyle/>
                    <a:p>
                      <a:pPr algn="ctr"/>
                      <a:r>
                        <a:rPr lang="en-PT" sz="1400" b="0" cap="small" baseline="0">
                          <a:solidFill>
                            <a:schemeClr val="tx1"/>
                          </a:solidFill>
                        </a:rPr>
                        <a:t>MEDIUM</a:t>
                      </a:r>
                    </a:p>
                  </a:txBody>
                  <a:tcPr anchor="ctr">
                    <a:solidFill>
                      <a:schemeClr val="accent1">
                        <a:lumMod val="20000"/>
                        <a:lumOff val="80000"/>
                      </a:schemeClr>
                    </a:solidFill>
                  </a:tcPr>
                </a:tc>
                <a:tc>
                  <a:txBody>
                    <a:bodyPr/>
                    <a:lstStyle/>
                    <a:p>
                      <a:pPr algn="ctr"/>
                      <a:r>
                        <a:rPr lang="en-PT" sz="1400" b="0" cap="small" baseline="0">
                          <a:solidFill>
                            <a:schemeClr val="tx1"/>
                          </a:solidFill>
                        </a:rPr>
                        <a:t>HIGH</a:t>
                      </a:r>
                    </a:p>
                  </a:txBody>
                  <a:tcPr anchor="ctr">
                    <a:solidFill>
                      <a:schemeClr val="accent3">
                        <a:lumMod val="20000"/>
                        <a:lumOff val="80000"/>
                      </a:schemeClr>
                    </a:solidFill>
                  </a:tcPr>
                </a:tc>
                <a:extLst>
                  <a:ext uri="{0D108BD9-81ED-4DB2-BD59-A6C34878D82A}">
                    <a16:rowId xmlns:a16="http://schemas.microsoft.com/office/drawing/2014/main" val="625901193"/>
                  </a:ext>
                </a:extLst>
              </a:tr>
              <a:tr h="692117">
                <a:tc>
                  <a:txBody>
                    <a:bodyPr/>
                    <a:lstStyle/>
                    <a:p>
                      <a:pPr algn="ctr"/>
                      <a:r>
                        <a:rPr lang="en-PT" sz="1400" b="0" cap="small" baseline="0">
                          <a:solidFill>
                            <a:schemeClr val="tx1"/>
                          </a:solidFill>
                        </a:rPr>
                        <a:t>Likely</a:t>
                      </a:r>
                    </a:p>
                  </a:txBody>
                  <a:tcPr anchor="ctr"/>
                </a:tc>
                <a:tc>
                  <a:txBody>
                    <a:bodyPr/>
                    <a:lstStyle/>
                    <a:p>
                      <a:pPr algn="ctr"/>
                      <a:r>
                        <a:rPr lang="en-PT" sz="1400" b="0" cap="small" baseline="0">
                          <a:solidFill>
                            <a:schemeClr val="tx1"/>
                          </a:solidFill>
                        </a:rPr>
                        <a:t>LOW</a:t>
                      </a:r>
                    </a:p>
                  </a:txBody>
                  <a:tcPr anchor="ctr">
                    <a:solidFill>
                      <a:schemeClr val="tx2">
                        <a:lumMod val="20000"/>
                        <a:lumOff val="80000"/>
                      </a:schemeClr>
                    </a:solidFill>
                  </a:tcPr>
                </a:tc>
                <a:tc>
                  <a:txBody>
                    <a:bodyPr/>
                    <a:lstStyle/>
                    <a:p>
                      <a:pPr algn="ctr"/>
                      <a:r>
                        <a:rPr lang="en-PT" sz="1400" b="0" cap="small" baseline="0">
                          <a:solidFill>
                            <a:schemeClr val="tx1"/>
                          </a:solidFill>
                        </a:rPr>
                        <a:t>MEDIUM</a:t>
                      </a:r>
                    </a:p>
                  </a:txBody>
                  <a:tcPr anchor="ctr">
                    <a:solidFill>
                      <a:schemeClr val="accent1">
                        <a:lumMod val="20000"/>
                        <a:lumOff val="80000"/>
                      </a:schemeClr>
                    </a:solidFill>
                  </a:tcPr>
                </a:tc>
                <a:tc>
                  <a:txBody>
                    <a:bodyPr/>
                    <a:lstStyle/>
                    <a:p>
                      <a:pPr algn="ctr"/>
                      <a:r>
                        <a:rPr lang="en-PT" sz="1400" b="0" cap="small" baseline="0">
                          <a:solidFill>
                            <a:schemeClr val="tx1"/>
                          </a:solidFill>
                        </a:rPr>
                        <a:t>MEDIUM</a:t>
                      </a:r>
                    </a:p>
                  </a:txBody>
                  <a:tcPr anchor="ctr">
                    <a:solidFill>
                      <a:schemeClr val="accent1">
                        <a:lumMod val="20000"/>
                        <a:lumOff val="80000"/>
                      </a:schemeClr>
                    </a:solidFill>
                  </a:tcPr>
                </a:tc>
                <a:tc>
                  <a:txBody>
                    <a:bodyPr/>
                    <a:lstStyle/>
                    <a:p>
                      <a:pPr algn="ctr"/>
                      <a:r>
                        <a:rPr lang="en-PT" sz="1400" b="0" cap="small" baseline="0">
                          <a:solidFill>
                            <a:schemeClr val="tx1"/>
                          </a:solidFill>
                        </a:rPr>
                        <a:t>HIGH</a:t>
                      </a:r>
                    </a:p>
                  </a:txBody>
                  <a:tcPr anchor="ctr">
                    <a:solidFill>
                      <a:schemeClr val="accent3">
                        <a:lumMod val="20000"/>
                        <a:lumOff val="80000"/>
                      </a:schemeClr>
                    </a:solidFill>
                  </a:tcPr>
                </a:tc>
                <a:tc>
                  <a:txBody>
                    <a:bodyPr/>
                    <a:lstStyle/>
                    <a:p>
                      <a:pPr algn="ctr"/>
                      <a:r>
                        <a:rPr lang="en-PT" sz="1400" b="0" cap="small" baseline="0">
                          <a:solidFill>
                            <a:schemeClr val="tx1"/>
                          </a:solidFill>
                        </a:rPr>
                        <a:t>HIGH</a:t>
                      </a:r>
                    </a:p>
                  </a:txBody>
                  <a:tcPr anchor="ctr">
                    <a:solidFill>
                      <a:schemeClr val="accent3">
                        <a:lumMod val="20000"/>
                        <a:lumOff val="80000"/>
                      </a:schemeClr>
                    </a:solidFill>
                  </a:tcPr>
                </a:tc>
                <a:extLst>
                  <a:ext uri="{0D108BD9-81ED-4DB2-BD59-A6C34878D82A}">
                    <a16:rowId xmlns:a16="http://schemas.microsoft.com/office/drawing/2014/main" val="3471786244"/>
                  </a:ext>
                </a:extLst>
              </a:tr>
              <a:tr h="692117">
                <a:tc>
                  <a:txBody>
                    <a:bodyPr/>
                    <a:lstStyle/>
                    <a:p>
                      <a:pPr algn="ctr"/>
                      <a:r>
                        <a:rPr lang="en-PT" sz="1400" b="0" cap="small" baseline="0">
                          <a:solidFill>
                            <a:schemeClr val="tx1"/>
                          </a:solidFill>
                        </a:rPr>
                        <a:t>Very Likely</a:t>
                      </a:r>
                    </a:p>
                  </a:txBody>
                  <a:tcPr anchor="ctr"/>
                </a:tc>
                <a:tc>
                  <a:txBody>
                    <a:bodyPr/>
                    <a:lstStyle/>
                    <a:p>
                      <a:pPr algn="ctr"/>
                      <a:r>
                        <a:rPr lang="en-PT" sz="1400" b="0" cap="small" baseline="0">
                          <a:solidFill>
                            <a:schemeClr val="tx1"/>
                          </a:solidFill>
                        </a:rPr>
                        <a:t>LOW</a:t>
                      </a:r>
                    </a:p>
                  </a:txBody>
                  <a:tcPr anchor="ctr">
                    <a:solidFill>
                      <a:schemeClr val="tx2">
                        <a:lumMod val="20000"/>
                        <a:lumOff val="80000"/>
                      </a:schemeClr>
                    </a:solidFill>
                  </a:tcPr>
                </a:tc>
                <a:tc>
                  <a:txBody>
                    <a:bodyPr/>
                    <a:lstStyle/>
                    <a:p>
                      <a:pPr algn="ctr"/>
                      <a:r>
                        <a:rPr lang="en-PT" sz="1400" b="0" cap="small" baseline="0">
                          <a:solidFill>
                            <a:schemeClr val="tx1"/>
                          </a:solidFill>
                        </a:rPr>
                        <a:t>MEDIUM</a:t>
                      </a:r>
                    </a:p>
                  </a:txBody>
                  <a:tcPr anchor="ctr">
                    <a:solidFill>
                      <a:schemeClr val="accent1">
                        <a:lumMod val="20000"/>
                        <a:lumOff val="80000"/>
                      </a:schemeClr>
                    </a:solidFill>
                  </a:tcPr>
                </a:tc>
                <a:tc>
                  <a:txBody>
                    <a:bodyPr/>
                    <a:lstStyle/>
                    <a:p>
                      <a:pPr algn="ctr"/>
                      <a:r>
                        <a:rPr lang="pt-PT" sz="1400" b="0" cap="small" baseline="0">
                          <a:solidFill>
                            <a:schemeClr val="tx1"/>
                          </a:solidFill>
                        </a:rPr>
                        <a:t>HIGH</a:t>
                      </a:r>
                      <a:endParaRPr lang="en-PT" sz="1400" b="0" cap="small" baseline="0">
                        <a:solidFill>
                          <a:schemeClr val="tx1"/>
                        </a:solidFill>
                      </a:endParaRPr>
                    </a:p>
                  </a:txBody>
                  <a:tcPr anchor="ctr">
                    <a:solidFill>
                      <a:schemeClr val="accent3">
                        <a:lumMod val="20000"/>
                        <a:lumOff val="80000"/>
                      </a:schemeClr>
                    </a:solidFill>
                  </a:tcPr>
                </a:tc>
                <a:tc>
                  <a:txBody>
                    <a:bodyPr/>
                    <a:lstStyle/>
                    <a:p>
                      <a:pPr algn="ctr"/>
                      <a:r>
                        <a:rPr lang="en-PT" sz="1400" b="0" cap="small" baseline="0">
                          <a:solidFill>
                            <a:schemeClr val="tx1"/>
                          </a:solidFill>
                        </a:rPr>
                        <a:t>HIGH</a:t>
                      </a:r>
                    </a:p>
                  </a:txBody>
                  <a:tcPr anchor="ctr">
                    <a:solidFill>
                      <a:schemeClr val="accent3">
                        <a:lumMod val="20000"/>
                        <a:lumOff val="80000"/>
                      </a:schemeClr>
                    </a:solidFill>
                  </a:tcPr>
                </a:tc>
                <a:tc>
                  <a:txBody>
                    <a:bodyPr/>
                    <a:lstStyle/>
                    <a:p>
                      <a:pPr algn="ctr"/>
                      <a:r>
                        <a:rPr lang="en-PT" sz="1400" b="0" cap="small" baseline="0">
                          <a:solidFill>
                            <a:schemeClr val="tx1"/>
                          </a:solidFill>
                        </a:rPr>
                        <a:t>HIGH</a:t>
                      </a:r>
                    </a:p>
                  </a:txBody>
                  <a:tcPr anchor="ctr">
                    <a:solidFill>
                      <a:schemeClr val="accent3">
                        <a:lumMod val="20000"/>
                        <a:lumOff val="80000"/>
                      </a:schemeClr>
                    </a:solidFill>
                  </a:tcPr>
                </a:tc>
                <a:extLst>
                  <a:ext uri="{0D108BD9-81ED-4DB2-BD59-A6C34878D82A}">
                    <a16:rowId xmlns:a16="http://schemas.microsoft.com/office/drawing/2014/main" val="2044013732"/>
                  </a:ext>
                </a:extLst>
              </a:tr>
            </a:tbl>
          </a:graphicData>
        </a:graphic>
      </p:graphicFrame>
      <p:cxnSp>
        <p:nvCxnSpPr>
          <p:cNvPr id="25" name="Straight Connector 24">
            <a:extLst>
              <a:ext uri="{FF2B5EF4-FFF2-40B4-BE49-F238E27FC236}">
                <a16:creationId xmlns:a16="http://schemas.microsoft.com/office/drawing/2014/main" id="{D1C6DAFB-5221-52C8-7F97-FFA91C3598AB}"/>
              </a:ext>
            </a:extLst>
          </p:cNvPr>
          <p:cNvCxnSpPr/>
          <p:nvPr/>
        </p:nvCxnSpPr>
        <p:spPr bwMode="auto">
          <a:xfrm flipV="1">
            <a:off x="2154992" y="2563661"/>
            <a:ext cx="0" cy="3434233"/>
          </a:xfrm>
          <a:prstGeom prst="line">
            <a:avLst/>
          </a:prstGeom>
          <a:noFill/>
          <a:ln w="9525" cap="flat" cmpd="sng" algn="ctr">
            <a:solidFill>
              <a:schemeClr val="tx2"/>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 name="TextBox 27">
            <a:extLst>
              <a:ext uri="{FF2B5EF4-FFF2-40B4-BE49-F238E27FC236}">
                <a16:creationId xmlns:a16="http://schemas.microsoft.com/office/drawing/2014/main" id="{9C301D31-502D-484B-A89A-E1397EA75BFE}"/>
              </a:ext>
            </a:extLst>
          </p:cNvPr>
          <p:cNvSpPr txBox="1"/>
          <p:nvPr/>
        </p:nvSpPr>
        <p:spPr>
          <a:xfrm rot="16200000">
            <a:off x="429335" y="4126888"/>
            <a:ext cx="3225731" cy="307777"/>
          </a:xfrm>
          <a:prstGeom prst="rect">
            <a:avLst/>
          </a:prstGeom>
          <a:noFill/>
        </p:spPr>
        <p:txBody>
          <a:bodyPr wrap="square" rtlCol="0">
            <a:spAutoFit/>
          </a:bodyPr>
          <a:lstStyle/>
          <a:p>
            <a:pPr marL="0" lvl="1" algn="ctr">
              <a:spcAft>
                <a:spcPts val="0"/>
              </a:spcAft>
            </a:pPr>
            <a:r>
              <a:rPr lang="en-US" sz="1400">
                <a:solidFill>
                  <a:schemeClr val="tx2"/>
                </a:solidFill>
              </a:rPr>
              <a:t>LIKELIHOOD</a:t>
            </a:r>
          </a:p>
        </p:txBody>
      </p:sp>
      <p:sp>
        <p:nvSpPr>
          <p:cNvPr id="14" name="Multiply 13">
            <a:extLst>
              <a:ext uri="{FF2B5EF4-FFF2-40B4-BE49-F238E27FC236}">
                <a16:creationId xmlns:a16="http://schemas.microsoft.com/office/drawing/2014/main" id="{CD4401E7-6C4D-9B49-FDD5-1C32313972B2}"/>
              </a:ext>
            </a:extLst>
          </p:cNvPr>
          <p:cNvSpPr/>
          <p:nvPr/>
        </p:nvSpPr>
        <p:spPr bwMode="auto">
          <a:xfrm>
            <a:off x="5936206" y="3548010"/>
            <a:ext cx="503434" cy="503434"/>
          </a:xfrm>
          <a:prstGeom prst="mathMultiply">
            <a:avLst/>
          </a:prstGeom>
          <a:solidFill>
            <a:schemeClr val="accent6">
              <a:lumMod val="75000"/>
            </a:schemeClr>
          </a:solidFill>
          <a:ln w="9525">
            <a:solidFill>
              <a:schemeClr val="accent6">
                <a:lumMod val="10000"/>
              </a:schemeClr>
            </a:solidFill>
            <a:round/>
            <a:headEnd type="arrow" w="med" len="med"/>
            <a:tailEnd type="none" w="med" len="med"/>
          </a:ln>
          <a:effectLst/>
        </p:spPr>
        <p:txBody>
          <a:bodyPr rtlCol="0" anchor="ctr"/>
          <a:lstStyle/>
          <a:p>
            <a:pPr algn="ctr"/>
            <a:endParaRPr lang="en-PT"/>
          </a:p>
        </p:txBody>
      </p:sp>
      <p:grpSp>
        <p:nvGrpSpPr>
          <p:cNvPr id="35" name="Group 34">
            <a:extLst>
              <a:ext uri="{FF2B5EF4-FFF2-40B4-BE49-F238E27FC236}">
                <a16:creationId xmlns:a16="http://schemas.microsoft.com/office/drawing/2014/main" id="{65BE6987-8F46-9C41-EA4A-75A9E2A2FEEE}"/>
              </a:ext>
            </a:extLst>
          </p:cNvPr>
          <p:cNvGrpSpPr/>
          <p:nvPr/>
        </p:nvGrpSpPr>
        <p:grpSpPr>
          <a:xfrm>
            <a:off x="4249145" y="3252138"/>
            <a:ext cx="1015931" cy="2870684"/>
            <a:chOff x="5178175" y="3252138"/>
            <a:chExt cx="1015931" cy="2870684"/>
          </a:xfrm>
        </p:grpSpPr>
        <p:cxnSp>
          <p:nvCxnSpPr>
            <p:cNvPr id="20" name="Straight Connector 19">
              <a:extLst>
                <a:ext uri="{FF2B5EF4-FFF2-40B4-BE49-F238E27FC236}">
                  <a16:creationId xmlns:a16="http://schemas.microsoft.com/office/drawing/2014/main" id="{1520C9F4-CB74-3CD3-09A0-6A2A4FEB412B}"/>
                </a:ext>
              </a:extLst>
            </p:cNvPr>
            <p:cNvCxnSpPr/>
            <p:nvPr/>
          </p:nvCxnSpPr>
          <p:spPr bwMode="auto">
            <a:xfrm>
              <a:off x="6194106" y="3252138"/>
              <a:ext cx="0" cy="685616"/>
            </a:xfrm>
            <a:prstGeom prst="line">
              <a:avLst/>
            </a:prstGeom>
            <a:noFill/>
            <a:ln w="38100" cap="flat" cmpd="sng" algn="ctr">
              <a:solidFill>
                <a:schemeClr val="accent3"/>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Straight Connector 21">
              <a:extLst>
                <a:ext uri="{FF2B5EF4-FFF2-40B4-BE49-F238E27FC236}">
                  <a16:creationId xmlns:a16="http://schemas.microsoft.com/office/drawing/2014/main" id="{B06C958C-D67B-B8A5-7541-B3862E4B0775}"/>
                </a:ext>
              </a:extLst>
            </p:cNvPr>
            <p:cNvCxnSpPr/>
            <p:nvPr/>
          </p:nvCxnSpPr>
          <p:spPr bwMode="auto">
            <a:xfrm>
              <a:off x="5178175" y="3937754"/>
              <a:ext cx="1015931" cy="0"/>
            </a:xfrm>
            <a:prstGeom prst="line">
              <a:avLst/>
            </a:prstGeom>
            <a:noFill/>
            <a:ln w="38100" cap="flat" cmpd="sng" algn="ctr">
              <a:solidFill>
                <a:schemeClr val="accent3"/>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Straight Connector 26">
              <a:extLst>
                <a:ext uri="{FF2B5EF4-FFF2-40B4-BE49-F238E27FC236}">
                  <a16:creationId xmlns:a16="http://schemas.microsoft.com/office/drawing/2014/main" id="{B8F1F37C-3711-6A5B-1DC1-13FBF08ED3F4}"/>
                </a:ext>
              </a:extLst>
            </p:cNvPr>
            <p:cNvCxnSpPr/>
            <p:nvPr/>
          </p:nvCxnSpPr>
          <p:spPr bwMode="auto">
            <a:xfrm>
              <a:off x="5178175" y="3937754"/>
              <a:ext cx="0" cy="2185068"/>
            </a:xfrm>
            <a:prstGeom prst="line">
              <a:avLst/>
            </a:prstGeom>
            <a:noFill/>
            <a:ln w="38100" cap="flat" cmpd="sng" algn="ctr">
              <a:solidFill>
                <a:schemeClr val="accent3"/>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34" name="Straight Connector 33">
            <a:extLst>
              <a:ext uri="{FF2B5EF4-FFF2-40B4-BE49-F238E27FC236}">
                <a16:creationId xmlns:a16="http://schemas.microsoft.com/office/drawing/2014/main" id="{9F86EA48-6EF8-9F20-26A3-8535914765AB}"/>
              </a:ext>
            </a:extLst>
          </p:cNvPr>
          <p:cNvCxnSpPr>
            <a:cxnSpLocks/>
          </p:cNvCxnSpPr>
          <p:nvPr/>
        </p:nvCxnSpPr>
        <p:spPr bwMode="auto">
          <a:xfrm flipV="1">
            <a:off x="6180608" y="3222878"/>
            <a:ext cx="0" cy="444398"/>
          </a:xfrm>
          <a:prstGeom prst="line">
            <a:avLst/>
          </a:prstGeom>
          <a:noFill/>
          <a:ln w="38100" cap="flat" cmpd="sng" algn="ctr">
            <a:solidFill>
              <a:schemeClr val="tx2"/>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 name="Straight Connector 35">
            <a:extLst>
              <a:ext uri="{FF2B5EF4-FFF2-40B4-BE49-F238E27FC236}">
                <a16:creationId xmlns:a16="http://schemas.microsoft.com/office/drawing/2014/main" id="{A75761C2-A90A-D7BE-BC8C-8B026990CC15}"/>
              </a:ext>
            </a:extLst>
          </p:cNvPr>
          <p:cNvCxnSpPr>
            <a:cxnSpLocks/>
          </p:cNvCxnSpPr>
          <p:nvPr/>
        </p:nvCxnSpPr>
        <p:spPr bwMode="auto">
          <a:xfrm flipV="1">
            <a:off x="3234020" y="1749746"/>
            <a:ext cx="5055759" cy="2"/>
          </a:xfrm>
          <a:prstGeom prst="line">
            <a:avLst/>
          </a:prstGeom>
          <a:noFill/>
          <a:ln w="9525" cap="flat" cmpd="sng" algn="ctr">
            <a:solidFill>
              <a:schemeClr val="tx2"/>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7" name="TextBox 36">
            <a:extLst>
              <a:ext uri="{FF2B5EF4-FFF2-40B4-BE49-F238E27FC236}">
                <a16:creationId xmlns:a16="http://schemas.microsoft.com/office/drawing/2014/main" id="{39C62532-3CA6-7C19-008F-CFBA19650306}"/>
              </a:ext>
            </a:extLst>
          </p:cNvPr>
          <p:cNvSpPr txBox="1"/>
          <p:nvPr/>
        </p:nvSpPr>
        <p:spPr>
          <a:xfrm>
            <a:off x="5685840" y="1456190"/>
            <a:ext cx="3225731" cy="307777"/>
          </a:xfrm>
          <a:prstGeom prst="rect">
            <a:avLst/>
          </a:prstGeom>
          <a:noFill/>
        </p:spPr>
        <p:txBody>
          <a:bodyPr wrap="square" rtlCol="0">
            <a:spAutoFit/>
          </a:bodyPr>
          <a:lstStyle/>
          <a:p>
            <a:pPr marL="0" lvl="1" algn="ctr">
              <a:spcAft>
                <a:spcPts val="0"/>
              </a:spcAft>
            </a:pPr>
            <a:r>
              <a:rPr lang="en-US" sz="1400">
                <a:solidFill>
                  <a:schemeClr val="tx2"/>
                </a:solidFill>
              </a:rPr>
              <a:t>SEVERITY</a:t>
            </a:r>
          </a:p>
        </p:txBody>
      </p:sp>
      <p:cxnSp>
        <p:nvCxnSpPr>
          <p:cNvPr id="18" name="Straight Connector 21">
            <a:extLst>
              <a:ext uri="{FF2B5EF4-FFF2-40B4-BE49-F238E27FC236}">
                <a16:creationId xmlns:a16="http://schemas.microsoft.com/office/drawing/2014/main" id="{F37C344E-79C5-7B96-112F-8AA407F595D3}"/>
              </a:ext>
            </a:extLst>
          </p:cNvPr>
          <p:cNvCxnSpPr/>
          <p:nvPr/>
        </p:nvCxnSpPr>
        <p:spPr bwMode="auto">
          <a:xfrm>
            <a:off x="5265076" y="3229138"/>
            <a:ext cx="1015931" cy="0"/>
          </a:xfrm>
          <a:prstGeom prst="line">
            <a:avLst/>
          </a:prstGeom>
          <a:noFill/>
          <a:ln w="38100" cap="flat" cmpd="sng" algn="ctr">
            <a:solidFill>
              <a:schemeClr val="accent3"/>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Straight Connector 19">
            <a:extLst>
              <a:ext uri="{FF2B5EF4-FFF2-40B4-BE49-F238E27FC236}">
                <a16:creationId xmlns:a16="http://schemas.microsoft.com/office/drawing/2014/main" id="{3861CFA1-3B0B-1FC4-4B3B-AF75DB85301A}"/>
              </a:ext>
            </a:extLst>
          </p:cNvPr>
          <p:cNvCxnSpPr/>
          <p:nvPr/>
        </p:nvCxnSpPr>
        <p:spPr bwMode="auto">
          <a:xfrm>
            <a:off x="6281007" y="1456190"/>
            <a:ext cx="0" cy="1793087"/>
          </a:xfrm>
          <a:prstGeom prst="line">
            <a:avLst/>
          </a:prstGeom>
          <a:noFill/>
          <a:ln w="38100" cap="flat" cmpd="sng" algn="ctr">
            <a:solidFill>
              <a:schemeClr val="accent3"/>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 name="Multiply 14">
            <a:extLst>
              <a:ext uri="{FF2B5EF4-FFF2-40B4-BE49-F238E27FC236}">
                <a16:creationId xmlns:a16="http://schemas.microsoft.com/office/drawing/2014/main" id="{157BF633-53AB-80FA-4BA9-FA01FEC01B83}"/>
              </a:ext>
            </a:extLst>
          </p:cNvPr>
          <p:cNvSpPr/>
          <p:nvPr/>
        </p:nvSpPr>
        <p:spPr bwMode="auto">
          <a:xfrm>
            <a:off x="5928891" y="2856065"/>
            <a:ext cx="503434" cy="503434"/>
          </a:xfrm>
          <a:prstGeom prst="mathMultiply">
            <a:avLst/>
          </a:prstGeom>
          <a:solidFill>
            <a:schemeClr val="tx2"/>
          </a:solidFill>
          <a:ln w="9525">
            <a:solidFill>
              <a:schemeClr val="accent6">
                <a:lumMod val="10000"/>
              </a:schemeClr>
            </a:solidFill>
            <a:round/>
            <a:headEnd type="arrow" w="med" len="med"/>
            <a:tailEnd type="none" w="med" len="med"/>
          </a:ln>
          <a:effectLst/>
        </p:spPr>
        <p:txBody>
          <a:bodyPr rtlCol="0" anchor="ctr"/>
          <a:lstStyle/>
          <a:p>
            <a:pPr algn="ctr"/>
            <a:endParaRPr lang="en-PT"/>
          </a:p>
        </p:txBody>
      </p:sp>
      <p:sp>
        <p:nvSpPr>
          <p:cNvPr id="31" name="Multiply 13">
            <a:extLst>
              <a:ext uri="{FF2B5EF4-FFF2-40B4-BE49-F238E27FC236}">
                <a16:creationId xmlns:a16="http://schemas.microsoft.com/office/drawing/2014/main" id="{9830D06A-723D-30B2-5CBB-42D822BFDA07}"/>
              </a:ext>
            </a:extLst>
          </p:cNvPr>
          <p:cNvSpPr/>
          <p:nvPr/>
        </p:nvSpPr>
        <p:spPr bwMode="auto">
          <a:xfrm>
            <a:off x="8950246" y="3296293"/>
            <a:ext cx="503434" cy="503434"/>
          </a:xfrm>
          <a:prstGeom prst="mathMultiply">
            <a:avLst/>
          </a:prstGeom>
          <a:solidFill>
            <a:schemeClr val="accent6">
              <a:lumMod val="75000"/>
            </a:schemeClr>
          </a:solidFill>
          <a:ln w="9525">
            <a:solidFill>
              <a:schemeClr val="accent6">
                <a:lumMod val="10000"/>
              </a:schemeClr>
            </a:solidFill>
            <a:round/>
            <a:headEnd type="arrow" w="med" len="med"/>
            <a:tailEnd type="none" w="med" len="med"/>
          </a:ln>
          <a:effectLst/>
        </p:spPr>
        <p:txBody>
          <a:bodyPr rtlCol="0" anchor="ctr"/>
          <a:lstStyle/>
          <a:p>
            <a:pPr algn="ctr"/>
            <a:endParaRPr lang="en-PT"/>
          </a:p>
        </p:txBody>
      </p:sp>
      <p:sp>
        <p:nvSpPr>
          <p:cNvPr id="32" name="Multiply 14">
            <a:extLst>
              <a:ext uri="{FF2B5EF4-FFF2-40B4-BE49-F238E27FC236}">
                <a16:creationId xmlns:a16="http://schemas.microsoft.com/office/drawing/2014/main" id="{1A5126E9-417F-E5B7-FE12-18DFE2A7F903}"/>
              </a:ext>
            </a:extLst>
          </p:cNvPr>
          <p:cNvSpPr/>
          <p:nvPr/>
        </p:nvSpPr>
        <p:spPr bwMode="auto">
          <a:xfrm>
            <a:off x="8950246" y="4052066"/>
            <a:ext cx="503434" cy="503434"/>
          </a:xfrm>
          <a:prstGeom prst="mathMultiply">
            <a:avLst/>
          </a:prstGeom>
          <a:solidFill>
            <a:schemeClr val="tx2"/>
          </a:solidFill>
          <a:ln w="9525">
            <a:solidFill>
              <a:schemeClr val="accent6">
                <a:lumMod val="10000"/>
              </a:schemeClr>
            </a:solidFill>
            <a:round/>
            <a:headEnd type="arrow" w="med" len="med"/>
            <a:tailEnd type="none" w="med" len="med"/>
          </a:ln>
          <a:effectLst/>
        </p:spPr>
        <p:txBody>
          <a:bodyPr rtlCol="0" anchor="ctr"/>
          <a:lstStyle/>
          <a:p>
            <a:pPr algn="ctr"/>
            <a:endParaRPr lang="en-PT"/>
          </a:p>
        </p:txBody>
      </p:sp>
      <p:sp>
        <p:nvSpPr>
          <p:cNvPr id="33" name="TextBox 37">
            <a:extLst>
              <a:ext uri="{FF2B5EF4-FFF2-40B4-BE49-F238E27FC236}">
                <a16:creationId xmlns:a16="http://schemas.microsoft.com/office/drawing/2014/main" id="{A0A2D37B-2467-C1A7-26CF-17C0AE0C11D6}"/>
              </a:ext>
            </a:extLst>
          </p:cNvPr>
          <p:cNvSpPr txBox="1"/>
          <p:nvPr/>
        </p:nvSpPr>
        <p:spPr>
          <a:xfrm>
            <a:off x="9365127" y="3178678"/>
            <a:ext cx="1742008" cy="738664"/>
          </a:xfrm>
          <a:prstGeom prst="rect">
            <a:avLst/>
          </a:prstGeom>
          <a:noFill/>
        </p:spPr>
        <p:txBody>
          <a:bodyPr wrap="square" rtlCol="0">
            <a:spAutoFit/>
          </a:bodyPr>
          <a:lstStyle/>
          <a:p>
            <a:r>
              <a:rPr lang="pt-PT" sz="1400" err="1"/>
              <a:t>Before</a:t>
            </a:r>
            <a:r>
              <a:rPr lang="pt-PT" sz="1400"/>
              <a:t> </a:t>
            </a:r>
            <a:r>
              <a:rPr lang="pt-PT" sz="1400" err="1"/>
              <a:t>mitigation</a:t>
            </a:r>
            <a:r>
              <a:rPr lang="pt-PT" sz="1400"/>
              <a:t> </a:t>
            </a:r>
            <a:r>
              <a:rPr lang="pt-PT" sz="1400" err="1"/>
              <a:t>measure</a:t>
            </a:r>
            <a:r>
              <a:rPr lang="pt-PT" sz="1400"/>
              <a:t> (</a:t>
            </a:r>
            <a:r>
              <a:rPr lang="pt-PT" sz="1400" err="1"/>
              <a:t>initial</a:t>
            </a:r>
            <a:r>
              <a:rPr lang="pt-PT" sz="1400"/>
              <a:t> </a:t>
            </a:r>
            <a:r>
              <a:rPr lang="pt-PT" sz="1400" err="1"/>
              <a:t>risk</a:t>
            </a:r>
            <a:r>
              <a:rPr lang="pt-PT" sz="1400"/>
              <a:t>)</a:t>
            </a:r>
            <a:endParaRPr lang="en-PT" sz="1400"/>
          </a:p>
        </p:txBody>
      </p:sp>
      <p:sp>
        <p:nvSpPr>
          <p:cNvPr id="38" name="TextBox 37">
            <a:extLst>
              <a:ext uri="{FF2B5EF4-FFF2-40B4-BE49-F238E27FC236}">
                <a16:creationId xmlns:a16="http://schemas.microsoft.com/office/drawing/2014/main" id="{DE29DAC1-EE35-8427-E43F-48E49605B514}"/>
              </a:ext>
            </a:extLst>
          </p:cNvPr>
          <p:cNvSpPr txBox="1"/>
          <p:nvPr/>
        </p:nvSpPr>
        <p:spPr>
          <a:xfrm>
            <a:off x="9365127" y="3934451"/>
            <a:ext cx="1742008" cy="738664"/>
          </a:xfrm>
          <a:prstGeom prst="rect">
            <a:avLst/>
          </a:prstGeom>
          <a:noFill/>
        </p:spPr>
        <p:txBody>
          <a:bodyPr wrap="square" rtlCol="0">
            <a:spAutoFit/>
          </a:bodyPr>
          <a:lstStyle/>
          <a:p>
            <a:r>
              <a:rPr lang="pt-PT" sz="1400" err="1"/>
              <a:t>After</a:t>
            </a:r>
            <a:r>
              <a:rPr lang="pt-PT" sz="1400"/>
              <a:t> </a:t>
            </a:r>
            <a:r>
              <a:rPr lang="pt-PT" sz="1400" err="1"/>
              <a:t>mitigation</a:t>
            </a:r>
            <a:r>
              <a:rPr lang="pt-PT" sz="1400"/>
              <a:t> </a:t>
            </a:r>
            <a:r>
              <a:rPr lang="pt-PT" sz="1400" err="1"/>
              <a:t>measure</a:t>
            </a:r>
            <a:r>
              <a:rPr lang="pt-PT" sz="1400"/>
              <a:t> (residual </a:t>
            </a:r>
            <a:r>
              <a:rPr lang="pt-PT" sz="1400" err="1"/>
              <a:t>risk</a:t>
            </a:r>
            <a:r>
              <a:rPr lang="pt-PT" sz="1400"/>
              <a:t>)</a:t>
            </a:r>
            <a:endParaRPr lang="en-PT" sz="1400"/>
          </a:p>
        </p:txBody>
      </p:sp>
    </p:spTree>
    <p:extLst>
      <p:ext uri="{BB962C8B-B14F-4D97-AF65-F5344CB8AC3E}">
        <p14:creationId xmlns:p14="http://schemas.microsoft.com/office/powerpoint/2010/main" val="695472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ABFC7-78FF-DED1-30A0-CDDCA1F799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17AE29-8F14-2733-6DC6-90EEE85FD624}"/>
              </a:ext>
            </a:extLst>
          </p:cNvPr>
          <p:cNvSpPr>
            <a:spLocks noGrp="1"/>
          </p:cNvSpPr>
          <p:nvPr>
            <p:ph type="title"/>
          </p:nvPr>
        </p:nvSpPr>
        <p:spPr/>
        <p:txBody>
          <a:bodyPr/>
          <a:lstStyle/>
          <a:p>
            <a:r>
              <a:rPr lang="en-PT"/>
              <a:t>Software Lifecycle</a:t>
            </a:r>
          </a:p>
        </p:txBody>
      </p:sp>
      <p:sp>
        <p:nvSpPr>
          <p:cNvPr id="3" name="Text Placeholder 2">
            <a:extLst>
              <a:ext uri="{FF2B5EF4-FFF2-40B4-BE49-F238E27FC236}">
                <a16:creationId xmlns:a16="http://schemas.microsoft.com/office/drawing/2014/main" id="{F5033040-F19D-7BC8-1F01-7A5100005425}"/>
              </a:ext>
            </a:extLst>
          </p:cNvPr>
          <p:cNvSpPr>
            <a:spLocks noGrp="1"/>
          </p:cNvSpPr>
          <p:nvPr>
            <p:ph type="body" sz="quarter" idx="10"/>
          </p:nvPr>
        </p:nvSpPr>
        <p:spPr/>
        <p:txBody>
          <a:bodyPr/>
          <a:lstStyle/>
          <a:p>
            <a:r>
              <a:rPr lang="en-PT"/>
              <a:t>IEC 62304:2006</a:t>
            </a:r>
          </a:p>
        </p:txBody>
      </p:sp>
      <p:sp>
        <p:nvSpPr>
          <p:cNvPr id="4" name="Content Placeholder 3">
            <a:extLst>
              <a:ext uri="{FF2B5EF4-FFF2-40B4-BE49-F238E27FC236}">
                <a16:creationId xmlns:a16="http://schemas.microsoft.com/office/drawing/2014/main" id="{9A72E95A-816B-95D2-80DF-8568151782CD}"/>
              </a:ext>
            </a:extLst>
          </p:cNvPr>
          <p:cNvSpPr>
            <a:spLocks noGrp="1"/>
          </p:cNvSpPr>
          <p:nvPr>
            <p:ph idx="1"/>
          </p:nvPr>
        </p:nvSpPr>
        <p:spPr>
          <a:xfrm>
            <a:off x="431598" y="1696251"/>
            <a:ext cx="11233149" cy="4248150"/>
          </a:xfrm>
        </p:spPr>
        <p:txBody>
          <a:bodyPr/>
          <a:lstStyle/>
          <a:p>
            <a:r>
              <a:rPr lang="en-PT"/>
              <a:t>Base documents</a:t>
            </a:r>
          </a:p>
        </p:txBody>
      </p:sp>
      <p:sp>
        <p:nvSpPr>
          <p:cNvPr id="5" name="Slide Number Placeholder 4">
            <a:extLst>
              <a:ext uri="{FF2B5EF4-FFF2-40B4-BE49-F238E27FC236}">
                <a16:creationId xmlns:a16="http://schemas.microsoft.com/office/drawing/2014/main" id="{EA352FDF-3B64-4F31-D2A4-48727349E4D4}"/>
              </a:ext>
            </a:extLst>
          </p:cNvPr>
          <p:cNvSpPr>
            <a:spLocks noGrp="1"/>
          </p:cNvSpPr>
          <p:nvPr>
            <p:ph type="sldNum" sz="quarter" idx="4"/>
          </p:nvPr>
        </p:nvSpPr>
        <p:spPr/>
        <p:txBody>
          <a:bodyPr/>
          <a:lstStyle/>
          <a:p>
            <a:pPr>
              <a:spcBef>
                <a:spcPct val="50000"/>
              </a:spcBef>
              <a:spcAft>
                <a:spcPct val="0"/>
              </a:spcAft>
              <a:buFontTx/>
              <a:buNone/>
            </a:pPr>
            <a:r>
              <a:rPr lang="en-US"/>
              <a:t>Page </a:t>
            </a:r>
            <a:fld id="{A06316EC-39FF-4C97-AA6E-29B761CE3E45}" type="slidenum">
              <a:rPr lang="en-US" smtClean="0"/>
              <a:pPr>
                <a:spcBef>
                  <a:spcPct val="50000"/>
                </a:spcBef>
                <a:spcAft>
                  <a:spcPct val="0"/>
                </a:spcAft>
                <a:buFontTx/>
                <a:buNone/>
              </a:pPr>
              <a:t>15</a:t>
            </a:fld>
            <a:endParaRPr lang="en-US"/>
          </a:p>
        </p:txBody>
      </p:sp>
      <p:grpSp>
        <p:nvGrpSpPr>
          <p:cNvPr id="13" name="Group 12">
            <a:extLst>
              <a:ext uri="{FF2B5EF4-FFF2-40B4-BE49-F238E27FC236}">
                <a16:creationId xmlns:a16="http://schemas.microsoft.com/office/drawing/2014/main" id="{7BF8FAD6-23CE-6D1B-F4AE-7A9A17A8C14E}"/>
              </a:ext>
            </a:extLst>
          </p:cNvPr>
          <p:cNvGrpSpPr/>
          <p:nvPr/>
        </p:nvGrpSpPr>
        <p:grpSpPr>
          <a:xfrm>
            <a:off x="0" y="2004317"/>
            <a:ext cx="3809144" cy="3809144"/>
            <a:chOff x="1438380" y="1841643"/>
            <a:chExt cx="3809144" cy="3809144"/>
          </a:xfrm>
        </p:grpSpPr>
        <p:pic>
          <p:nvPicPr>
            <p:cNvPr id="14" name="Graphic 13" descr="Paper outline">
              <a:extLst>
                <a:ext uri="{FF2B5EF4-FFF2-40B4-BE49-F238E27FC236}">
                  <a16:creationId xmlns:a16="http://schemas.microsoft.com/office/drawing/2014/main" id="{9F45D15E-1488-06DA-EF77-CD1787F0EF5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438380" y="1841643"/>
              <a:ext cx="3809144" cy="3809144"/>
            </a:xfrm>
            <a:prstGeom prst="rect">
              <a:avLst/>
            </a:prstGeom>
          </p:spPr>
        </p:pic>
        <p:pic>
          <p:nvPicPr>
            <p:cNvPr id="15" name="Graphic 14" descr="Clipboard Ticked outline">
              <a:extLst>
                <a:ext uri="{FF2B5EF4-FFF2-40B4-BE49-F238E27FC236}">
                  <a16:creationId xmlns:a16="http://schemas.microsoft.com/office/drawing/2014/main" id="{19E30C38-0ECF-4CCD-AB06-49C3FB56D99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474785" y="3339101"/>
              <a:ext cx="1759448" cy="1759448"/>
            </a:xfrm>
            <a:prstGeom prst="rect">
              <a:avLst/>
            </a:prstGeom>
          </p:spPr>
        </p:pic>
      </p:grpSp>
      <p:grpSp>
        <p:nvGrpSpPr>
          <p:cNvPr id="18" name="Group 17">
            <a:extLst>
              <a:ext uri="{FF2B5EF4-FFF2-40B4-BE49-F238E27FC236}">
                <a16:creationId xmlns:a16="http://schemas.microsoft.com/office/drawing/2014/main" id="{DF045FE0-C451-D6FD-82C3-523F64F4EED5}"/>
              </a:ext>
            </a:extLst>
          </p:cNvPr>
          <p:cNvGrpSpPr/>
          <p:nvPr/>
        </p:nvGrpSpPr>
        <p:grpSpPr>
          <a:xfrm>
            <a:off x="5832375" y="2004317"/>
            <a:ext cx="3809144" cy="3809144"/>
            <a:chOff x="3116465" y="2004317"/>
            <a:chExt cx="3809144" cy="3809144"/>
          </a:xfrm>
        </p:grpSpPr>
        <p:pic>
          <p:nvPicPr>
            <p:cNvPr id="10" name="Graphic 9" descr="Paper outline">
              <a:extLst>
                <a:ext uri="{FF2B5EF4-FFF2-40B4-BE49-F238E27FC236}">
                  <a16:creationId xmlns:a16="http://schemas.microsoft.com/office/drawing/2014/main" id="{DBEDACAC-B906-F54E-2D3A-A784EA1C564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116465" y="2004317"/>
              <a:ext cx="3809144" cy="3809144"/>
            </a:xfrm>
            <a:prstGeom prst="rect">
              <a:avLst/>
            </a:prstGeom>
          </p:spPr>
        </p:pic>
        <p:pic>
          <p:nvPicPr>
            <p:cNvPr id="17" name="Graphic 16" descr="Drawing compass outline">
              <a:extLst>
                <a:ext uri="{FF2B5EF4-FFF2-40B4-BE49-F238E27FC236}">
                  <a16:creationId xmlns:a16="http://schemas.microsoft.com/office/drawing/2014/main" id="{608F8405-AE48-73EE-7F73-C2D14D868CD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158439" y="3595097"/>
              <a:ext cx="1666126" cy="1666126"/>
            </a:xfrm>
            <a:prstGeom prst="rect">
              <a:avLst/>
            </a:prstGeom>
          </p:spPr>
        </p:pic>
      </p:grpSp>
      <p:sp>
        <p:nvSpPr>
          <p:cNvPr id="19" name="Content Placeholder 3">
            <a:extLst>
              <a:ext uri="{FF2B5EF4-FFF2-40B4-BE49-F238E27FC236}">
                <a16:creationId xmlns:a16="http://schemas.microsoft.com/office/drawing/2014/main" id="{848AC458-3821-DC14-ABA8-D9F92283AE19}"/>
              </a:ext>
            </a:extLst>
          </p:cNvPr>
          <p:cNvSpPr txBox="1">
            <a:spLocks/>
          </p:cNvSpPr>
          <p:nvPr/>
        </p:nvSpPr>
        <p:spPr bwMode="auto">
          <a:xfrm>
            <a:off x="3116438" y="2290765"/>
            <a:ext cx="2447169" cy="3182315"/>
          </a:xfrm>
          <a:prstGeom prst="rect">
            <a:avLst/>
          </a:prstGeom>
          <a:noFill/>
          <a:ln>
            <a:noFill/>
          </a:ln>
          <a:effectLst/>
        </p:spPr>
        <p:txBody>
          <a:bodyPr vert="horz" wrap="square" lIns="0" tIns="0" rIns="0" bIns="0" numCol="1" anchor="t" anchorCtr="0" compatLnSpc="1">
            <a:prstTxWarp prst="textNoShape">
              <a:avLst/>
            </a:prstTxWarp>
          </a:bodyPr>
          <a:lstStyle>
            <a:lvl1pPr marL="360000" indent="-360000" algn="l" defTabSz="360000" rtl="0" eaLnBrk="1" fontAlgn="base" hangingPunct="1">
              <a:spcBef>
                <a:spcPct val="0"/>
              </a:spcBef>
              <a:spcAft>
                <a:spcPts val="900"/>
              </a:spcAft>
              <a:buClr>
                <a:schemeClr val="tx2"/>
              </a:buClr>
              <a:buFont typeface="Wingdings" pitchFamily="2" charset="2"/>
              <a:buChar char="n"/>
              <a:defRPr>
                <a:solidFill>
                  <a:schemeClr val="tx1"/>
                </a:solidFill>
                <a:latin typeface="+mn-lt"/>
                <a:ea typeface="+mn-ea"/>
                <a:cs typeface="+mn-cs"/>
              </a:defRPr>
            </a:lvl1pPr>
            <a:lvl2pPr marL="720000" indent="-360000" algn="l" defTabSz="360000" rtl="0" eaLnBrk="1" fontAlgn="base" hangingPunct="1">
              <a:spcBef>
                <a:spcPct val="0"/>
              </a:spcBef>
              <a:spcAft>
                <a:spcPts val="900"/>
              </a:spcAft>
              <a:buClr>
                <a:schemeClr val="bg2"/>
              </a:buClr>
              <a:buFont typeface="Wingdings" pitchFamily="2" charset="2"/>
              <a:buChar char="n"/>
              <a:defRPr>
                <a:solidFill>
                  <a:schemeClr val="tx1"/>
                </a:solidFill>
                <a:latin typeface="+mn-lt"/>
              </a:defRPr>
            </a:lvl2pPr>
            <a:lvl3pPr marL="1080000" indent="-360000" algn="l" defTabSz="360000" rtl="0" eaLnBrk="1" fontAlgn="base" hangingPunct="1">
              <a:spcBef>
                <a:spcPct val="0"/>
              </a:spcBef>
              <a:spcAft>
                <a:spcPts val="900"/>
              </a:spcAft>
              <a:buClr>
                <a:schemeClr val="bg2"/>
              </a:buClr>
              <a:buFont typeface="Wingdings" pitchFamily="2" charset="2"/>
              <a:buChar char="n"/>
              <a:defRPr>
                <a:solidFill>
                  <a:schemeClr val="tx1"/>
                </a:solidFill>
                <a:latin typeface="+mn-lt"/>
              </a:defRPr>
            </a:lvl3pPr>
            <a:lvl4pPr marL="1440000" indent="-360000" algn="l" defTabSz="360000" rtl="0" eaLnBrk="1" fontAlgn="base" hangingPunct="1">
              <a:spcBef>
                <a:spcPct val="0"/>
              </a:spcBef>
              <a:spcAft>
                <a:spcPts val="900"/>
              </a:spcAft>
              <a:buClr>
                <a:schemeClr val="bg2"/>
              </a:buClr>
              <a:buFont typeface="Wingdings" pitchFamily="2" charset="2"/>
              <a:buChar char="n"/>
              <a:defRPr>
                <a:solidFill>
                  <a:schemeClr val="tx1"/>
                </a:solidFill>
                <a:latin typeface="+mn-lt"/>
              </a:defRPr>
            </a:lvl4pPr>
            <a:lvl5pPr marL="1800000" indent="-360000" algn="l" defTabSz="360000" rtl="0" eaLnBrk="1" fontAlgn="base" hangingPunct="1">
              <a:spcBef>
                <a:spcPct val="0"/>
              </a:spcBef>
              <a:spcAft>
                <a:spcPts val="900"/>
              </a:spcAft>
              <a:buClr>
                <a:schemeClr val="bg2"/>
              </a:buClr>
              <a:buFont typeface="Wingdings" pitchFamily="2" charset="2"/>
              <a:buChar char="n"/>
              <a:defRPr>
                <a:solidFill>
                  <a:schemeClr val="tx1"/>
                </a:solidFill>
                <a:latin typeface="+mn-lt"/>
              </a:defRPr>
            </a:lvl5pPr>
            <a:lvl6pPr marL="1887538" indent="-358775" algn="l" rtl="0" eaLnBrk="1" fontAlgn="base" hangingPunct="1">
              <a:spcBef>
                <a:spcPct val="0"/>
              </a:spcBef>
              <a:spcAft>
                <a:spcPct val="40000"/>
              </a:spcAft>
              <a:buClr>
                <a:schemeClr val="bg2"/>
              </a:buClr>
              <a:buFont typeface="Wingdings" pitchFamily="2" charset="2"/>
              <a:buChar char="n"/>
              <a:defRPr>
                <a:solidFill>
                  <a:schemeClr val="tx1"/>
                </a:solidFill>
                <a:latin typeface="+mn-lt"/>
              </a:defRPr>
            </a:lvl6pPr>
            <a:lvl7pPr marL="2344738" indent="-358775" algn="l" rtl="0" eaLnBrk="1" fontAlgn="base" hangingPunct="1">
              <a:spcBef>
                <a:spcPct val="0"/>
              </a:spcBef>
              <a:spcAft>
                <a:spcPct val="40000"/>
              </a:spcAft>
              <a:buClr>
                <a:schemeClr val="bg2"/>
              </a:buClr>
              <a:buFont typeface="Wingdings" pitchFamily="2" charset="2"/>
              <a:buChar char="n"/>
              <a:defRPr>
                <a:solidFill>
                  <a:schemeClr val="tx1"/>
                </a:solidFill>
                <a:latin typeface="+mn-lt"/>
              </a:defRPr>
            </a:lvl7pPr>
            <a:lvl8pPr marL="2801938" indent="-358775" algn="l" rtl="0" eaLnBrk="1" fontAlgn="base" hangingPunct="1">
              <a:spcBef>
                <a:spcPct val="0"/>
              </a:spcBef>
              <a:spcAft>
                <a:spcPct val="40000"/>
              </a:spcAft>
              <a:buClr>
                <a:schemeClr val="bg2"/>
              </a:buClr>
              <a:buFont typeface="Wingdings" pitchFamily="2" charset="2"/>
              <a:buChar char="n"/>
              <a:defRPr>
                <a:solidFill>
                  <a:schemeClr val="tx1"/>
                </a:solidFill>
                <a:latin typeface="+mn-lt"/>
              </a:defRPr>
            </a:lvl8pPr>
            <a:lvl9pPr marL="3259138" indent="-358775" algn="l" rtl="0" eaLnBrk="1" fontAlgn="base" hangingPunct="1">
              <a:spcBef>
                <a:spcPct val="0"/>
              </a:spcBef>
              <a:spcAft>
                <a:spcPct val="40000"/>
              </a:spcAft>
              <a:buClr>
                <a:schemeClr val="bg2"/>
              </a:buClr>
              <a:buFont typeface="Wingdings" pitchFamily="2" charset="2"/>
              <a:buChar char="n"/>
              <a:defRPr>
                <a:solidFill>
                  <a:schemeClr val="tx1"/>
                </a:solidFill>
                <a:latin typeface="+mn-lt"/>
              </a:defRPr>
            </a:lvl9pPr>
          </a:lstStyle>
          <a:p>
            <a:r>
              <a:rPr lang="en-PT" sz="1600" b="1" kern="0"/>
              <a:t>Software Requirements Specification (SRS)</a:t>
            </a:r>
          </a:p>
          <a:p>
            <a:endParaRPr lang="en-PT" sz="1600" kern="0"/>
          </a:p>
          <a:p>
            <a:pPr lvl="1"/>
            <a:r>
              <a:rPr lang="en-PT" sz="1600" kern="0"/>
              <a:t>Device’s intended use and users</a:t>
            </a:r>
          </a:p>
          <a:p>
            <a:pPr lvl="1"/>
            <a:r>
              <a:rPr lang="en-PT" sz="1600" kern="0"/>
              <a:t>List of functional, non-functional, regulatory and other requirements</a:t>
            </a:r>
          </a:p>
        </p:txBody>
      </p:sp>
      <p:sp>
        <p:nvSpPr>
          <p:cNvPr id="20" name="Content Placeholder 3">
            <a:extLst>
              <a:ext uri="{FF2B5EF4-FFF2-40B4-BE49-F238E27FC236}">
                <a16:creationId xmlns:a16="http://schemas.microsoft.com/office/drawing/2014/main" id="{8713F685-4BD1-9CE0-4A67-6C4F9643C2BF}"/>
              </a:ext>
            </a:extLst>
          </p:cNvPr>
          <p:cNvSpPr txBox="1">
            <a:spLocks/>
          </p:cNvSpPr>
          <p:nvPr/>
        </p:nvSpPr>
        <p:spPr bwMode="auto">
          <a:xfrm>
            <a:off x="8934032" y="2290764"/>
            <a:ext cx="2774608" cy="3182315"/>
          </a:xfrm>
          <a:prstGeom prst="rect">
            <a:avLst/>
          </a:prstGeom>
          <a:noFill/>
          <a:ln>
            <a:noFill/>
          </a:ln>
          <a:effectLst/>
        </p:spPr>
        <p:txBody>
          <a:bodyPr vert="horz" wrap="square" lIns="0" tIns="0" rIns="0" bIns="0" numCol="1" anchor="t" anchorCtr="0" compatLnSpc="1">
            <a:prstTxWarp prst="textNoShape">
              <a:avLst/>
            </a:prstTxWarp>
          </a:bodyPr>
          <a:lstStyle>
            <a:lvl1pPr marL="360000" indent="-360000" algn="l" defTabSz="360000" rtl="0" eaLnBrk="1" fontAlgn="base" hangingPunct="1">
              <a:spcBef>
                <a:spcPct val="0"/>
              </a:spcBef>
              <a:spcAft>
                <a:spcPts val="900"/>
              </a:spcAft>
              <a:buClr>
                <a:schemeClr val="tx2"/>
              </a:buClr>
              <a:buFont typeface="Wingdings" pitchFamily="2" charset="2"/>
              <a:buChar char="n"/>
              <a:defRPr>
                <a:solidFill>
                  <a:schemeClr val="tx1"/>
                </a:solidFill>
                <a:latin typeface="+mn-lt"/>
                <a:ea typeface="+mn-ea"/>
                <a:cs typeface="+mn-cs"/>
              </a:defRPr>
            </a:lvl1pPr>
            <a:lvl2pPr marL="720000" indent="-360000" algn="l" defTabSz="360000" rtl="0" eaLnBrk="1" fontAlgn="base" hangingPunct="1">
              <a:spcBef>
                <a:spcPct val="0"/>
              </a:spcBef>
              <a:spcAft>
                <a:spcPts val="900"/>
              </a:spcAft>
              <a:buClr>
                <a:schemeClr val="bg2"/>
              </a:buClr>
              <a:buFont typeface="Wingdings" pitchFamily="2" charset="2"/>
              <a:buChar char="n"/>
              <a:defRPr>
                <a:solidFill>
                  <a:schemeClr val="tx1"/>
                </a:solidFill>
                <a:latin typeface="+mn-lt"/>
              </a:defRPr>
            </a:lvl2pPr>
            <a:lvl3pPr marL="1080000" indent="-360000" algn="l" defTabSz="360000" rtl="0" eaLnBrk="1" fontAlgn="base" hangingPunct="1">
              <a:spcBef>
                <a:spcPct val="0"/>
              </a:spcBef>
              <a:spcAft>
                <a:spcPts val="900"/>
              </a:spcAft>
              <a:buClr>
                <a:schemeClr val="bg2"/>
              </a:buClr>
              <a:buFont typeface="Wingdings" pitchFamily="2" charset="2"/>
              <a:buChar char="n"/>
              <a:defRPr>
                <a:solidFill>
                  <a:schemeClr val="tx1"/>
                </a:solidFill>
                <a:latin typeface="+mn-lt"/>
              </a:defRPr>
            </a:lvl3pPr>
            <a:lvl4pPr marL="1440000" indent="-360000" algn="l" defTabSz="360000" rtl="0" eaLnBrk="1" fontAlgn="base" hangingPunct="1">
              <a:spcBef>
                <a:spcPct val="0"/>
              </a:spcBef>
              <a:spcAft>
                <a:spcPts val="900"/>
              </a:spcAft>
              <a:buClr>
                <a:schemeClr val="bg2"/>
              </a:buClr>
              <a:buFont typeface="Wingdings" pitchFamily="2" charset="2"/>
              <a:buChar char="n"/>
              <a:defRPr>
                <a:solidFill>
                  <a:schemeClr val="tx1"/>
                </a:solidFill>
                <a:latin typeface="+mn-lt"/>
              </a:defRPr>
            </a:lvl4pPr>
            <a:lvl5pPr marL="1800000" indent="-360000" algn="l" defTabSz="360000" rtl="0" eaLnBrk="1" fontAlgn="base" hangingPunct="1">
              <a:spcBef>
                <a:spcPct val="0"/>
              </a:spcBef>
              <a:spcAft>
                <a:spcPts val="900"/>
              </a:spcAft>
              <a:buClr>
                <a:schemeClr val="bg2"/>
              </a:buClr>
              <a:buFont typeface="Wingdings" pitchFamily="2" charset="2"/>
              <a:buChar char="n"/>
              <a:defRPr>
                <a:solidFill>
                  <a:schemeClr val="tx1"/>
                </a:solidFill>
                <a:latin typeface="+mn-lt"/>
              </a:defRPr>
            </a:lvl5pPr>
            <a:lvl6pPr marL="1887538" indent="-358775" algn="l" rtl="0" eaLnBrk="1" fontAlgn="base" hangingPunct="1">
              <a:spcBef>
                <a:spcPct val="0"/>
              </a:spcBef>
              <a:spcAft>
                <a:spcPct val="40000"/>
              </a:spcAft>
              <a:buClr>
                <a:schemeClr val="bg2"/>
              </a:buClr>
              <a:buFont typeface="Wingdings" pitchFamily="2" charset="2"/>
              <a:buChar char="n"/>
              <a:defRPr>
                <a:solidFill>
                  <a:schemeClr val="tx1"/>
                </a:solidFill>
                <a:latin typeface="+mn-lt"/>
              </a:defRPr>
            </a:lvl6pPr>
            <a:lvl7pPr marL="2344738" indent="-358775" algn="l" rtl="0" eaLnBrk="1" fontAlgn="base" hangingPunct="1">
              <a:spcBef>
                <a:spcPct val="0"/>
              </a:spcBef>
              <a:spcAft>
                <a:spcPct val="40000"/>
              </a:spcAft>
              <a:buClr>
                <a:schemeClr val="bg2"/>
              </a:buClr>
              <a:buFont typeface="Wingdings" pitchFamily="2" charset="2"/>
              <a:buChar char="n"/>
              <a:defRPr>
                <a:solidFill>
                  <a:schemeClr val="tx1"/>
                </a:solidFill>
                <a:latin typeface="+mn-lt"/>
              </a:defRPr>
            </a:lvl7pPr>
            <a:lvl8pPr marL="2801938" indent="-358775" algn="l" rtl="0" eaLnBrk="1" fontAlgn="base" hangingPunct="1">
              <a:spcBef>
                <a:spcPct val="0"/>
              </a:spcBef>
              <a:spcAft>
                <a:spcPct val="40000"/>
              </a:spcAft>
              <a:buClr>
                <a:schemeClr val="bg2"/>
              </a:buClr>
              <a:buFont typeface="Wingdings" pitchFamily="2" charset="2"/>
              <a:buChar char="n"/>
              <a:defRPr>
                <a:solidFill>
                  <a:schemeClr val="tx1"/>
                </a:solidFill>
                <a:latin typeface="+mn-lt"/>
              </a:defRPr>
            </a:lvl8pPr>
            <a:lvl9pPr marL="3259138" indent="-358775" algn="l" rtl="0" eaLnBrk="1" fontAlgn="base" hangingPunct="1">
              <a:spcBef>
                <a:spcPct val="0"/>
              </a:spcBef>
              <a:spcAft>
                <a:spcPct val="40000"/>
              </a:spcAft>
              <a:buClr>
                <a:schemeClr val="bg2"/>
              </a:buClr>
              <a:buFont typeface="Wingdings" pitchFamily="2" charset="2"/>
              <a:buChar char="n"/>
              <a:defRPr>
                <a:solidFill>
                  <a:schemeClr val="tx1"/>
                </a:solidFill>
                <a:latin typeface="+mn-lt"/>
              </a:defRPr>
            </a:lvl9pPr>
          </a:lstStyle>
          <a:p>
            <a:r>
              <a:rPr lang="en-PT" sz="1600" b="1" kern="0"/>
              <a:t>Software Design Specification (SDS)</a:t>
            </a:r>
          </a:p>
          <a:p>
            <a:endParaRPr lang="en-PT" sz="1600" kern="0"/>
          </a:p>
          <a:p>
            <a:pPr lvl="1"/>
            <a:r>
              <a:rPr lang="en-PT" sz="1600" kern="0"/>
              <a:t>Description of components</a:t>
            </a:r>
          </a:p>
          <a:p>
            <a:pPr lvl="1"/>
            <a:r>
              <a:rPr lang="en-PT" sz="1600" kern="0"/>
              <a:t>Architecture (UML diagrams, …)</a:t>
            </a:r>
          </a:p>
          <a:p>
            <a:pPr lvl="1"/>
            <a:r>
              <a:rPr lang="en-PT" sz="1600" kern="0"/>
              <a:t>Resource usage</a:t>
            </a:r>
          </a:p>
          <a:p>
            <a:pPr lvl="1"/>
            <a:r>
              <a:rPr lang="en-PT" sz="1600" kern="0"/>
              <a:t>Off the shelf/third party software usage</a:t>
            </a:r>
          </a:p>
          <a:p>
            <a:pPr lvl="1"/>
            <a:endParaRPr lang="en-PT" sz="1600" kern="0"/>
          </a:p>
          <a:p>
            <a:pPr lvl="1"/>
            <a:endParaRPr lang="en-PT" sz="1600" kern="0"/>
          </a:p>
        </p:txBody>
      </p:sp>
      <p:sp>
        <p:nvSpPr>
          <p:cNvPr id="22" name="TextBox 21">
            <a:extLst>
              <a:ext uri="{FF2B5EF4-FFF2-40B4-BE49-F238E27FC236}">
                <a16:creationId xmlns:a16="http://schemas.microsoft.com/office/drawing/2014/main" id="{AABCAC4F-5506-B73A-2DA5-69ED7D306601}"/>
              </a:ext>
            </a:extLst>
          </p:cNvPr>
          <p:cNvSpPr txBox="1"/>
          <p:nvPr/>
        </p:nvSpPr>
        <p:spPr>
          <a:xfrm>
            <a:off x="820658" y="2439602"/>
            <a:ext cx="1153274" cy="584775"/>
          </a:xfrm>
          <a:prstGeom prst="rect">
            <a:avLst/>
          </a:prstGeom>
          <a:noFill/>
        </p:spPr>
        <p:txBody>
          <a:bodyPr wrap="square">
            <a:spAutoFit/>
          </a:bodyPr>
          <a:lstStyle/>
          <a:p>
            <a:r>
              <a:rPr lang="en-PT" sz="3200" kern="0"/>
              <a:t>SRS</a:t>
            </a:r>
            <a:endParaRPr lang="en-PT" sz="3200"/>
          </a:p>
        </p:txBody>
      </p:sp>
      <p:sp>
        <p:nvSpPr>
          <p:cNvPr id="23" name="TextBox 22">
            <a:extLst>
              <a:ext uri="{FF2B5EF4-FFF2-40B4-BE49-F238E27FC236}">
                <a16:creationId xmlns:a16="http://schemas.microsoft.com/office/drawing/2014/main" id="{ADD96F41-283C-6E46-B464-FFFE1A660D19}"/>
              </a:ext>
            </a:extLst>
          </p:cNvPr>
          <p:cNvSpPr txBox="1"/>
          <p:nvPr/>
        </p:nvSpPr>
        <p:spPr>
          <a:xfrm>
            <a:off x="6642023" y="2439601"/>
            <a:ext cx="1153274" cy="584775"/>
          </a:xfrm>
          <a:prstGeom prst="rect">
            <a:avLst/>
          </a:prstGeom>
          <a:noFill/>
        </p:spPr>
        <p:txBody>
          <a:bodyPr wrap="square">
            <a:spAutoFit/>
          </a:bodyPr>
          <a:lstStyle/>
          <a:p>
            <a:r>
              <a:rPr lang="en-PT" sz="3200" kern="0"/>
              <a:t>SDS</a:t>
            </a:r>
            <a:endParaRPr lang="en-PT" sz="3200"/>
          </a:p>
        </p:txBody>
      </p:sp>
    </p:spTree>
    <p:extLst>
      <p:ext uri="{BB962C8B-B14F-4D97-AF65-F5344CB8AC3E}">
        <p14:creationId xmlns:p14="http://schemas.microsoft.com/office/powerpoint/2010/main" val="30344286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A6235-DA28-04EB-9E26-6ABFA6357F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EB7E95-51FC-03C9-1676-E660CA30E5FA}"/>
              </a:ext>
            </a:extLst>
          </p:cNvPr>
          <p:cNvSpPr>
            <a:spLocks noGrp="1"/>
          </p:cNvSpPr>
          <p:nvPr>
            <p:ph type="title"/>
          </p:nvPr>
        </p:nvSpPr>
        <p:spPr/>
        <p:txBody>
          <a:bodyPr/>
          <a:lstStyle/>
          <a:p>
            <a:r>
              <a:rPr lang="en-PT"/>
              <a:t>Software Lifecycle</a:t>
            </a:r>
          </a:p>
        </p:txBody>
      </p:sp>
      <p:sp>
        <p:nvSpPr>
          <p:cNvPr id="3" name="Text Placeholder 2">
            <a:extLst>
              <a:ext uri="{FF2B5EF4-FFF2-40B4-BE49-F238E27FC236}">
                <a16:creationId xmlns:a16="http://schemas.microsoft.com/office/drawing/2014/main" id="{AEAFD7F4-65F3-6C5D-3E3C-E3D33AF64F1B}"/>
              </a:ext>
            </a:extLst>
          </p:cNvPr>
          <p:cNvSpPr>
            <a:spLocks noGrp="1"/>
          </p:cNvSpPr>
          <p:nvPr>
            <p:ph type="body" sz="quarter" idx="10"/>
          </p:nvPr>
        </p:nvSpPr>
        <p:spPr/>
        <p:txBody>
          <a:bodyPr/>
          <a:lstStyle/>
          <a:p>
            <a:r>
              <a:rPr lang="en-PT"/>
              <a:t>IEC 62304:2006</a:t>
            </a:r>
          </a:p>
        </p:txBody>
      </p:sp>
      <p:sp>
        <p:nvSpPr>
          <p:cNvPr id="4" name="Content Placeholder 3">
            <a:extLst>
              <a:ext uri="{FF2B5EF4-FFF2-40B4-BE49-F238E27FC236}">
                <a16:creationId xmlns:a16="http://schemas.microsoft.com/office/drawing/2014/main" id="{D9822F87-3D93-28CC-6F95-33F2C0F1E31D}"/>
              </a:ext>
            </a:extLst>
          </p:cNvPr>
          <p:cNvSpPr>
            <a:spLocks noGrp="1"/>
          </p:cNvSpPr>
          <p:nvPr>
            <p:ph idx="1"/>
          </p:nvPr>
        </p:nvSpPr>
        <p:spPr>
          <a:xfrm>
            <a:off x="431598" y="1696251"/>
            <a:ext cx="11233149" cy="4248150"/>
          </a:xfrm>
        </p:spPr>
        <p:txBody>
          <a:bodyPr/>
          <a:lstStyle/>
          <a:p>
            <a:r>
              <a:rPr lang="pt-PT" err="1"/>
              <a:t>Evidence</a:t>
            </a:r>
            <a:r>
              <a:rPr lang="en-PT"/>
              <a:t> documents</a:t>
            </a:r>
          </a:p>
        </p:txBody>
      </p:sp>
      <p:sp>
        <p:nvSpPr>
          <p:cNvPr id="5" name="Slide Number Placeholder 4">
            <a:extLst>
              <a:ext uri="{FF2B5EF4-FFF2-40B4-BE49-F238E27FC236}">
                <a16:creationId xmlns:a16="http://schemas.microsoft.com/office/drawing/2014/main" id="{CE1BE9C5-9440-B2D3-14EB-0800176A21A3}"/>
              </a:ext>
            </a:extLst>
          </p:cNvPr>
          <p:cNvSpPr>
            <a:spLocks noGrp="1"/>
          </p:cNvSpPr>
          <p:nvPr>
            <p:ph type="sldNum" sz="quarter" idx="4"/>
          </p:nvPr>
        </p:nvSpPr>
        <p:spPr/>
        <p:txBody>
          <a:bodyPr/>
          <a:lstStyle/>
          <a:p>
            <a:pPr>
              <a:spcBef>
                <a:spcPct val="50000"/>
              </a:spcBef>
              <a:spcAft>
                <a:spcPct val="0"/>
              </a:spcAft>
              <a:buFontTx/>
              <a:buNone/>
            </a:pPr>
            <a:r>
              <a:rPr lang="en-US"/>
              <a:t>Page </a:t>
            </a:r>
            <a:fld id="{A06316EC-39FF-4C97-AA6E-29B761CE3E45}" type="slidenum">
              <a:rPr lang="en-US" smtClean="0"/>
              <a:pPr>
                <a:spcBef>
                  <a:spcPct val="50000"/>
                </a:spcBef>
                <a:spcAft>
                  <a:spcPct val="0"/>
                </a:spcAft>
                <a:buFontTx/>
                <a:buNone/>
              </a:pPr>
              <a:t>16</a:t>
            </a:fld>
            <a:endParaRPr lang="en-US"/>
          </a:p>
        </p:txBody>
      </p:sp>
      <p:sp>
        <p:nvSpPr>
          <p:cNvPr id="19" name="Content Placeholder 3">
            <a:extLst>
              <a:ext uri="{FF2B5EF4-FFF2-40B4-BE49-F238E27FC236}">
                <a16:creationId xmlns:a16="http://schemas.microsoft.com/office/drawing/2014/main" id="{955E504B-5591-54B2-9CB4-CF251C449E8E}"/>
              </a:ext>
            </a:extLst>
          </p:cNvPr>
          <p:cNvSpPr txBox="1">
            <a:spLocks/>
          </p:cNvSpPr>
          <p:nvPr/>
        </p:nvSpPr>
        <p:spPr bwMode="auto">
          <a:xfrm>
            <a:off x="831868" y="4203057"/>
            <a:ext cx="3066160" cy="1720204"/>
          </a:xfrm>
          <a:prstGeom prst="rect">
            <a:avLst/>
          </a:prstGeom>
          <a:noFill/>
          <a:ln>
            <a:noFill/>
          </a:ln>
          <a:effectLst/>
        </p:spPr>
        <p:txBody>
          <a:bodyPr vert="horz" wrap="square" lIns="0" tIns="0" rIns="0" bIns="0" numCol="1" anchor="t" anchorCtr="0" compatLnSpc="1">
            <a:prstTxWarp prst="textNoShape">
              <a:avLst/>
            </a:prstTxWarp>
          </a:bodyPr>
          <a:lstStyle>
            <a:lvl1pPr marL="360000" indent="-360000" algn="l" defTabSz="360000" rtl="0" eaLnBrk="1" fontAlgn="base" hangingPunct="1">
              <a:spcBef>
                <a:spcPct val="0"/>
              </a:spcBef>
              <a:spcAft>
                <a:spcPts val="900"/>
              </a:spcAft>
              <a:buClr>
                <a:schemeClr val="tx2"/>
              </a:buClr>
              <a:buFont typeface="Wingdings" pitchFamily="2" charset="2"/>
              <a:buChar char="n"/>
              <a:defRPr>
                <a:solidFill>
                  <a:schemeClr val="tx1"/>
                </a:solidFill>
                <a:latin typeface="+mn-lt"/>
                <a:ea typeface="+mn-ea"/>
                <a:cs typeface="+mn-cs"/>
              </a:defRPr>
            </a:lvl1pPr>
            <a:lvl2pPr marL="720000" indent="-360000" algn="l" defTabSz="360000" rtl="0" eaLnBrk="1" fontAlgn="base" hangingPunct="1">
              <a:spcBef>
                <a:spcPct val="0"/>
              </a:spcBef>
              <a:spcAft>
                <a:spcPts val="900"/>
              </a:spcAft>
              <a:buClr>
                <a:schemeClr val="bg2"/>
              </a:buClr>
              <a:buFont typeface="Wingdings" pitchFamily="2" charset="2"/>
              <a:buChar char="n"/>
              <a:defRPr>
                <a:solidFill>
                  <a:schemeClr val="tx1"/>
                </a:solidFill>
                <a:latin typeface="+mn-lt"/>
              </a:defRPr>
            </a:lvl2pPr>
            <a:lvl3pPr marL="1080000" indent="-360000" algn="l" defTabSz="360000" rtl="0" eaLnBrk="1" fontAlgn="base" hangingPunct="1">
              <a:spcBef>
                <a:spcPct val="0"/>
              </a:spcBef>
              <a:spcAft>
                <a:spcPts val="900"/>
              </a:spcAft>
              <a:buClr>
                <a:schemeClr val="bg2"/>
              </a:buClr>
              <a:buFont typeface="Wingdings" pitchFamily="2" charset="2"/>
              <a:buChar char="n"/>
              <a:defRPr>
                <a:solidFill>
                  <a:schemeClr val="tx1"/>
                </a:solidFill>
                <a:latin typeface="+mn-lt"/>
              </a:defRPr>
            </a:lvl3pPr>
            <a:lvl4pPr marL="1440000" indent="-360000" algn="l" defTabSz="360000" rtl="0" eaLnBrk="1" fontAlgn="base" hangingPunct="1">
              <a:spcBef>
                <a:spcPct val="0"/>
              </a:spcBef>
              <a:spcAft>
                <a:spcPts val="900"/>
              </a:spcAft>
              <a:buClr>
                <a:schemeClr val="bg2"/>
              </a:buClr>
              <a:buFont typeface="Wingdings" pitchFamily="2" charset="2"/>
              <a:buChar char="n"/>
              <a:defRPr>
                <a:solidFill>
                  <a:schemeClr val="tx1"/>
                </a:solidFill>
                <a:latin typeface="+mn-lt"/>
              </a:defRPr>
            </a:lvl4pPr>
            <a:lvl5pPr marL="1800000" indent="-360000" algn="l" defTabSz="360000" rtl="0" eaLnBrk="1" fontAlgn="base" hangingPunct="1">
              <a:spcBef>
                <a:spcPct val="0"/>
              </a:spcBef>
              <a:spcAft>
                <a:spcPts val="900"/>
              </a:spcAft>
              <a:buClr>
                <a:schemeClr val="bg2"/>
              </a:buClr>
              <a:buFont typeface="Wingdings" pitchFamily="2" charset="2"/>
              <a:buChar char="n"/>
              <a:defRPr>
                <a:solidFill>
                  <a:schemeClr val="tx1"/>
                </a:solidFill>
                <a:latin typeface="+mn-lt"/>
              </a:defRPr>
            </a:lvl5pPr>
            <a:lvl6pPr marL="1887538" indent="-358775" algn="l" rtl="0" eaLnBrk="1" fontAlgn="base" hangingPunct="1">
              <a:spcBef>
                <a:spcPct val="0"/>
              </a:spcBef>
              <a:spcAft>
                <a:spcPct val="40000"/>
              </a:spcAft>
              <a:buClr>
                <a:schemeClr val="bg2"/>
              </a:buClr>
              <a:buFont typeface="Wingdings" pitchFamily="2" charset="2"/>
              <a:buChar char="n"/>
              <a:defRPr>
                <a:solidFill>
                  <a:schemeClr val="tx1"/>
                </a:solidFill>
                <a:latin typeface="+mn-lt"/>
              </a:defRPr>
            </a:lvl6pPr>
            <a:lvl7pPr marL="2344738" indent="-358775" algn="l" rtl="0" eaLnBrk="1" fontAlgn="base" hangingPunct="1">
              <a:spcBef>
                <a:spcPct val="0"/>
              </a:spcBef>
              <a:spcAft>
                <a:spcPct val="40000"/>
              </a:spcAft>
              <a:buClr>
                <a:schemeClr val="bg2"/>
              </a:buClr>
              <a:buFont typeface="Wingdings" pitchFamily="2" charset="2"/>
              <a:buChar char="n"/>
              <a:defRPr>
                <a:solidFill>
                  <a:schemeClr val="tx1"/>
                </a:solidFill>
                <a:latin typeface="+mn-lt"/>
              </a:defRPr>
            </a:lvl7pPr>
            <a:lvl8pPr marL="2801938" indent="-358775" algn="l" rtl="0" eaLnBrk="1" fontAlgn="base" hangingPunct="1">
              <a:spcBef>
                <a:spcPct val="0"/>
              </a:spcBef>
              <a:spcAft>
                <a:spcPct val="40000"/>
              </a:spcAft>
              <a:buClr>
                <a:schemeClr val="bg2"/>
              </a:buClr>
              <a:buFont typeface="Wingdings" pitchFamily="2" charset="2"/>
              <a:buChar char="n"/>
              <a:defRPr>
                <a:solidFill>
                  <a:schemeClr val="tx1"/>
                </a:solidFill>
                <a:latin typeface="+mn-lt"/>
              </a:defRPr>
            </a:lvl8pPr>
            <a:lvl9pPr marL="3259138" indent="-358775" algn="l" rtl="0" eaLnBrk="1" fontAlgn="base" hangingPunct="1">
              <a:spcBef>
                <a:spcPct val="0"/>
              </a:spcBef>
              <a:spcAft>
                <a:spcPct val="40000"/>
              </a:spcAft>
              <a:buClr>
                <a:schemeClr val="bg2"/>
              </a:buClr>
              <a:buFont typeface="Wingdings" pitchFamily="2" charset="2"/>
              <a:buChar char="n"/>
              <a:defRPr>
                <a:solidFill>
                  <a:schemeClr val="tx1"/>
                </a:solidFill>
                <a:latin typeface="+mn-lt"/>
              </a:defRPr>
            </a:lvl9pPr>
          </a:lstStyle>
          <a:p>
            <a:r>
              <a:rPr lang="pt-PT" sz="1600" b="1" kern="0" err="1"/>
              <a:t>Verification</a:t>
            </a:r>
            <a:r>
              <a:rPr lang="pt-PT" sz="1600" b="1" kern="0"/>
              <a:t> </a:t>
            </a:r>
            <a:r>
              <a:rPr lang="pt-PT" sz="1600" b="1" kern="0" err="1"/>
              <a:t>Report</a:t>
            </a:r>
            <a:endParaRPr lang="en-PT" sz="1600" kern="0"/>
          </a:p>
          <a:p>
            <a:pPr lvl="1"/>
            <a:r>
              <a:rPr lang="pt-PT" sz="1600" kern="0" err="1"/>
              <a:t>Static</a:t>
            </a:r>
            <a:r>
              <a:rPr lang="pt-PT" sz="1600" kern="0"/>
              <a:t> </a:t>
            </a:r>
            <a:r>
              <a:rPr lang="pt-PT" sz="1600" kern="0" err="1"/>
              <a:t>analysis</a:t>
            </a:r>
            <a:r>
              <a:rPr lang="pt-PT" sz="1600" kern="0"/>
              <a:t>/</a:t>
            </a:r>
            <a:r>
              <a:rPr lang="pt-PT" sz="1600" kern="0" err="1"/>
              <a:t>Linter</a:t>
            </a:r>
            <a:r>
              <a:rPr lang="pt-PT" sz="1600" kern="0"/>
              <a:t> </a:t>
            </a:r>
            <a:r>
              <a:rPr lang="pt-PT" sz="1600" kern="0" err="1"/>
              <a:t>report</a:t>
            </a:r>
            <a:endParaRPr lang="pt-PT" sz="1600" kern="0"/>
          </a:p>
          <a:p>
            <a:pPr lvl="1"/>
            <a:r>
              <a:rPr lang="pt-PT" sz="1600" kern="0" err="1"/>
              <a:t>Unit</a:t>
            </a:r>
            <a:r>
              <a:rPr lang="pt-PT" sz="1600" kern="0"/>
              <a:t> </a:t>
            </a:r>
            <a:r>
              <a:rPr lang="pt-PT" sz="1600" kern="0" err="1"/>
              <a:t>test</a:t>
            </a:r>
            <a:r>
              <a:rPr lang="pt-PT" sz="1600" kern="0"/>
              <a:t> </a:t>
            </a:r>
            <a:r>
              <a:rPr lang="pt-PT" sz="1600" kern="0" err="1"/>
              <a:t>results</a:t>
            </a:r>
            <a:endParaRPr lang="en-PT" sz="1600" kern="0"/>
          </a:p>
        </p:txBody>
      </p:sp>
      <p:grpSp>
        <p:nvGrpSpPr>
          <p:cNvPr id="29" name="Agrupar 28">
            <a:extLst>
              <a:ext uri="{FF2B5EF4-FFF2-40B4-BE49-F238E27FC236}">
                <a16:creationId xmlns:a16="http://schemas.microsoft.com/office/drawing/2014/main" id="{797D01FC-6FCA-40BB-FA1A-4E2CE9403553}"/>
              </a:ext>
            </a:extLst>
          </p:cNvPr>
          <p:cNvGrpSpPr/>
          <p:nvPr/>
        </p:nvGrpSpPr>
        <p:grpSpPr>
          <a:xfrm>
            <a:off x="1412662" y="2188199"/>
            <a:ext cx="1904572" cy="1904572"/>
            <a:chOff x="0" y="2004317"/>
            <a:chExt cx="3809144" cy="3809144"/>
          </a:xfrm>
        </p:grpSpPr>
        <p:pic>
          <p:nvPicPr>
            <p:cNvPr id="14" name="Graphic 13" descr="Paper outline">
              <a:extLst>
                <a:ext uri="{FF2B5EF4-FFF2-40B4-BE49-F238E27FC236}">
                  <a16:creationId xmlns:a16="http://schemas.microsoft.com/office/drawing/2014/main" id="{5E0F3EA4-17D4-9F9E-2A9C-1627EC1BF13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2004317"/>
              <a:ext cx="3809144" cy="3809144"/>
            </a:xfrm>
            <a:prstGeom prst="rect">
              <a:avLst/>
            </a:prstGeom>
          </p:spPr>
        </p:pic>
        <p:pic>
          <p:nvPicPr>
            <p:cNvPr id="7" name="Gráfico 6" descr="Marca de Verificação com preenchimento sólido">
              <a:extLst>
                <a:ext uri="{FF2B5EF4-FFF2-40B4-BE49-F238E27FC236}">
                  <a16:creationId xmlns:a16="http://schemas.microsoft.com/office/drawing/2014/main" id="{59C02342-1596-146E-58CD-532E4A25219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29715" y="3951266"/>
              <a:ext cx="668039" cy="668039"/>
            </a:xfrm>
            <a:prstGeom prst="rect">
              <a:avLst/>
            </a:prstGeom>
          </p:spPr>
        </p:pic>
        <p:pic>
          <p:nvPicPr>
            <p:cNvPr id="9" name="Gráfico 8" descr="Fechar com preenchimento sólido">
              <a:extLst>
                <a:ext uri="{FF2B5EF4-FFF2-40B4-BE49-F238E27FC236}">
                  <a16:creationId xmlns:a16="http://schemas.microsoft.com/office/drawing/2014/main" id="{C0ADBB52-D2BA-E71D-BF74-E0FCD641C90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943818" y="3951266"/>
              <a:ext cx="668039" cy="668039"/>
            </a:xfrm>
            <a:prstGeom prst="rect">
              <a:avLst/>
            </a:prstGeom>
          </p:spPr>
        </p:pic>
        <p:sp>
          <p:nvSpPr>
            <p:cNvPr id="27" name="CaixaDeTexto 26">
              <a:extLst>
                <a:ext uri="{FF2B5EF4-FFF2-40B4-BE49-F238E27FC236}">
                  <a16:creationId xmlns:a16="http://schemas.microsoft.com/office/drawing/2014/main" id="{B37B5607-1992-6640-7DDA-BF564B9D4275}"/>
                </a:ext>
              </a:extLst>
            </p:cNvPr>
            <p:cNvSpPr txBox="1"/>
            <p:nvPr/>
          </p:nvSpPr>
          <p:spPr>
            <a:xfrm>
              <a:off x="833974" y="3820327"/>
              <a:ext cx="645048" cy="738664"/>
            </a:xfrm>
            <a:prstGeom prst="rect">
              <a:avLst/>
            </a:prstGeom>
            <a:noFill/>
          </p:spPr>
          <p:txBody>
            <a:bodyPr wrap="none" rtlCol="0">
              <a:spAutoFit/>
            </a:bodyPr>
            <a:lstStyle/>
            <a:p>
              <a:r>
                <a:rPr lang="pt-PT">
                  <a:solidFill>
                    <a:schemeClr val="accent4"/>
                  </a:solidFill>
                </a:rPr>
                <a:t>&lt;</a:t>
              </a:r>
            </a:p>
          </p:txBody>
        </p:sp>
        <p:sp>
          <p:nvSpPr>
            <p:cNvPr id="28" name="CaixaDeTexto 27">
              <a:extLst>
                <a:ext uri="{FF2B5EF4-FFF2-40B4-BE49-F238E27FC236}">
                  <a16:creationId xmlns:a16="http://schemas.microsoft.com/office/drawing/2014/main" id="{305F800E-68D4-7914-DF59-1C0D7E098B88}"/>
                </a:ext>
              </a:extLst>
            </p:cNvPr>
            <p:cNvSpPr txBox="1"/>
            <p:nvPr/>
          </p:nvSpPr>
          <p:spPr>
            <a:xfrm>
              <a:off x="2357148" y="3847137"/>
              <a:ext cx="645048" cy="738664"/>
            </a:xfrm>
            <a:prstGeom prst="rect">
              <a:avLst/>
            </a:prstGeom>
            <a:noFill/>
          </p:spPr>
          <p:txBody>
            <a:bodyPr wrap="none" rtlCol="0">
              <a:spAutoFit/>
            </a:bodyPr>
            <a:lstStyle/>
            <a:p>
              <a:r>
                <a:rPr lang="pt-PT">
                  <a:solidFill>
                    <a:schemeClr val="accent4"/>
                  </a:solidFill>
                </a:rPr>
                <a:t>&gt;</a:t>
              </a:r>
            </a:p>
          </p:txBody>
        </p:sp>
      </p:grpSp>
      <p:grpSp>
        <p:nvGrpSpPr>
          <p:cNvPr id="32" name="Agrupar 31">
            <a:extLst>
              <a:ext uri="{FF2B5EF4-FFF2-40B4-BE49-F238E27FC236}">
                <a16:creationId xmlns:a16="http://schemas.microsoft.com/office/drawing/2014/main" id="{AD30A7AC-0E07-F01E-6444-C2665A3E3FE4}"/>
              </a:ext>
            </a:extLst>
          </p:cNvPr>
          <p:cNvGrpSpPr>
            <a:grpSpLocks noChangeAspect="1"/>
          </p:cNvGrpSpPr>
          <p:nvPr/>
        </p:nvGrpSpPr>
        <p:grpSpPr>
          <a:xfrm>
            <a:off x="5139372" y="2188199"/>
            <a:ext cx="1911668" cy="1911668"/>
            <a:chOff x="5561715" y="2004317"/>
            <a:chExt cx="3809144" cy="3809144"/>
          </a:xfrm>
        </p:grpSpPr>
        <p:pic>
          <p:nvPicPr>
            <p:cNvPr id="10" name="Graphic 9" descr="Paper outline">
              <a:extLst>
                <a:ext uri="{FF2B5EF4-FFF2-40B4-BE49-F238E27FC236}">
                  <a16:creationId xmlns:a16="http://schemas.microsoft.com/office/drawing/2014/main" id="{419AAB1A-9A00-9A9D-760F-EB092B5DA0F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1715" y="2004317"/>
              <a:ext cx="3809144" cy="3809144"/>
            </a:xfrm>
            <a:prstGeom prst="rect">
              <a:avLst/>
            </a:prstGeom>
          </p:spPr>
        </p:pic>
        <p:pic>
          <p:nvPicPr>
            <p:cNvPr id="31" name="Gráfico 30" descr="Lista de verificação com preenchimento sólido">
              <a:extLst>
                <a:ext uri="{FF2B5EF4-FFF2-40B4-BE49-F238E27FC236}">
                  <a16:creationId xmlns:a16="http://schemas.microsoft.com/office/drawing/2014/main" id="{7E09C905-0FE7-BCAB-2BD8-59E74C1CBC5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523739" y="3429001"/>
              <a:ext cx="1874520" cy="1874520"/>
            </a:xfrm>
            <a:prstGeom prst="rect">
              <a:avLst/>
            </a:prstGeom>
          </p:spPr>
        </p:pic>
      </p:grpSp>
      <p:sp>
        <p:nvSpPr>
          <p:cNvPr id="33" name="Content Placeholder 3">
            <a:extLst>
              <a:ext uri="{FF2B5EF4-FFF2-40B4-BE49-F238E27FC236}">
                <a16:creationId xmlns:a16="http://schemas.microsoft.com/office/drawing/2014/main" id="{BEA63927-2ED0-2D1B-C4AF-6A73AB5994FD}"/>
              </a:ext>
            </a:extLst>
          </p:cNvPr>
          <p:cNvSpPr txBox="1">
            <a:spLocks/>
          </p:cNvSpPr>
          <p:nvPr/>
        </p:nvSpPr>
        <p:spPr bwMode="auto">
          <a:xfrm>
            <a:off x="4429717" y="4221820"/>
            <a:ext cx="3351670" cy="2463782"/>
          </a:xfrm>
          <a:prstGeom prst="rect">
            <a:avLst/>
          </a:prstGeom>
          <a:noFill/>
          <a:ln>
            <a:noFill/>
          </a:ln>
          <a:effectLst/>
        </p:spPr>
        <p:txBody>
          <a:bodyPr vert="horz" wrap="square" lIns="0" tIns="0" rIns="0" bIns="0" numCol="1" anchor="t" anchorCtr="0" compatLnSpc="1">
            <a:prstTxWarp prst="textNoShape">
              <a:avLst/>
            </a:prstTxWarp>
          </a:bodyPr>
          <a:lstStyle>
            <a:lvl1pPr marL="360000" indent="-360000" algn="l" defTabSz="360000" rtl="0" eaLnBrk="1" fontAlgn="base" hangingPunct="1">
              <a:spcBef>
                <a:spcPct val="0"/>
              </a:spcBef>
              <a:spcAft>
                <a:spcPts val="900"/>
              </a:spcAft>
              <a:buClr>
                <a:schemeClr val="tx2"/>
              </a:buClr>
              <a:buFont typeface="Wingdings" pitchFamily="2" charset="2"/>
              <a:buChar char="n"/>
              <a:defRPr>
                <a:solidFill>
                  <a:schemeClr val="tx1"/>
                </a:solidFill>
                <a:latin typeface="+mn-lt"/>
                <a:ea typeface="+mn-ea"/>
                <a:cs typeface="+mn-cs"/>
              </a:defRPr>
            </a:lvl1pPr>
            <a:lvl2pPr marL="720000" indent="-360000" algn="l" defTabSz="360000" rtl="0" eaLnBrk="1" fontAlgn="base" hangingPunct="1">
              <a:spcBef>
                <a:spcPct val="0"/>
              </a:spcBef>
              <a:spcAft>
                <a:spcPts val="900"/>
              </a:spcAft>
              <a:buClr>
                <a:schemeClr val="bg2"/>
              </a:buClr>
              <a:buFont typeface="Wingdings" pitchFamily="2" charset="2"/>
              <a:buChar char="n"/>
              <a:defRPr>
                <a:solidFill>
                  <a:schemeClr val="tx1"/>
                </a:solidFill>
                <a:latin typeface="+mn-lt"/>
              </a:defRPr>
            </a:lvl2pPr>
            <a:lvl3pPr marL="1080000" indent="-360000" algn="l" defTabSz="360000" rtl="0" eaLnBrk="1" fontAlgn="base" hangingPunct="1">
              <a:spcBef>
                <a:spcPct val="0"/>
              </a:spcBef>
              <a:spcAft>
                <a:spcPts val="900"/>
              </a:spcAft>
              <a:buClr>
                <a:schemeClr val="bg2"/>
              </a:buClr>
              <a:buFont typeface="Wingdings" pitchFamily="2" charset="2"/>
              <a:buChar char="n"/>
              <a:defRPr>
                <a:solidFill>
                  <a:schemeClr val="tx1"/>
                </a:solidFill>
                <a:latin typeface="+mn-lt"/>
              </a:defRPr>
            </a:lvl3pPr>
            <a:lvl4pPr marL="1440000" indent="-360000" algn="l" defTabSz="360000" rtl="0" eaLnBrk="1" fontAlgn="base" hangingPunct="1">
              <a:spcBef>
                <a:spcPct val="0"/>
              </a:spcBef>
              <a:spcAft>
                <a:spcPts val="900"/>
              </a:spcAft>
              <a:buClr>
                <a:schemeClr val="bg2"/>
              </a:buClr>
              <a:buFont typeface="Wingdings" pitchFamily="2" charset="2"/>
              <a:buChar char="n"/>
              <a:defRPr>
                <a:solidFill>
                  <a:schemeClr val="tx1"/>
                </a:solidFill>
                <a:latin typeface="+mn-lt"/>
              </a:defRPr>
            </a:lvl4pPr>
            <a:lvl5pPr marL="1800000" indent="-360000" algn="l" defTabSz="360000" rtl="0" eaLnBrk="1" fontAlgn="base" hangingPunct="1">
              <a:spcBef>
                <a:spcPct val="0"/>
              </a:spcBef>
              <a:spcAft>
                <a:spcPts val="900"/>
              </a:spcAft>
              <a:buClr>
                <a:schemeClr val="bg2"/>
              </a:buClr>
              <a:buFont typeface="Wingdings" pitchFamily="2" charset="2"/>
              <a:buChar char="n"/>
              <a:defRPr>
                <a:solidFill>
                  <a:schemeClr val="tx1"/>
                </a:solidFill>
                <a:latin typeface="+mn-lt"/>
              </a:defRPr>
            </a:lvl5pPr>
            <a:lvl6pPr marL="1887538" indent="-358775" algn="l" rtl="0" eaLnBrk="1" fontAlgn="base" hangingPunct="1">
              <a:spcBef>
                <a:spcPct val="0"/>
              </a:spcBef>
              <a:spcAft>
                <a:spcPct val="40000"/>
              </a:spcAft>
              <a:buClr>
                <a:schemeClr val="bg2"/>
              </a:buClr>
              <a:buFont typeface="Wingdings" pitchFamily="2" charset="2"/>
              <a:buChar char="n"/>
              <a:defRPr>
                <a:solidFill>
                  <a:schemeClr val="tx1"/>
                </a:solidFill>
                <a:latin typeface="+mn-lt"/>
              </a:defRPr>
            </a:lvl6pPr>
            <a:lvl7pPr marL="2344738" indent="-358775" algn="l" rtl="0" eaLnBrk="1" fontAlgn="base" hangingPunct="1">
              <a:spcBef>
                <a:spcPct val="0"/>
              </a:spcBef>
              <a:spcAft>
                <a:spcPct val="40000"/>
              </a:spcAft>
              <a:buClr>
                <a:schemeClr val="bg2"/>
              </a:buClr>
              <a:buFont typeface="Wingdings" pitchFamily="2" charset="2"/>
              <a:buChar char="n"/>
              <a:defRPr>
                <a:solidFill>
                  <a:schemeClr val="tx1"/>
                </a:solidFill>
                <a:latin typeface="+mn-lt"/>
              </a:defRPr>
            </a:lvl7pPr>
            <a:lvl8pPr marL="2801938" indent="-358775" algn="l" rtl="0" eaLnBrk="1" fontAlgn="base" hangingPunct="1">
              <a:spcBef>
                <a:spcPct val="0"/>
              </a:spcBef>
              <a:spcAft>
                <a:spcPct val="40000"/>
              </a:spcAft>
              <a:buClr>
                <a:schemeClr val="bg2"/>
              </a:buClr>
              <a:buFont typeface="Wingdings" pitchFamily="2" charset="2"/>
              <a:buChar char="n"/>
              <a:defRPr>
                <a:solidFill>
                  <a:schemeClr val="tx1"/>
                </a:solidFill>
                <a:latin typeface="+mn-lt"/>
              </a:defRPr>
            </a:lvl8pPr>
            <a:lvl9pPr marL="3259138" indent="-358775" algn="l" rtl="0" eaLnBrk="1" fontAlgn="base" hangingPunct="1">
              <a:spcBef>
                <a:spcPct val="0"/>
              </a:spcBef>
              <a:spcAft>
                <a:spcPct val="40000"/>
              </a:spcAft>
              <a:buClr>
                <a:schemeClr val="bg2"/>
              </a:buClr>
              <a:buFont typeface="Wingdings" pitchFamily="2" charset="2"/>
              <a:buChar char="n"/>
              <a:defRPr>
                <a:solidFill>
                  <a:schemeClr val="tx1"/>
                </a:solidFill>
                <a:latin typeface="+mn-lt"/>
              </a:defRPr>
            </a:lvl9pPr>
          </a:lstStyle>
          <a:p>
            <a:r>
              <a:rPr lang="pt-PT" sz="1600" b="1" kern="0" err="1"/>
              <a:t>Validation</a:t>
            </a:r>
            <a:r>
              <a:rPr lang="pt-PT" sz="1600" b="1" kern="0"/>
              <a:t> </a:t>
            </a:r>
            <a:r>
              <a:rPr lang="pt-PT" sz="1600" b="1" kern="0" err="1"/>
              <a:t>Report</a:t>
            </a:r>
            <a:endParaRPr lang="en-PT" sz="1600" kern="0"/>
          </a:p>
          <a:p>
            <a:pPr lvl="1"/>
            <a:r>
              <a:rPr lang="pt-PT" sz="1600" kern="0" err="1"/>
              <a:t>Functional</a:t>
            </a:r>
            <a:r>
              <a:rPr lang="pt-PT" sz="1600" kern="0"/>
              <a:t> </a:t>
            </a:r>
            <a:r>
              <a:rPr lang="pt-PT" sz="1600" kern="0" err="1"/>
              <a:t>test</a:t>
            </a:r>
            <a:r>
              <a:rPr lang="pt-PT" sz="1600" kern="0"/>
              <a:t> </a:t>
            </a:r>
            <a:r>
              <a:rPr lang="pt-PT" sz="1600" kern="0" err="1"/>
              <a:t>results</a:t>
            </a:r>
            <a:r>
              <a:rPr lang="pt-PT" sz="1600" kern="0"/>
              <a:t> (</a:t>
            </a:r>
            <a:r>
              <a:rPr lang="pt-PT" sz="1600" kern="0" err="1"/>
              <a:t>either</a:t>
            </a:r>
            <a:r>
              <a:rPr lang="pt-PT" sz="1600" kern="0"/>
              <a:t> manual </a:t>
            </a:r>
            <a:r>
              <a:rPr lang="pt-PT" sz="1600" kern="0" err="1"/>
              <a:t>or</a:t>
            </a:r>
            <a:r>
              <a:rPr lang="pt-PT" sz="1600" kern="0"/>
              <a:t> </a:t>
            </a:r>
            <a:r>
              <a:rPr lang="pt-PT" sz="1600" kern="0" err="1"/>
              <a:t>automated</a:t>
            </a:r>
            <a:r>
              <a:rPr lang="pt-PT" sz="1600" kern="0"/>
              <a:t>)</a:t>
            </a:r>
            <a:endParaRPr lang="en-PT" sz="1600" kern="0"/>
          </a:p>
        </p:txBody>
      </p:sp>
      <p:sp>
        <p:nvSpPr>
          <p:cNvPr id="37" name="Content Placeholder 3">
            <a:extLst>
              <a:ext uri="{FF2B5EF4-FFF2-40B4-BE49-F238E27FC236}">
                <a16:creationId xmlns:a16="http://schemas.microsoft.com/office/drawing/2014/main" id="{E430CA1D-532C-572E-23BB-C9636C680D2C}"/>
              </a:ext>
            </a:extLst>
          </p:cNvPr>
          <p:cNvSpPr txBox="1">
            <a:spLocks/>
          </p:cNvSpPr>
          <p:nvPr/>
        </p:nvSpPr>
        <p:spPr bwMode="auto">
          <a:xfrm>
            <a:off x="8313076" y="4221820"/>
            <a:ext cx="3351670" cy="2463782"/>
          </a:xfrm>
          <a:prstGeom prst="rect">
            <a:avLst/>
          </a:prstGeom>
          <a:noFill/>
          <a:ln>
            <a:noFill/>
          </a:ln>
          <a:effectLst/>
        </p:spPr>
        <p:txBody>
          <a:bodyPr vert="horz" wrap="square" lIns="0" tIns="0" rIns="0" bIns="0" numCol="1" anchor="t" anchorCtr="0" compatLnSpc="1">
            <a:prstTxWarp prst="textNoShape">
              <a:avLst/>
            </a:prstTxWarp>
          </a:bodyPr>
          <a:lstStyle>
            <a:lvl1pPr marL="360000" indent="-360000" algn="l" defTabSz="360000" rtl="0" eaLnBrk="1" fontAlgn="base" hangingPunct="1">
              <a:spcBef>
                <a:spcPct val="0"/>
              </a:spcBef>
              <a:spcAft>
                <a:spcPts val="900"/>
              </a:spcAft>
              <a:buClr>
                <a:schemeClr val="tx2"/>
              </a:buClr>
              <a:buFont typeface="Wingdings" pitchFamily="2" charset="2"/>
              <a:buChar char="n"/>
              <a:defRPr>
                <a:solidFill>
                  <a:schemeClr val="tx1"/>
                </a:solidFill>
                <a:latin typeface="+mn-lt"/>
                <a:ea typeface="+mn-ea"/>
                <a:cs typeface="+mn-cs"/>
              </a:defRPr>
            </a:lvl1pPr>
            <a:lvl2pPr marL="720000" indent="-360000" algn="l" defTabSz="360000" rtl="0" eaLnBrk="1" fontAlgn="base" hangingPunct="1">
              <a:spcBef>
                <a:spcPct val="0"/>
              </a:spcBef>
              <a:spcAft>
                <a:spcPts val="900"/>
              </a:spcAft>
              <a:buClr>
                <a:schemeClr val="bg2"/>
              </a:buClr>
              <a:buFont typeface="Wingdings" pitchFamily="2" charset="2"/>
              <a:buChar char="n"/>
              <a:defRPr>
                <a:solidFill>
                  <a:schemeClr val="tx1"/>
                </a:solidFill>
                <a:latin typeface="+mn-lt"/>
              </a:defRPr>
            </a:lvl2pPr>
            <a:lvl3pPr marL="1080000" indent="-360000" algn="l" defTabSz="360000" rtl="0" eaLnBrk="1" fontAlgn="base" hangingPunct="1">
              <a:spcBef>
                <a:spcPct val="0"/>
              </a:spcBef>
              <a:spcAft>
                <a:spcPts val="900"/>
              </a:spcAft>
              <a:buClr>
                <a:schemeClr val="bg2"/>
              </a:buClr>
              <a:buFont typeface="Wingdings" pitchFamily="2" charset="2"/>
              <a:buChar char="n"/>
              <a:defRPr>
                <a:solidFill>
                  <a:schemeClr val="tx1"/>
                </a:solidFill>
                <a:latin typeface="+mn-lt"/>
              </a:defRPr>
            </a:lvl3pPr>
            <a:lvl4pPr marL="1440000" indent="-360000" algn="l" defTabSz="360000" rtl="0" eaLnBrk="1" fontAlgn="base" hangingPunct="1">
              <a:spcBef>
                <a:spcPct val="0"/>
              </a:spcBef>
              <a:spcAft>
                <a:spcPts val="900"/>
              </a:spcAft>
              <a:buClr>
                <a:schemeClr val="bg2"/>
              </a:buClr>
              <a:buFont typeface="Wingdings" pitchFamily="2" charset="2"/>
              <a:buChar char="n"/>
              <a:defRPr>
                <a:solidFill>
                  <a:schemeClr val="tx1"/>
                </a:solidFill>
                <a:latin typeface="+mn-lt"/>
              </a:defRPr>
            </a:lvl4pPr>
            <a:lvl5pPr marL="1800000" indent="-360000" algn="l" defTabSz="360000" rtl="0" eaLnBrk="1" fontAlgn="base" hangingPunct="1">
              <a:spcBef>
                <a:spcPct val="0"/>
              </a:spcBef>
              <a:spcAft>
                <a:spcPts val="900"/>
              </a:spcAft>
              <a:buClr>
                <a:schemeClr val="bg2"/>
              </a:buClr>
              <a:buFont typeface="Wingdings" pitchFamily="2" charset="2"/>
              <a:buChar char="n"/>
              <a:defRPr>
                <a:solidFill>
                  <a:schemeClr val="tx1"/>
                </a:solidFill>
                <a:latin typeface="+mn-lt"/>
              </a:defRPr>
            </a:lvl5pPr>
            <a:lvl6pPr marL="1887538" indent="-358775" algn="l" rtl="0" eaLnBrk="1" fontAlgn="base" hangingPunct="1">
              <a:spcBef>
                <a:spcPct val="0"/>
              </a:spcBef>
              <a:spcAft>
                <a:spcPct val="40000"/>
              </a:spcAft>
              <a:buClr>
                <a:schemeClr val="bg2"/>
              </a:buClr>
              <a:buFont typeface="Wingdings" pitchFamily="2" charset="2"/>
              <a:buChar char="n"/>
              <a:defRPr>
                <a:solidFill>
                  <a:schemeClr val="tx1"/>
                </a:solidFill>
                <a:latin typeface="+mn-lt"/>
              </a:defRPr>
            </a:lvl6pPr>
            <a:lvl7pPr marL="2344738" indent="-358775" algn="l" rtl="0" eaLnBrk="1" fontAlgn="base" hangingPunct="1">
              <a:spcBef>
                <a:spcPct val="0"/>
              </a:spcBef>
              <a:spcAft>
                <a:spcPct val="40000"/>
              </a:spcAft>
              <a:buClr>
                <a:schemeClr val="bg2"/>
              </a:buClr>
              <a:buFont typeface="Wingdings" pitchFamily="2" charset="2"/>
              <a:buChar char="n"/>
              <a:defRPr>
                <a:solidFill>
                  <a:schemeClr val="tx1"/>
                </a:solidFill>
                <a:latin typeface="+mn-lt"/>
              </a:defRPr>
            </a:lvl7pPr>
            <a:lvl8pPr marL="2801938" indent="-358775" algn="l" rtl="0" eaLnBrk="1" fontAlgn="base" hangingPunct="1">
              <a:spcBef>
                <a:spcPct val="0"/>
              </a:spcBef>
              <a:spcAft>
                <a:spcPct val="40000"/>
              </a:spcAft>
              <a:buClr>
                <a:schemeClr val="bg2"/>
              </a:buClr>
              <a:buFont typeface="Wingdings" pitchFamily="2" charset="2"/>
              <a:buChar char="n"/>
              <a:defRPr>
                <a:solidFill>
                  <a:schemeClr val="tx1"/>
                </a:solidFill>
                <a:latin typeface="+mn-lt"/>
              </a:defRPr>
            </a:lvl8pPr>
            <a:lvl9pPr marL="3259138" indent="-358775" algn="l" rtl="0" eaLnBrk="1" fontAlgn="base" hangingPunct="1">
              <a:spcBef>
                <a:spcPct val="0"/>
              </a:spcBef>
              <a:spcAft>
                <a:spcPct val="40000"/>
              </a:spcAft>
              <a:buClr>
                <a:schemeClr val="bg2"/>
              </a:buClr>
              <a:buFont typeface="Wingdings" pitchFamily="2" charset="2"/>
              <a:buChar char="n"/>
              <a:defRPr>
                <a:solidFill>
                  <a:schemeClr val="tx1"/>
                </a:solidFill>
                <a:latin typeface="+mn-lt"/>
              </a:defRPr>
            </a:lvl9pPr>
          </a:lstStyle>
          <a:p>
            <a:r>
              <a:rPr lang="pt-PT" sz="1600" b="1" kern="0" err="1"/>
              <a:t>Req</a:t>
            </a:r>
            <a:r>
              <a:rPr lang="pt-PT" sz="1600" b="1" kern="0"/>
              <a:t>. </a:t>
            </a:r>
            <a:r>
              <a:rPr lang="pt-PT" sz="1600" b="1" kern="0" err="1"/>
              <a:t>Traceability</a:t>
            </a:r>
            <a:r>
              <a:rPr lang="pt-PT" sz="1600" b="1" kern="0"/>
              <a:t> </a:t>
            </a:r>
            <a:r>
              <a:rPr lang="pt-PT" sz="1600" b="1" kern="0" err="1"/>
              <a:t>Matrix</a:t>
            </a:r>
            <a:endParaRPr lang="pt-PT" sz="1600" kern="0"/>
          </a:p>
          <a:p>
            <a:pPr lvl="1"/>
            <a:r>
              <a:rPr lang="pt-PT" sz="1600" kern="0" err="1"/>
              <a:t>Connects</a:t>
            </a:r>
            <a:r>
              <a:rPr lang="pt-PT" sz="1600" kern="0"/>
              <a:t> </a:t>
            </a:r>
            <a:r>
              <a:rPr lang="pt-PT" sz="1600" kern="0" err="1"/>
              <a:t>tests</a:t>
            </a:r>
            <a:r>
              <a:rPr lang="pt-PT" sz="1600" kern="0"/>
              <a:t> with </a:t>
            </a:r>
            <a:r>
              <a:rPr lang="pt-PT" sz="1600" kern="0" err="1"/>
              <a:t>the</a:t>
            </a:r>
            <a:r>
              <a:rPr lang="pt-PT" sz="1600" kern="0"/>
              <a:t> SRS</a:t>
            </a:r>
          </a:p>
          <a:p>
            <a:pPr lvl="1"/>
            <a:r>
              <a:rPr lang="pt-PT" sz="1600" kern="0" err="1"/>
              <a:t>Ensures</a:t>
            </a:r>
            <a:r>
              <a:rPr lang="pt-PT" sz="1600" kern="0"/>
              <a:t> </a:t>
            </a:r>
            <a:r>
              <a:rPr lang="pt-PT" sz="1600" kern="0" err="1"/>
              <a:t>requirements</a:t>
            </a:r>
            <a:r>
              <a:rPr lang="pt-PT" sz="1600" kern="0"/>
              <a:t> are </a:t>
            </a:r>
            <a:r>
              <a:rPr lang="pt-PT" sz="1600" kern="0" err="1"/>
              <a:t>covered</a:t>
            </a:r>
            <a:r>
              <a:rPr lang="pt-PT" sz="1600" kern="0"/>
              <a:t> </a:t>
            </a:r>
            <a:r>
              <a:rPr lang="pt-PT" sz="1600" kern="0" err="1"/>
              <a:t>and</a:t>
            </a:r>
            <a:r>
              <a:rPr lang="pt-PT" sz="1600" kern="0"/>
              <a:t> </a:t>
            </a:r>
            <a:r>
              <a:rPr lang="pt-PT" sz="1600" kern="0" err="1"/>
              <a:t>tested</a:t>
            </a:r>
            <a:endParaRPr lang="en-PT" sz="1600" kern="0"/>
          </a:p>
        </p:txBody>
      </p:sp>
      <p:grpSp>
        <p:nvGrpSpPr>
          <p:cNvPr id="54" name="Agrupar 53">
            <a:extLst>
              <a:ext uri="{FF2B5EF4-FFF2-40B4-BE49-F238E27FC236}">
                <a16:creationId xmlns:a16="http://schemas.microsoft.com/office/drawing/2014/main" id="{66DEBBD1-2B61-EEB1-800E-D04D1C459752}"/>
              </a:ext>
            </a:extLst>
          </p:cNvPr>
          <p:cNvGrpSpPr/>
          <p:nvPr/>
        </p:nvGrpSpPr>
        <p:grpSpPr>
          <a:xfrm>
            <a:off x="9033077" y="2205840"/>
            <a:ext cx="1911668" cy="1911668"/>
            <a:chOff x="9033077" y="2205840"/>
            <a:chExt cx="1911668" cy="1911668"/>
          </a:xfrm>
        </p:grpSpPr>
        <p:pic>
          <p:nvPicPr>
            <p:cNvPr id="35" name="Graphic 9" descr="Paper outline">
              <a:extLst>
                <a:ext uri="{FF2B5EF4-FFF2-40B4-BE49-F238E27FC236}">
                  <a16:creationId xmlns:a16="http://schemas.microsoft.com/office/drawing/2014/main" id="{7C4A895E-FD82-2239-C03F-04ECC7C6956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033077" y="2205840"/>
              <a:ext cx="1911668" cy="1911668"/>
            </a:xfrm>
            <a:prstGeom prst="rect">
              <a:avLst/>
            </a:prstGeom>
          </p:spPr>
        </p:pic>
        <p:sp>
          <p:nvSpPr>
            <p:cNvPr id="38" name="Oval 37">
              <a:extLst>
                <a:ext uri="{FF2B5EF4-FFF2-40B4-BE49-F238E27FC236}">
                  <a16:creationId xmlns:a16="http://schemas.microsoft.com/office/drawing/2014/main" id="{B180A660-8E31-9C55-5AAA-43E16F14667A}"/>
                </a:ext>
              </a:extLst>
            </p:cNvPr>
            <p:cNvSpPr/>
            <p:nvPr/>
          </p:nvSpPr>
          <p:spPr bwMode="auto">
            <a:xfrm>
              <a:off x="9582913" y="3096204"/>
              <a:ext cx="193669" cy="180652"/>
            </a:xfrm>
            <a:prstGeom prst="ellipse">
              <a:avLst/>
            </a:prstGeom>
            <a:solidFill>
              <a:schemeClr val="tx2"/>
            </a:solidFill>
            <a:ln w="9525">
              <a:solidFill>
                <a:schemeClr val="tx2"/>
              </a:solidFill>
              <a:round/>
              <a:headEnd type="arrow" w="med" len="med"/>
              <a:tailEnd type="none" w="med" len="med"/>
            </a:ln>
            <a:effectLst/>
          </p:spPr>
          <p:txBody>
            <a:bodyPr rtlCol="0" anchor="ctr"/>
            <a:lstStyle/>
            <a:p>
              <a:pPr algn="ctr"/>
              <a:endParaRPr lang="pt-PT"/>
            </a:p>
          </p:txBody>
        </p:sp>
        <p:sp>
          <p:nvSpPr>
            <p:cNvPr id="39" name="Oval 38">
              <a:extLst>
                <a:ext uri="{FF2B5EF4-FFF2-40B4-BE49-F238E27FC236}">
                  <a16:creationId xmlns:a16="http://schemas.microsoft.com/office/drawing/2014/main" id="{E9418572-8BB6-3D6C-37C5-31FBDF6A611A}"/>
                </a:ext>
              </a:extLst>
            </p:cNvPr>
            <p:cNvSpPr/>
            <p:nvPr/>
          </p:nvSpPr>
          <p:spPr bwMode="auto">
            <a:xfrm>
              <a:off x="9888565" y="3092903"/>
              <a:ext cx="193669" cy="180652"/>
            </a:xfrm>
            <a:prstGeom prst="ellipse">
              <a:avLst/>
            </a:prstGeom>
            <a:solidFill>
              <a:schemeClr val="tx2"/>
            </a:solidFill>
            <a:ln w="9525">
              <a:solidFill>
                <a:schemeClr val="tx2"/>
              </a:solidFill>
              <a:round/>
              <a:headEnd type="arrow" w="med" len="med"/>
              <a:tailEnd type="none" w="med" len="med"/>
            </a:ln>
            <a:effectLst/>
          </p:spPr>
          <p:txBody>
            <a:bodyPr rtlCol="0" anchor="ctr"/>
            <a:lstStyle/>
            <a:p>
              <a:pPr algn="ctr"/>
              <a:endParaRPr lang="pt-PT"/>
            </a:p>
          </p:txBody>
        </p:sp>
        <p:sp>
          <p:nvSpPr>
            <p:cNvPr id="40" name="Oval 39">
              <a:extLst>
                <a:ext uri="{FF2B5EF4-FFF2-40B4-BE49-F238E27FC236}">
                  <a16:creationId xmlns:a16="http://schemas.microsoft.com/office/drawing/2014/main" id="{037EDF7B-8A00-AD0C-5C6A-9CB95BEE2C00}"/>
                </a:ext>
              </a:extLst>
            </p:cNvPr>
            <p:cNvSpPr/>
            <p:nvPr/>
          </p:nvSpPr>
          <p:spPr bwMode="auto">
            <a:xfrm>
              <a:off x="10186902" y="3096204"/>
              <a:ext cx="193669" cy="180652"/>
            </a:xfrm>
            <a:prstGeom prst="ellipse">
              <a:avLst/>
            </a:prstGeom>
            <a:solidFill>
              <a:schemeClr val="tx2"/>
            </a:solidFill>
            <a:ln w="9525">
              <a:solidFill>
                <a:schemeClr val="tx2"/>
              </a:solidFill>
              <a:round/>
              <a:headEnd type="arrow" w="med" len="med"/>
              <a:tailEnd type="none" w="med" len="med"/>
            </a:ln>
            <a:effectLst/>
          </p:spPr>
          <p:txBody>
            <a:bodyPr rtlCol="0" anchor="ctr"/>
            <a:lstStyle/>
            <a:p>
              <a:pPr algn="ctr"/>
              <a:endParaRPr lang="pt-PT"/>
            </a:p>
          </p:txBody>
        </p:sp>
        <p:sp>
          <p:nvSpPr>
            <p:cNvPr id="41" name="Triângulo isósceles 40">
              <a:extLst>
                <a:ext uri="{FF2B5EF4-FFF2-40B4-BE49-F238E27FC236}">
                  <a16:creationId xmlns:a16="http://schemas.microsoft.com/office/drawing/2014/main" id="{AAA626B6-FBE9-7405-3C8E-6807AF9AB2C5}"/>
                </a:ext>
              </a:extLst>
            </p:cNvPr>
            <p:cNvSpPr/>
            <p:nvPr/>
          </p:nvSpPr>
          <p:spPr bwMode="auto">
            <a:xfrm>
              <a:off x="9582913" y="3495694"/>
              <a:ext cx="193669" cy="180652"/>
            </a:xfrm>
            <a:prstGeom prst="triangle">
              <a:avLst/>
            </a:prstGeom>
            <a:solidFill>
              <a:schemeClr val="tx2"/>
            </a:solidFill>
            <a:ln w="9525">
              <a:solidFill>
                <a:schemeClr val="tx2"/>
              </a:solidFill>
              <a:round/>
              <a:headEnd type="arrow" w="med" len="med"/>
              <a:tailEnd type="none" w="med" len="med"/>
            </a:ln>
            <a:effectLst/>
          </p:spPr>
          <p:txBody>
            <a:bodyPr rtlCol="0" anchor="ctr"/>
            <a:lstStyle/>
            <a:p>
              <a:pPr algn="ctr"/>
              <a:endParaRPr lang="pt-PT"/>
            </a:p>
          </p:txBody>
        </p:sp>
        <p:sp>
          <p:nvSpPr>
            <p:cNvPr id="42" name="Triângulo isósceles 41">
              <a:extLst>
                <a:ext uri="{FF2B5EF4-FFF2-40B4-BE49-F238E27FC236}">
                  <a16:creationId xmlns:a16="http://schemas.microsoft.com/office/drawing/2014/main" id="{6432E980-99C0-0B70-E428-0F74E0924BBA}"/>
                </a:ext>
              </a:extLst>
            </p:cNvPr>
            <p:cNvSpPr/>
            <p:nvPr/>
          </p:nvSpPr>
          <p:spPr bwMode="auto">
            <a:xfrm>
              <a:off x="9881768" y="3495694"/>
              <a:ext cx="193669" cy="180652"/>
            </a:xfrm>
            <a:prstGeom prst="triangle">
              <a:avLst/>
            </a:prstGeom>
            <a:solidFill>
              <a:schemeClr val="tx2"/>
            </a:solidFill>
            <a:ln w="9525">
              <a:solidFill>
                <a:schemeClr val="tx2"/>
              </a:solidFill>
              <a:round/>
              <a:headEnd type="arrow" w="med" len="med"/>
              <a:tailEnd type="none" w="med" len="med"/>
            </a:ln>
            <a:effectLst/>
          </p:spPr>
          <p:txBody>
            <a:bodyPr rtlCol="0" anchor="ctr"/>
            <a:lstStyle/>
            <a:p>
              <a:pPr algn="ctr"/>
              <a:endParaRPr lang="pt-PT"/>
            </a:p>
          </p:txBody>
        </p:sp>
        <p:sp>
          <p:nvSpPr>
            <p:cNvPr id="43" name="Triângulo isósceles 42">
              <a:extLst>
                <a:ext uri="{FF2B5EF4-FFF2-40B4-BE49-F238E27FC236}">
                  <a16:creationId xmlns:a16="http://schemas.microsoft.com/office/drawing/2014/main" id="{813ED7B1-EC37-8DED-0004-B9E1105E8122}"/>
                </a:ext>
              </a:extLst>
            </p:cNvPr>
            <p:cNvSpPr/>
            <p:nvPr/>
          </p:nvSpPr>
          <p:spPr bwMode="auto">
            <a:xfrm>
              <a:off x="10180623" y="3499586"/>
              <a:ext cx="193669" cy="180652"/>
            </a:xfrm>
            <a:prstGeom prst="triangle">
              <a:avLst/>
            </a:prstGeom>
            <a:solidFill>
              <a:schemeClr val="tx2"/>
            </a:solidFill>
            <a:ln w="9525">
              <a:solidFill>
                <a:schemeClr val="tx2"/>
              </a:solidFill>
              <a:round/>
              <a:headEnd type="arrow" w="med" len="med"/>
              <a:tailEnd type="none" w="med" len="med"/>
            </a:ln>
            <a:effectLst/>
          </p:spPr>
          <p:txBody>
            <a:bodyPr rtlCol="0" anchor="ctr"/>
            <a:lstStyle/>
            <a:p>
              <a:pPr algn="ctr"/>
              <a:endParaRPr lang="pt-PT"/>
            </a:p>
          </p:txBody>
        </p:sp>
        <p:cxnSp>
          <p:nvCxnSpPr>
            <p:cNvPr id="44" name="Straight Connector 24">
              <a:extLst>
                <a:ext uri="{FF2B5EF4-FFF2-40B4-BE49-F238E27FC236}">
                  <a16:creationId xmlns:a16="http://schemas.microsoft.com/office/drawing/2014/main" id="{41B5295A-0A98-16BA-D8D1-CE5D753F9078}"/>
                </a:ext>
              </a:extLst>
            </p:cNvPr>
            <p:cNvCxnSpPr>
              <a:stCxn id="41" idx="0"/>
              <a:endCxn id="38" idx="4"/>
            </p:cNvCxnSpPr>
            <p:nvPr/>
          </p:nvCxnSpPr>
          <p:spPr bwMode="auto">
            <a:xfrm flipV="1">
              <a:off x="9679748" y="3276856"/>
              <a:ext cx="0" cy="218838"/>
            </a:xfrm>
            <a:prstGeom prst="line">
              <a:avLst/>
            </a:prstGeom>
            <a:noFill/>
            <a:ln w="9525" cap="flat" cmpd="sng" algn="ctr">
              <a:solidFill>
                <a:schemeClr val="tx2"/>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7" name="Straight Connector 24">
              <a:extLst>
                <a:ext uri="{FF2B5EF4-FFF2-40B4-BE49-F238E27FC236}">
                  <a16:creationId xmlns:a16="http://schemas.microsoft.com/office/drawing/2014/main" id="{98D9AA96-986C-CDA0-ADE7-F38CDB775E1A}"/>
                </a:ext>
              </a:extLst>
            </p:cNvPr>
            <p:cNvCxnSpPr>
              <a:stCxn id="42" idx="0"/>
              <a:endCxn id="38" idx="4"/>
            </p:cNvCxnSpPr>
            <p:nvPr/>
          </p:nvCxnSpPr>
          <p:spPr bwMode="auto">
            <a:xfrm flipH="1" flipV="1">
              <a:off x="9679748" y="3276856"/>
              <a:ext cx="298855" cy="218838"/>
            </a:xfrm>
            <a:prstGeom prst="line">
              <a:avLst/>
            </a:prstGeom>
            <a:noFill/>
            <a:ln w="9525" cap="flat" cmpd="sng" algn="ctr">
              <a:solidFill>
                <a:schemeClr val="tx2"/>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Straight Connector 24">
              <a:extLst>
                <a:ext uri="{FF2B5EF4-FFF2-40B4-BE49-F238E27FC236}">
                  <a16:creationId xmlns:a16="http://schemas.microsoft.com/office/drawing/2014/main" id="{5F0C9646-0B49-51C8-D48B-403ED25EE819}"/>
                </a:ext>
              </a:extLst>
            </p:cNvPr>
            <p:cNvCxnSpPr>
              <a:stCxn id="43" idx="0"/>
              <a:endCxn id="39" idx="4"/>
            </p:cNvCxnSpPr>
            <p:nvPr/>
          </p:nvCxnSpPr>
          <p:spPr bwMode="auto">
            <a:xfrm flipH="1" flipV="1">
              <a:off x="9985400" y="3273555"/>
              <a:ext cx="292058" cy="226031"/>
            </a:xfrm>
            <a:prstGeom prst="line">
              <a:avLst/>
            </a:prstGeom>
            <a:noFill/>
            <a:ln w="9525" cap="flat" cmpd="sng" algn="ctr">
              <a:solidFill>
                <a:schemeClr val="tx2"/>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Straight Connector 24">
              <a:extLst>
                <a:ext uri="{FF2B5EF4-FFF2-40B4-BE49-F238E27FC236}">
                  <a16:creationId xmlns:a16="http://schemas.microsoft.com/office/drawing/2014/main" id="{215C738D-7346-B564-6375-710A8E6A762D}"/>
                </a:ext>
              </a:extLst>
            </p:cNvPr>
            <p:cNvCxnSpPr/>
            <p:nvPr/>
          </p:nvCxnSpPr>
          <p:spPr bwMode="auto">
            <a:xfrm flipV="1">
              <a:off x="10285292" y="3276856"/>
              <a:ext cx="0" cy="218838"/>
            </a:xfrm>
            <a:prstGeom prst="line">
              <a:avLst/>
            </a:prstGeom>
            <a:noFill/>
            <a:ln w="9525" cap="flat" cmpd="sng" algn="ctr">
              <a:solidFill>
                <a:schemeClr val="tx2"/>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55" name="TextBox 21">
            <a:extLst>
              <a:ext uri="{FF2B5EF4-FFF2-40B4-BE49-F238E27FC236}">
                <a16:creationId xmlns:a16="http://schemas.microsoft.com/office/drawing/2014/main" id="{0FB38BE2-241E-AB53-E800-AD739E480439}"/>
              </a:ext>
            </a:extLst>
          </p:cNvPr>
          <p:cNvSpPr txBox="1"/>
          <p:nvPr/>
        </p:nvSpPr>
        <p:spPr>
          <a:xfrm>
            <a:off x="1775116" y="2385633"/>
            <a:ext cx="1153274" cy="338554"/>
          </a:xfrm>
          <a:prstGeom prst="rect">
            <a:avLst/>
          </a:prstGeom>
          <a:noFill/>
        </p:spPr>
        <p:txBody>
          <a:bodyPr wrap="square">
            <a:spAutoFit/>
          </a:bodyPr>
          <a:lstStyle/>
          <a:p>
            <a:r>
              <a:rPr lang="pt-PT" sz="1600" kern="0"/>
              <a:t>VRR</a:t>
            </a:r>
            <a:endParaRPr lang="en-PT" sz="1600"/>
          </a:p>
        </p:txBody>
      </p:sp>
      <p:sp>
        <p:nvSpPr>
          <p:cNvPr id="56" name="TextBox 21">
            <a:extLst>
              <a:ext uri="{FF2B5EF4-FFF2-40B4-BE49-F238E27FC236}">
                <a16:creationId xmlns:a16="http://schemas.microsoft.com/office/drawing/2014/main" id="{CA90164C-033A-9A35-C2EB-0142F443AC9B}"/>
              </a:ext>
            </a:extLst>
          </p:cNvPr>
          <p:cNvSpPr txBox="1"/>
          <p:nvPr/>
        </p:nvSpPr>
        <p:spPr>
          <a:xfrm>
            <a:off x="5511254" y="2386602"/>
            <a:ext cx="1153274" cy="338554"/>
          </a:xfrm>
          <a:prstGeom prst="rect">
            <a:avLst/>
          </a:prstGeom>
          <a:noFill/>
        </p:spPr>
        <p:txBody>
          <a:bodyPr wrap="square">
            <a:spAutoFit/>
          </a:bodyPr>
          <a:lstStyle/>
          <a:p>
            <a:r>
              <a:rPr lang="pt-PT" sz="1600" kern="0"/>
              <a:t>VLR</a:t>
            </a:r>
            <a:endParaRPr lang="en-PT" sz="1600"/>
          </a:p>
        </p:txBody>
      </p:sp>
      <p:sp>
        <p:nvSpPr>
          <p:cNvPr id="57" name="TextBox 21">
            <a:extLst>
              <a:ext uri="{FF2B5EF4-FFF2-40B4-BE49-F238E27FC236}">
                <a16:creationId xmlns:a16="http://schemas.microsoft.com/office/drawing/2014/main" id="{2565695E-4E8D-C444-5AB7-649A1E1CE9BA}"/>
              </a:ext>
            </a:extLst>
          </p:cNvPr>
          <p:cNvSpPr txBox="1"/>
          <p:nvPr/>
        </p:nvSpPr>
        <p:spPr>
          <a:xfrm>
            <a:off x="9401965" y="2399493"/>
            <a:ext cx="1153274" cy="338554"/>
          </a:xfrm>
          <a:prstGeom prst="rect">
            <a:avLst/>
          </a:prstGeom>
          <a:noFill/>
        </p:spPr>
        <p:txBody>
          <a:bodyPr wrap="square">
            <a:spAutoFit/>
          </a:bodyPr>
          <a:lstStyle/>
          <a:p>
            <a:r>
              <a:rPr lang="pt-PT" sz="1600" kern="0"/>
              <a:t>RTM</a:t>
            </a:r>
            <a:endParaRPr lang="en-PT" sz="1600"/>
          </a:p>
        </p:txBody>
      </p:sp>
    </p:spTree>
    <p:extLst>
      <p:ext uri="{BB962C8B-B14F-4D97-AF65-F5344CB8AC3E}">
        <p14:creationId xmlns:p14="http://schemas.microsoft.com/office/powerpoint/2010/main" val="7069751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99489-D6FD-DE32-8566-D5C55BE7727C}"/>
              </a:ext>
            </a:extLst>
          </p:cNvPr>
          <p:cNvSpPr>
            <a:spLocks noGrp="1"/>
          </p:cNvSpPr>
          <p:nvPr>
            <p:ph type="title"/>
          </p:nvPr>
        </p:nvSpPr>
        <p:spPr/>
        <p:txBody>
          <a:bodyPr/>
          <a:lstStyle/>
          <a:p>
            <a:r>
              <a:rPr lang="en-PT"/>
              <a:t>What about cybersecurity concerns?</a:t>
            </a:r>
          </a:p>
        </p:txBody>
      </p:sp>
      <p:sp>
        <p:nvSpPr>
          <p:cNvPr id="3" name="Text Placeholder 2">
            <a:extLst>
              <a:ext uri="{FF2B5EF4-FFF2-40B4-BE49-F238E27FC236}">
                <a16:creationId xmlns:a16="http://schemas.microsoft.com/office/drawing/2014/main" id="{D0A0FB9B-8105-D0B3-FF22-155497D6CD34}"/>
              </a:ext>
            </a:extLst>
          </p:cNvPr>
          <p:cNvSpPr>
            <a:spLocks noGrp="1"/>
          </p:cNvSpPr>
          <p:nvPr>
            <p:ph type="body" sz="quarter" idx="10"/>
          </p:nvPr>
        </p:nvSpPr>
        <p:spPr/>
        <p:txBody>
          <a:bodyPr/>
          <a:lstStyle/>
          <a:p>
            <a:r>
              <a:rPr lang="en-PT"/>
              <a:t>STRIDE model</a:t>
            </a:r>
          </a:p>
        </p:txBody>
      </p:sp>
      <p:sp>
        <p:nvSpPr>
          <p:cNvPr id="4" name="Content Placeholder 3">
            <a:extLst>
              <a:ext uri="{FF2B5EF4-FFF2-40B4-BE49-F238E27FC236}">
                <a16:creationId xmlns:a16="http://schemas.microsoft.com/office/drawing/2014/main" id="{04B9A1E7-3A57-B5FE-1CD9-AADF6CB058A2}"/>
              </a:ext>
            </a:extLst>
          </p:cNvPr>
          <p:cNvSpPr>
            <a:spLocks noGrp="1"/>
          </p:cNvSpPr>
          <p:nvPr>
            <p:ph idx="1"/>
          </p:nvPr>
        </p:nvSpPr>
        <p:spPr>
          <a:xfrm>
            <a:off x="477838" y="1626656"/>
            <a:ext cx="11233149" cy="1165781"/>
          </a:xfrm>
        </p:spPr>
        <p:txBody>
          <a:bodyPr/>
          <a:lstStyle/>
          <a:p>
            <a:pPr marL="0" indent="0" algn="ctr">
              <a:buNone/>
            </a:pPr>
            <a:r>
              <a:rPr lang="en-GB" sz="7200"/>
              <a:t>S</a:t>
            </a:r>
            <a:r>
              <a:rPr lang="en-PT" sz="7200"/>
              <a:t>	    T     R     I     D     E</a:t>
            </a:r>
          </a:p>
        </p:txBody>
      </p:sp>
      <p:sp>
        <p:nvSpPr>
          <p:cNvPr id="5" name="Slide Number Placeholder 4">
            <a:extLst>
              <a:ext uri="{FF2B5EF4-FFF2-40B4-BE49-F238E27FC236}">
                <a16:creationId xmlns:a16="http://schemas.microsoft.com/office/drawing/2014/main" id="{DDD733ED-8F3A-BF95-F1B3-336009AC04B2}"/>
              </a:ext>
            </a:extLst>
          </p:cNvPr>
          <p:cNvSpPr>
            <a:spLocks noGrp="1"/>
          </p:cNvSpPr>
          <p:nvPr>
            <p:ph type="sldNum" sz="quarter" idx="4"/>
          </p:nvPr>
        </p:nvSpPr>
        <p:spPr/>
        <p:txBody>
          <a:bodyPr/>
          <a:lstStyle/>
          <a:p>
            <a:pPr>
              <a:spcBef>
                <a:spcPct val="50000"/>
              </a:spcBef>
              <a:spcAft>
                <a:spcPct val="0"/>
              </a:spcAft>
              <a:buFontTx/>
              <a:buNone/>
            </a:pPr>
            <a:r>
              <a:rPr lang="en-US"/>
              <a:t>Page </a:t>
            </a:r>
            <a:fld id="{A06316EC-39FF-4C97-AA6E-29B761CE3E45}" type="slidenum">
              <a:rPr lang="en-US" smtClean="0"/>
              <a:pPr>
                <a:spcBef>
                  <a:spcPct val="50000"/>
                </a:spcBef>
                <a:spcAft>
                  <a:spcPct val="0"/>
                </a:spcAft>
                <a:buFontTx/>
                <a:buNone/>
              </a:pPr>
              <a:t>17</a:t>
            </a:fld>
            <a:endParaRPr lang="en-US"/>
          </a:p>
        </p:txBody>
      </p:sp>
      <p:sp>
        <p:nvSpPr>
          <p:cNvPr id="6" name="Rounded Rectangle 5">
            <a:extLst>
              <a:ext uri="{FF2B5EF4-FFF2-40B4-BE49-F238E27FC236}">
                <a16:creationId xmlns:a16="http://schemas.microsoft.com/office/drawing/2014/main" id="{AEBC5D0F-87B7-A95F-AF2F-B39A66A3BA2C}"/>
              </a:ext>
            </a:extLst>
          </p:cNvPr>
          <p:cNvSpPr/>
          <p:nvPr/>
        </p:nvSpPr>
        <p:spPr bwMode="auto">
          <a:xfrm>
            <a:off x="1048043" y="2904978"/>
            <a:ext cx="1229795" cy="604911"/>
          </a:xfrm>
          <a:prstGeom prst="roundRect">
            <a:avLst/>
          </a:prstGeom>
          <a:solidFill>
            <a:schemeClr val="tx2">
              <a:lumMod val="20000"/>
              <a:lumOff val="80000"/>
            </a:schemeClr>
          </a:solidFill>
          <a:ln w="9525">
            <a:solidFill>
              <a:schemeClr val="tx2"/>
            </a:solidFill>
            <a:round/>
            <a:headEnd type="arrow" w="med" len="med"/>
            <a:tailEnd type="none" w="med" len="med"/>
          </a:ln>
          <a:effectLst/>
        </p:spPr>
        <p:txBody>
          <a:bodyPr rtlCol="0" anchor="ctr"/>
          <a:lstStyle/>
          <a:p>
            <a:pPr algn="ctr"/>
            <a:r>
              <a:rPr lang="en-PT" sz="1200"/>
              <a:t>Spoofing</a:t>
            </a:r>
          </a:p>
        </p:txBody>
      </p:sp>
      <p:sp>
        <p:nvSpPr>
          <p:cNvPr id="7" name="Rounded Rectangle 6">
            <a:extLst>
              <a:ext uri="{FF2B5EF4-FFF2-40B4-BE49-F238E27FC236}">
                <a16:creationId xmlns:a16="http://schemas.microsoft.com/office/drawing/2014/main" id="{0A21BD0E-473E-84C7-A287-B8B54E3D51F0}"/>
              </a:ext>
            </a:extLst>
          </p:cNvPr>
          <p:cNvSpPr/>
          <p:nvPr/>
        </p:nvSpPr>
        <p:spPr bwMode="auto">
          <a:xfrm>
            <a:off x="2783059" y="2904978"/>
            <a:ext cx="1229795" cy="604911"/>
          </a:xfrm>
          <a:prstGeom prst="roundRect">
            <a:avLst/>
          </a:prstGeom>
          <a:solidFill>
            <a:schemeClr val="accent1">
              <a:lumMod val="20000"/>
              <a:lumOff val="80000"/>
            </a:schemeClr>
          </a:solidFill>
          <a:ln w="9525">
            <a:solidFill>
              <a:schemeClr val="accent1"/>
            </a:solidFill>
            <a:round/>
            <a:headEnd type="arrow" w="med" len="med"/>
            <a:tailEnd type="none" w="med" len="med"/>
          </a:ln>
          <a:effectLst/>
        </p:spPr>
        <p:txBody>
          <a:bodyPr rtlCol="0" anchor="ctr"/>
          <a:lstStyle/>
          <a:p>
            <a:pPr algn="ctr"/>
            <a:r>
              <a:rPr lang="en-PT" sz="1200"/>
              <a:t>Tampering</a:t>
            </a:r>
          </a:p>
        </p:txBody>
      </p:sp>
      <p:sp>
        <p:nvSpPr>
          <p:cNvPr id="8" name="Rounded Rectangle 7">
            <a:extLst>
              <a:ext uri="{FF2B5EF4-FFF2-40B4-BE49-F238E27FC236}">
                <a16:creationId xmlns:a16="http://schemas.microsoft.com/office/drawing/2014/main" id="{71E59850-A3F7-23AB-BDF1-D16A3F45DD01}"/>
              </a:ext>
            </a:extLst>
          </p:cNvPr>
          <p:cNvSpPr/>
          <p:nvPr/>
        </p:nvSpPr>
        <p:spPr bwMode="auto">
          <a:xfrm>
            <a:off x="4590756" y="2904978"/>
            <a:ext cx="1229795" cy="604911"/>
          </a:xfrm>
          <a:prstGeom prst="roundRect">
            <a:avLst/>
          </a:prstGeom>
          <a:solidFill>
            <a:schemeClr val="accent2">
              <a:lumMod val="20000"/>
              <a:lumOff val="80000"/>
            </a:schemeClr>
          </a:solidFill>
          <a:ln w="9525">
            <a:solidFill>
              <a:schemeClr val="accent2"/>
            </a:solidFill>
            <a:round/>
            <a:headEnd type="arrow" w="med" len="med"/>
            <a:tailEnd type="none" w="med" len="med"/>
          </a:ln>
          <a:effectLst/>
        </p:spPr>
        <p:txBody>
          <a:bodyPr rtlCol="0" anchor="ctr"/>
          <a:lstStyle/>
          <a:p>
            <a:pPr algn="ctr"/>
            <a:r>
              <a:rPr lang="en-PT" sz="1200"/>
              <a:t>Repudiation</a:t>
            </a:r>
          </a:p>
        </p:txBody>
      </p:sp>
      <p:sp>
        <p:nvSpPr>
          <p:cNvPr id="9" name="Rounded Rectangle 8">
            <a:extLst>
              <a:ext uri="{FF2B5EF4-FFF2-40B4-BE49-F238E27FC236}">
                <a16:creationId xmlns:a16="http://schemas.microsoft.com/office/drawing/2014/main" id="{980F8479-2818-B139-E48F-ACAFB8127008}"/>
              </a:ext>
            </a:extLst>
          </p:cNvPr>
          <p:cNvSpPr/>
          <p:nvPr/>
        </p:nvSpPr>
        <p:spPr bwMode="auto">
          <a:xfrm>
            <a:off x="6304670" y="2904978"/>
            <a:ext cx="1229795" cy="604911"/>
          </a:xfrm>
          <a:prstGeom prst="roundRect">
            <a:avLst/>
          </a:prstGeom>
          <a:solidFill>
            <a:schemeClr val="accent3">
              <a:lumMod val="20000"/>
              <a:lumOff val="80000"/>
            </a:schemeClr>
          </a:solidFill>
          <a:ln w="9525">
            <a:solidFill>
              <a:schemeClr val="accent3"/>
            </a:solidFill>
            <a:round/>
            <a:headEnd type="arrow" w="med" len="med"/>
            <a:tailEnd type="none" w="med" len="med"/>
          </a:ln>
          <a:effectLst/>
        </p:spPr>
        <p:txBody>
          <a:bodyPr rtlCol="0" anchor="ctr"/>
          <a:lstStyle/>
          <a:p>
            <a:pPr algn="ctr"/>
            <a:r>
              <a:rPr lang="en-PT" sz="1200"/>
              <a:t>Information Disclosure</a:t>
            </a:r>
          </a:p>
        </p:txBody>
      </p:sp>
      <p:sp>
        <p:nvSpPr>
          <p:cNvPr id="10" name="Rounded Rectangle 9">
            <a:extLst>
              <a:ext uri="{FF2B5EF4-FFF2-40B4-BE49-F238E27FC236}">
                <a16:creationId xmlns:a16="http://schemas.microsoft.com/office/drawing/2014/main" id="{89DAFAA3-D253-3378-010A-93A9D18553D5}"/>
              </a:ext>
            </a:extLst>
          </p:cNvPr>
          <p:cNvSpPr/>
          <p:nvPr/>
        </p:nvSpPr>
        <p:spPr bwMode="auto">
          <a:xfrm>
            <a:off x="8018584" y="2904978"/>
            <a:ext cx="1229795" cy="604911"/>
          </a:xfrm>
          <a:prstGeom prst="roundRect">
            <a:avLst/>
          </a:prstGeom>
          <a:solidFill>
            <a:schemeClr val="accent4">
              <a:lumMod val="20000"/>
              <a:lumOff val="80000"/>
            </a:schemeClr>
          </a:solidFill>
          <a:ln w="9525">
            <a:solidFill>
              <a:schemeClr val="accent4"/>
            </a:solidFill>
            <a:round/>
            <a:headEnd type="arrow" w="med" len="med"/>
            <a:tailEnd type="none" w="med" len="med"/>
          </a:ln>
          <a:effectLst/>
        </p:spPr>
        <p:txBody>
          <a:bodyPr rtlCol="0" anchor="ctr"/>
          <a:lstStyle/>
          <a:p>
            <a:pPr algn="ctr"/>
            <a:r>
              <a:rPr lang="en-PT" sz="1200"/>
              <a:t>Denial of Service</a:t>
            </a:r>
          </a:p>
        </p:txBody>
      </p:sp>
      <p:sp>
        <p:nvSpPr>
          <p:cNvPr id="11" name="Rounded Rectangle 10">
            <a:extLst>
              <a:ext uri="{FF2B5EF4-FFF2-40B4-BE49-F238E27FC236}">
                <a16:creationId xmlns:a16="http://schemas.microsoft.com/office/drawing/2014/main" id="{A482826D-B905-CA00-2641-4AF9A33D15F8}"/>
              </a:ext>
            </a:extLst>
          </p:cNvPr>
          <p:cNvSpPr/>
          <p:nvPr/>
        </p:nvSpPr>
        <p:spPr bwMode="auto">
          <a:xfrm>
            <a:off x="9912575" y="2904978"/>
            <a:ext cx="1229795" cy="604911"/>
          </a:xfrm>
          <a:prstGeom prst="roundRect">
            <a:avLst/>
          </a:prstGeom>
          <a:solidFill>
            <a:schemeClr val="bg2">
              <a:lumMod val="20000"/>
              <a:lumOff val="80000"/>
            </a:schemeClr>
          </a:solidFill>
          <a:ln w="9525">
            <a:solidFill>
              <a:schemeClr val="tx1">
                <a:lumMod val="50000"/>
                <a:lumOff val="50000"/>
              </a:schemeClr>
            </a:solidFill>
            <a:round/>
            <a:headEnd type="arrow" w="med" len="med"/>
            <a:tailEnd type="none" w="med" len="med"/>
          </a:ln>
          <a:effectLst/>
        </p:spPr>
        <p:txBody>
          <a:bodyPr rtlCol="0" anchor="ctr"/>
          <a:lstStyle/>
          <a:p>
            <a:pPr algn="ctr"/>
            <a:r>
              <a:rPr lang="en-PT" sz="1200"/>
              <a:t>Elevation of Privileges</a:t>
            </a:r>
          </a:p>
        </p:txBody>
      </p:sp>
      <p:sp>
        <p:nvSpPr>
          <p:cNvPr id="12" name="TextBox 11">
            <a:extLst>
              <a:ext uri="{FF2B5EF4-FFF2-40B4-BE49-F238E27FC236}">
                <a16:creationId xmlns:a16="http://schemas.microsoft.com/office/drawing/2014/main" id="{F261C268-FE0F-5479-F20E-F1BC3B7DCF28}"/>
              </a:ext>
            </a:extLst>
          </p:cNvPr>
          <p:cNvSpPr txBox="1"/>
          <p:nvPr/>
        </p:nvSpPr>
        <p:spPr>
          <a:xfrm>
            <a:off x="815926" y="3770144"/>
            <a:ext cx="1638886" cy="523220"/>
          </a:xfrm>
          <a:prstGeom prst="rect">
            <a:avLst/>
          </a:prstGeom>
          <a:noFill/>
        </p:spPr>
        <p:txBody>
          <a:bodyPr wrap="square" rtlCol="0">
            <a:spAutoFit/>
          </a:bodyPr>
          <a:lstStyle/>
          <a:p>
            <a:pPr algn="ctr"/>
            <a:r>
              <a:rPr lang="en-PT" sz="1400"/>
              <a:t>Pretending to be someone else</a:t>
            </a:r>
          </a:p>
        </p:txBody>
      </p:sp>
      <p:sp>
        <p:nvSpPr>
          <p:cNvPr id="13" name="TextBox 12">
            <a:extLst>
              <a:ext uri="{FF2B5EF4-FFF2-40B4-BE49-F238E27FC236}">
                <a16:creationId xmlns:a16="http://schemas.microsoft.com/office/drawing/2014/main" id="{7D6CE51E-3102-BB9E-F062-9A2AB43AD6F5}"/>
              </a:ext>
            </a:extLst>
          </p:cNvPr>
          <p:cNvSpPr txBox="1"/>
          <p:nvPr/>
        </p:nvSpPr>
        <p:spPr>
          <a:xfrm>
            <a:off x="2578513" y="3770143"/>
            <a:ext cx="1638886" cy="954107"/>
          </a:xfrm>
          <a:prstGeom prst="rect">
            <a:avLst/>
          </a:prstGeom>
          <a:noFill/>
        </p:spPr>
        <p:txBody>
          <a:bodyPr wrap="square" rtlCol="0">
            <a:spAutoFit/>
          </a:bodyPr>
          <a:lstStyle/>
          <a:p>
            <a:pPr algn="ctr"/>
            <a:r>
              <a:rPr lang="en-PT" sz="1400"/>
              <a:t>Modification of data: in storage, within a network or in memory</a:t>
            </a:r>
          </a:p>
        </p:txBody>
      </p:sp>
      <p:sp>
        <p:nvSpPr>
          <p:cNvPr id="14" name="TextBox 13">
            <a:extLst>
              <a:ext uri="{FF2B5EF4-FFF2-40B4-BE49-F238E27FC236}">
                <a16:creationId xmlns:a16="http://schemas.microsoft.com/office/drawing/2014/main" id="{4F814D1A-508F-B658-6ECF-2FF938805611}"/>
              </a:ext>
            </a:extLst>
          </p:cNvPr>
          <p:cNvSpPr txBox="1"/>
          <p:nvPr/>
        </p:nvSpPr>
        <p:spPr>
          <a:xfrm>
            <a:off x="4386210" y="3770143"/>
            <a:ext cx="1638886" cy="954107"/>
          </a:xfrm>
          <a:prstGeom prst="rect">
            <a:avLst/>
          </a:prstGeom>
          <a:noFill/>
        </p:spPr>
        <p:txBody>
          <a:bodyPr wrap="square" rtlCol="0">
            <a:spAutoFit/>
          </a:bodyPr>
          <a:lstStyle/>
          <a:p>
            <a:pPr algn="ctr"/>
            <a:r>
              <a:rPr lang="en-PT" sz="1400"/>
              <a:t>Hiding operations or the responsibilities for them</a:t>
            </a:r>
          </a:p>
        </p:txBody>
      </p:sp>
      <p:sp>
        <p:nvSpPr>
          <p:cNvPr id="15" name="TextBox 14">
            <a:extLst>
              <a:ext uri="{FF2B5EF4-FFF2-40B4-BE49-F238E27FC236}">
                <a16:creationId xmlns:a16="http://schemas.microsoft.com/office/drawing/2014/main" id="{9335E833-C90A-B73E-DEF1-3A7102D51709}"/>
              </a:ext>
            </a:extLst>
          </p:cNvPr>
          <p:cNvSpPr txBox="1"/>
          <p:nvPr/>
        </p:nvSpPr>
        <p:spPr>
          <a:xfrm>
            <a:off x="6100762" y="3770144"/>
            <a:ext cx="1638886" cy="738664"/>
          </a:xfrm>
          <a:prstGeom prst="rect">
            <a:avLst/>
          </a:prstGeom>
          <a:noFill/>
        </p:spPr>
        <p:txBody>
          <a:bodyPr wrap="square" rtlCol="0">
            <a:spAutoFit/>
          </a:bodyPr>
          <a:lstStyle/>
          <a:p>
            <a:pPr algn="ctr"/>
            <a:r>
              <a:rPr lang="en-PT" sz="1400"/>
              <a:t>Gaining access to sensitive information</a:t>
            </a:r>
          </a:p>
        </p:txBody>
      </p:sp>
      <p:sp>
        <p:nvSpPr>
          <p:cNvPr id="16" name="TextBox 15">
            <a:extLst>
              <a:ext uri="{FF2B5EF4-FFF2-40B4-BE49-F238E27FC236}">
                <a16:creationId xmlns:a16="http://schemas.microsoft.com/office/drawing/2014/main" id="{97A5FA51-2A29-1BCC-7434-01A78FD631AE}"/>
              </a:ext>
            </a:extLst>
          </p:cNvPr>
          <p:cNvSpPr txBox="1"/>
          <p:nvPr/>
        </p:nvSpPr>
        <p:spPr>
          <a:xfrm>
            <a:off x="7815314" y="3770144"/>
            <a:ext cx="1638886" cy="1384995"/>
          </a:xfrm>
          <a:prstGeom prst="rect">
            <a:avLst/>
          </a:prstGeom>
          <a:noFill/>
        </p:spPr>
        <p:txBody>
          <a:bodyPr wrap="square" rtlCol="0">
            <a:spAutoFit/>
          </a:bodyPr>
          <a:lstStyle/>
          <a:p>
            <a:pPr algn="ctr"/>
            <a:r>
              <a:rPr lang="en-PT" sz="1400"/>
              <a:t>Consumption of system resources to the extent that legitimate users cannot use the system</a:t>
            </a:r>
          </a:p>
        </p:txBody>
      </p:sp>
      <p:sp>
        <p:nvSpPr>
          <p:cNvPr id="17" name="TextBox 16">
            <a:extLst>
              <a:ext uri="{FF2B5EF4-FFF2-40B4-BE49-F238E27FC236}">
                <a16:creationId xmlns:a16="http://schemas.microsoft.com/office/drawing/2014/main" id="{1F5A062D-2CED-49B3-ABC8-E0FBF91DAB22}"/>
              </a:ext>
            </a:extLst>
          </p:cNvPr>
          <p:cNvSpPr txBox="1"/>
          <p:nvPr/>
        </p:nvSpPr>
        <p:spPr>
          <a:xfrm>
            <a:off x="9708029" y="3770143"/>
            <a:ext cx="1638886" cy="954107"/>
          </a:xfrm>
          <a:prstGeom prst="rect">
            <a:avLst/>
          </a:prstGeom>
          <a:noFill/>
        </p:spPr>
        <p:txBody>
          <a:bodyPr wrap="square" rtlCol="0">
            <a:spAutoFit/>
          </a:bodyPr>
          <a:lstStyle/>
          <a:p>
            <a:pPr algn="ctr"/>
            <a:r>
              <a:rPr lang="en-PT" sz="1400"/>
              <a:t>Performing an operation without proper authorization</a:t>
            </a:r>
          </a:p>
        </p:txBody>
      </p:sp>
      <p:sp>
        <p:nvSpPr>
          <p:cNvPr id="18" name="Down Arrow 17">
            <a:extLst>
              <a:ext uri="{FF2B5EF4-FFF2-40B4-BE49-F238E27FC236}">
                <a16:creationId xmlns:a16="http://schemas.microsoft.com/office/drawing/2014/main" id="{C4EE2F12-189F-CA14-75AC-BDE5BE6BA33D}"/>
              </a:ext>
            </a:extLst>
          </p:cNvPr>
          <p:cNvSpPr/>
          <p:nvPr/>
        </p:nvSpPr>
        <p:spPr bwMode="auto">
          <a:xfrm>
            <a:off x="1392702" y="4322136"/>
            <a:ext cx="478301" cy="1058756"/>
          </a:xfrm>
          <a:prstGeom prst="downArrow">
            <a:avLst/>
          </a:prstGeom>
          <a:noFill/>
          <a:ln w="9525">
            <a:solidFill>
              <a:schemeClr val="tx2"/>
            </a:solidFill>
            <a:round/>
            <a:headEnd type="arrow"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tlCol="0" anchor="ctr"/>
          <a:lstStyle/>
          <a:p>
            <a:pPr algn="ctr"/>
            <a:endParaRPr lang="en-PT"/>
          </a:p>
        </p:txBody>
      </p:sp>
      <p:sp>
        <p:nvSpPr>
          <p:cNvPr id="19" name="TextBox 18">
            <a:extLst>
              <a:ext uri="{FF2B5EF4-FFF2-40B4-BE49-F238E27FC236}">
                <a16:creationId xmlns:a16="http://schemas.microsoft.com/office/drawing/2014/main" id="{6129EB4C-AA79-77A0-0ADE-EF5DE9F40251}"/>
              </a:ext>
            </a:extLst>
          </p:cNvPr>
          <p:cNvSpPr txBox="1"/>
          <p:nvPr/>
        </p:nvSpPr>
        <p:spPr>
          <a:xfrm>
            <a:off x="812409" y="5468256"/>
            <a:ext cx="1638886" cy="307777"/>
          </a:xfrm>
          <a:prstGeom prst="rect">
            <a:avLst/>
          </a:prstGeom>
          <a:noFill/>
        </p:spPr>
        <p:txBody>
          <a:bodyPr wrap="square" rtlCol="0">
            <a:spAutoFit/>
          </a:bodyPr>
          <a:lstStyle/>
          <a:p>
            <a:pPr algn="ctr"/>
            <a:r>
              <a:rPr lang="en-PT" sz="1400" b="1">
                <a:solidFill>
                  <a:schemeClr val="tx2"/>
                </a:solidFill>
              </a:rPr>
              <a:t>Authenticity</a:t>
            </a:r>
          </a:p>
        </p:txBody>
      </p:sp>
      <p:sp>
        <p:nvSpPr>
          <p:cNvPr id="20" name="Down Arrow 19">
            <a:extLst>
              <a:ext uri="{FF2B5EF4-FFF2-40B4-BE49-F238E27FC236}">
                <a16:creationId xmlns:a16="http://schemas.microsoft.com/office/drawing/2014/main" id="{0434AF02-0D13-1395-2153-E8DD168EAD05}"/>
              </a:ext>
            </a:extLst>
          </p:cNvPr>
          <p:cNvSpPr/>
          <p:nvPr/>
        </p:nvSpPr>
        <p:spPr bwMode="auto">
          <a:xfrm>
            <a:off x="3155289" y="4724250"/>
            <a:ext cx="478301" cy="656642"/>
          </a:xfrm>
          <a:prstGeom prst="downArrow">
            <a:avLst/>
          </a:prstGeom>
          <a:noFill/>
          <a:ln w="9525">
            <a:solidFill>
              <a:schemeClr val="tx2"/>
            </a:solidFill>
            <a:round/>
            <a:headEnd type="arrow"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tlCol="0" anchor="ctr"/>
          <a:lstStyle/>
          <a:p>
            <a:pPr algn="ctr"/>
            <a:endParaRPr lang="en-PT"/>
          </a:p>
        </p:txBody>
      </p:sp>
      <p:sp>
        <p:nvSpPr>
          <p:cNvPr id="21" name="TextBox 20">
            <a:extLst>
              <a:ext uri="{FF2B5EF4-FFF2-40B4-BE49-F238E27FC236}">
                <a16:creationId xmlns:a16="http://schemas.microsoft.com/office/drawing/2014/main" id="{45B7CA6E-3A92-9A38-B6B0-E8223668A1AD}"/>
              </a:ext>
            </a:extLst>
          </p:cNvPr>
          <p:cNvSpPr txBox="1"/>
          <p:nvPr/>
        </p:nvSpPr>
        <p:spPr>
          <a:xfrm>
            <a:off x="2574996" y="5468256"/>
            <a:ext cx="1638886" cy="307777"/>
          </a:xfrm>
          <a:prstGeom prst="rect">
            <a:avLst/>
          </a:prstGeom>
          <a:noFill/>
        </p:spPr>
        <p:txBody>
          <a:bodyPr wrap="square" rtlCol="0">
            <a:spAutoFit/>
          </a:bodyPr>
          <a:lstStyle/>
          <a:p>
            <a:pPr algn="ctr"/>
            <a:r>
              <a:rPr lang="en-PT" sz="1400" b="1">
                <a:solidFill>
                  <a:schemeClr val="accent1"/>
                </a:solidFill>
              </a:rPr>
              <a:t>Integrity</a:t>
            </a:r>
          </a:p>
        </p:txBody>
      </p:sp>
      <p:sp>
        <p:nvSpPr>
          <p:cNvPr id="22" name="Down Arrow 21">
            <a:extLst>
              <a:ext uri="{FF2B5EF4-FFF2-40B4-BE49-F238E27FC236}">
                <a16:creationId xmlns:a16="http://schemas.microsoft.com/office/drawing/2014/main" id="{E53AC4FF-A6B2-0F7C-46E0-A3455E90613A}"/>
              </a:ext>
            </a:extLst>
          </p:cNvPr>
          <p:cNvSpPr/>
          <p:nvPr/>
        </p:nvSpPr>
        <p:spPr bwMode="auto">
          <a:xfrm>
            <a:off x="4957763" y="4724250"/>
            <a:ext cx="478301" cy="656642"/>
          </a:xfrm>
          <a:prstGeom prst="downArrow">
            <a:avLst/>
          </a:prstGeom>
          <a:noFill/>
          <a:ln w="9525">
            <a:solidFill>
              <a:schemeClr val="tx2"/>
            </a:solidFill>
            <a:round/>
            <a:headEnd type="arrow"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tlCol="0" anchor="ctr"/>
          <a:lstStyle/>
          <a:p>
            <a:pPr algn="ctr"/>
            <a:endParaRPr lang="en-PT"/>
          </a:p>
        </p:txBody>
      </p:sp>
      <p:sp>
        <p:nvSpPr>
          <p:cNvPr id="23" name="TextBox 22">
            <a:extLst>
              <a:ext uri="{FF2B5EF4-FFF2-40B4-BE49-F238E27FC236}">
                <a16:creationId xmlns:a16="http://schemas.microsoft.com/office/drawing/2014/main" id="{0C8549BC-E8F3-D512-C37A-9F7CEB3364D1}"/>
              </a:ext>
            </a:extLst>
          </p:cNvPr>
          <p:cNvSpPr txBox="1"/>
          <p:nvPr/>
        </p:nvSpPr>
        <p:spPr>
          <a:xfrm>
            <a:off x="4386210" y="5360534"/>
            <a:ext cx="1638886" cy="523220"/>
          </a:xfrm>
          <a:prstGeom prst="rect">
            <a:avLst/>
          </a:prstGeom>
          <a:noFill/>
        </p:spPr>
        <p:txBody>
          <a:bodyPr wrap="square" rtlCol="0">
            <a:spAutoFit/>
          </a:bodyPr>
          <a:lstStyle/>
          <a:p>
            <a:pPr algn="ctr"/>
            <a:r>
              <a:rPr lang="en-PT" sz="1400" b="1">
                <a:solidFill>
                  <a:schemeClr val="accent2"/>
                </a:solidFill>
              </a:rPr>
              <a:t>Non-Repudiation</a:t>
            </a:r>
          </a:p>
        </p:txBody>
      </p:sp>
      <p:sp>
        <p:nvSpPr>
          <p:cNvPr id="24" name="Down Arrow 23">
            <a:extLst>
              <a:ext uri="{FF2B5EF4-FFF2-40B4-BE49-F238E27FC236}">
                <a16:creationId xmlns:a16="http://schemas.microsoft.com/office/drawing/2014/main" id="{950A0A97-1C09-CBCD-BF04-1BEACCC678FB}"/>
              </a:ext>
            </a:extLst>
          </p:cNvPr>
          <p:cNvSpPr/>
          <p:nvPr/>
        </p:nvSpPr>
        <p:spPr bwMode="auto">
          <a:xfrm>
            <a:off x="6677049" y="4508808"/>
            <a:ext cx="478301" cy="872084"/>
          </a:xfrm>
          <a:prstGeom prst="downArrow">
            <a:avLst/>
          </a:prstGeom>
          <a:noFill/>
          <a:ln w="9525">
            <a:solidFill>
              <a:schemeClr val="tx2"/>
            </a:solidFill>
            <a:round/>
            <a:headEnd type="arrow"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tlCol="0" anchor="ctr"/>
          <a:lstStyle/>
          <a:p>
            <a:pPr algn="ctr"/>
            <a:endParaRPr lang="en-PT"/>
          </a:p>
        </p:txBody>
      </p:sp>
      <p:sp>
        <p:nvSpPr>
          <p:cNvPr id="25" name="TextBox 24">
            <a:extLst>
              <a:ext uri="{FF2B5EF4-FFF2-40B4-BE49-F238E27FC236}">
                <a16:creationId xmlns:a16="http://schemas.microsoft.com/office/drawing/2014/main" id="{BC0A6A81-B7AE-EF66-5D6A-0844836E8426}"/>
              </a:ext>
            </a:extLst>
          </p:cNvPr>
          <p:cNvSpPr txBox="1"/>
          <p:nvPr/>
        </p:nvSpPr>
        <p:spPr>
          <a:xfrm>
            <a:off x="6096756" y="5468256"/>
            <a:ext cx="1638886" cy="307777"/>
          </a:xfrm>
          <a:prstGeom prst="rect">
            <a:avLst/>
          </a:prstGeom>
          <a:noFill/>
        </p:spPr>
        <p:txBody>
          <a:bodyPr wrap="square" rtlCol="0">
            <a:spAutoFit/>
          </a:bodyPr>
          <a:lstStyle/>
          <a:p>
            <a:pPr algn="ctr"/>
            <a:r>
              <a:rPr lang="en-PT" sz="1400" b="1">
                <a:solidFill>
                  <a:schemeClr val="accent3"/>
                </a:solidFill>
              </a:rPr>
              <a:t>Confidentiality</a:t>
            </a:r>
          </a:p>
        </p:txBody>
      </p:sp>
      <p:sp>
        <p:nvSpPr>
          <p:cNvPr id="26" name="Down Arrow 25">
            <a:extLst>
              <a:ext uri="{FF2B5EF4-FFF2-40B4-BE49-F238E27FC236}">
                <a16:creationId xmlns:a16="http://schemas.microsoft.com/office/drawing/2014/main" id="{16BDDA3D-3639-487F-9451-276B458B9FF4}"/>
              </a:ext>
            </a:extLst>
          </p:cNvPr>
          <p:cNvSpPr/>
          <p:nvPr/>
        </p:nvSpPr>
        <p:spPr bwMode="auto">
          <a:xfrm>
            <a:off x="8405669" y="5155138"/>
            <a:ext cx="478301" cy="225753"/>
          </a:xfrm>
          <a:prstGeom prst="downArrow">
            <a:avLst/>
          </a:prstGeom>
          <a:noFill/>
          <a:ln w="9525">
            <a:solidFill>
              <a:schemeClr val="tx2"/>
            </a:solidFill>
            <a:round/>
            <a:headEnd type="arrow"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tlCol="0" anchor="ctr"/>
          <a:lstStyle/>
          <a:p>
            <a:pPr algn="ctr"/>
            <a:endParaRPr lang="en-PT"/>
          </a:p>
        </p:txBody>
      </p:sp>
      <p:sp>
        <p:nvSpPr>
          <p:cNvPr id="27" name="TextBox 26">
            <a:extLst>
              <a:ext uri="{FF2B5EF4-FFF2-40B4-BE49-F238E27FC236}">
                <a16:creationId xmlns:a16="http://schemas.microsoft.com/office/drawing/2014/main" id="{81931247-1284-25D3-FF1D-EE42D7FD3DC6}"/>
              </a:ext>
            </a:extLst>
          </p:cNvPr>
          <p:cNvSpPr txBox="1"/>
          <p:nvPr/>
        </p:nvSpPr>
        <p:spPr>
          <a:xfrm>
            <a:off x="7825376" y="5468256"/>
            <a:ext cx="1638886" cy="307777"/>
          </a:xfrm>
          <a:prstGeom prst="rect">
            <a:avLst/>
          </a:prstGeom>
          <a:noFill/>
        </p:spPr>
        <p:txBody>
          <a:bodyPr wrap="square" rtlCol="0">
            <a:spAutoFit/>
          </a:bodyPr>
          <a:lstStyle/>
          <a:p>
            <a:pPr algn="ctr"/>
            <a:r>
              <a:rPr lang="en-PT" sz="1400" b="1">
                <a:solidFill>
                  <a:schemeClr val="accent4"/>
                </a:solidFill>
              </a:rPr>
              <a:t>Availability</a:t>
            </a:r>
          </a:p>
        </p:txBody>
      </p:sp>
      <p:sp>
        <p:nvSpPr>
          <p:cNvPr id="28" name="Down Arrow 27">
            <a:extLst>
              <a:ext uri="{FF2B5EF4-FFF2-40B4-BE49-F238E27FC236}">
                <a16:creationId xmlns:a16="http://schemas.microsoft.com/office/drawing/2014/main" id="{A6576A11-340D-AF6E-BABD-28163FA07C12}"/>
              </a:ext>
            </a:extLst>
          </p:cNvPr>
          <p:cNvSpPr/>
          <p:nvPr/>
        </p:nvSpPr>
        <p:spPr bwMode="auto">
          <a:xfrm>
            <a:off x="10280189" y="4654731"/>
            <a:ext cx="478301" cy="738554"/>
          </a:xfrm>
          <a:prstGeom prst="downArrow">
            <a:avLst/>
          </a:prstGeom>
          <a:noFill/>
          <a:ln w="9525">
            <a:solidFill>
              <a:schemeClr val="tx2"/>
            </a:solidFill>
            <a:round/>
            <a:headEnd type="arrow"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tlCol="0" anchor="ctr"/>
          <a:lstStyle/>
          <a:p>
            <a:pPr algn="ctr"/>
            <a:endParaRPr lang="en-PT"/>
          </a:p>
        </p:txBody>
      </p:sp>
      <p:sp>
        <p:nvSpPr>
          <p:cNvPr id="29" name="TextBox 28">
            <a:extLst>
              <a:ext uri="{FF2B5EF4-FFF2-40B4-BE49-F238E27FC236}">
                <a16:creationId xmlns:a16="http://schemas.microsoft.com/office/drawing/2014/main" id="{E035454F-A826-8F10-FF74-9926602146DA}"/>
              </a:ext>
            </a:extLst>
          </p:cNvPr>
          <p:cNvSpPr txBox="1"/>
          <p:nvPr/>
        </p:nvSpPr>
        <p:spPr>
          <a:xfrm>
            <a:off x="9699896" y="5480649"/>
            <a:ext cx="1638886" cy="307777"/>
          </a:xfrm>
          <a:prstGeom prst="rect">
            <a:avLst/>
          </a:prstGeom>
          <a:noFill/>
        </p:spPr>
        <p:txBody>
          <a:bodyPr wrap="square" rtlCol="0">
            <a:spAutoFit/>
          </a:bodyPr>
          <a:lstStyle/>
          <a:p>
            <a:pPr algn="ctr"/>
            <a:r>
              <a:rPr lang="en-PT" sz="1400" b="1">
                <a:solidFill>
                  <a:schemeClr val="tx1">
                    <a:lumMod val="50000"/>
                    <a:lumOff val="50000"/>
                  </a:schemeClr>
                </a:solidFill>
              </a:rPr>
              <a:t>Authorization</a:t>
            </a:r>
          </a:p>
        </p:txBody>
      </p:sp>
    </p:spTree>
    <p:extLst>
      <p:ext uri="{BB962C8B-B14F-4D97-AF65-F5344CB8AC3E}">
        <p14:creationId xmlns:p14="http://schemas.microsoft.com/office/powerpoint/2010/main" val="9859069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26153BC-1ECA-BF45-8156-164B03984D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169BE8-6713-B467-2928-C5200240B30C}"/>
              </a:ext>
            </a:extLst>
          </p:cNvPr>
          <p:cNvSpPr>
            <a:spLocks noGrp="1"/>
          </p:cNvSpPr>
          <p:nvPr>
            <p:ph type="title"/>
          </p:nvPr>
        </p:nvSpPr>
        <p:spPr/>
        <p:txBody>
          <a:bodyPr/>
          <a:lstStyle/>
          <a:p>
            <a:r>
              <a:rPr lang="en-PT"/>
              <a:t>What about cybersecurity concerns?</a:t>
            </a:r>
          </a:p>
        </p:txBody>
      </p:sp>
      <p:sp>
        <p:nvSpPr>
          <p:cNvPr id="3" name="Text Placeholder 2">
            <a:extLst>
              <a:ext uri="{FF2B5EF4-FFF2-40B4-BE49-F238E27FC236}">
                <a16:creationId xmlns:a16="http://schemas.microsoft.com/office/drawing/2014/main" id="{48A8F370-DB3E-2615-1646-5772A3C770A2}"/>
              </a:ext>
            </a:extLst>
          </p:cNvPr>
          <p:cNvSpPr>
            <a:spLocks noGrp="1"/>
          </p:cNvSpPr>
          <p:nvPr>
            <p:ph type="body" sz="quarter" idx="10"/>
          </p:nvPr>
        </p:nvSpPr>
        <p:spPr/>
        <p:txBody>
          <a:bodyPr/>
          <a:lstStyle/>
          <a:p>
            <a:r>
              <a:rPr lang="en-PT"/>
              <a:t>Cybersecurity concerns can be dealt with within the risk management process</a:t>
            </a:r>
          </a:p>
        </p:txBody>
      </p:sp>
      <p:sp>
        <p:nvSpPr>
          <p:cNvPr id="5" name="Slide Number Placeholder 4">
            <a:extLst>
              <a:ext uri="{FF2B5EF4-FFF2-40B4-BE49-F238E27FC236}">
                <a16:creationId xmlns:a16="http://schemas.microsoft.com/office/drawing/2014/main" id="{01FB2B1B-ACA3-47D5-24E6-8E8C5A416E31}"/>
              </a:ext>
            </a:extLst>
          </p:cNvPr>
          <p:cNvSpPr>
            <a:spLocks noGrp="1"/>
          </p:cNvSpPr>
          <p:nvPr>
            <p:ph type="sldNum" sz="quarter" idx="4"/>
          </p:nvPr>
        </p:nvSpPr>
        <p:spPr/>
        <p:txBody>
          <a:bodyPr/>
          <a:lstStyle/>
          <a:p>
            <a:pPr>
              <a:spcBef>
                <a:spcPct val="50000"/>
              </a:spcBef>
              <a:spcAft>
                <a:spcPct val="0"/>
              </a:spcAft>
              <a:buFontTx/>
              <a:buNone/>
            </a:pPr>
            <a:r>
              <a:rPr lang="en-US"/>
              <a:t>Page </a:t>
            </a:r>
            <a:fld id="{A06316EC-39FF-4C97-AA6E-29B761CE3E45}" type="slidenum">
              <a:rPr lang="en-US" smtClean="0"/>
              <a:pPr>
                <a:spcBef>
                  <a:spcPct val="50000"/>
                </a:spcBef>
                <a:spcAft>
                  <a:spcPct val="0"/>
                </a:spcAft>
                <a:buFontTx/>
                <a:buNone/>
              </a:pPr>
              <a:t>18</a:t>
            </a:fld>
            <a:endParaRPr lang="en-US"/>
          </a:p>
        </p:txBody>
      </p:sp>
      <p:graphicFrame>
        <p:nvGraphicFramePr>
          <p:cNvPr id="20" name="Content Placeholder 3">
            <a:extLst>
              <a:ext uri="{FF2B5EF4-FFF2-40B4-BE49-F238E27FC236}">
                <a16:creationId xmlns:a16="http://schemas.microsoft.com/office/drawing/2014/main" id="{FAE9C62E-FA54-B3EB-5BA8-C403B78E703D}"/>
              </a:ext>
            </a:extLst>
          </p:cNvPr>
          <p:cNvGraphicFramePr>
            <a:graphicFrameLocks/>
          </p:cNvGraphicFramePr>
          <p:nvPr>
            <p:extLst>
              <p:ext uri="{D42A27DB-BD31-4B8C-83A1-F6EECF244321}">
                <p14:modId xmlns:p14="http://schemas.microsoft.com/office/powerpoint/2010/main" val="2070615018"/>
              </p:ext>
            </p:extLst>
          </p:nvPr>
        </p:nvGraphicFramePr>
        <p:xfrm>
          <a:off x="-36290" y="1685245"/>
          <a:ext cx="12262992" cy="42481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1" name="TextBox 20">
            <a:extLst>
              <a:ext uri="{FF2B5EF4-FFF2-40B4-BE49-F238E27FC236}">
                <a16:creationId xmlns:a16="http://schemas.microsoft.com/office/drawing/2014/main" id="{CA3A8AFF-282C-3364-7F50-2E875F944938}"/>
              </a:ext>
            </a:extLst>
          </p:cNvPr>
          <p:cNvSpPr txBox="1"/>
          <p:nvPr/>
        </p:nvSpPr>
        <p:spPr>
          <a:xfrm>
            <a:off x="5414278" y="2189313"/>
            <a:ext cx="1336066" cy="523220"/>
          </a:xfrm>
          <a:prstGeom prst="rect">
            <a:avLst/>
          </a:prstGeom>
          <a:noFill/>
        </p:spPr>
        <p:txBody>
          <a:bodyPr wrap="square" rtlCol="0">
            <a:spAutoFit/>
          </a:bodyPr>
          <a:lstStyle/>
          <a:p>
            <a:pPr algn="ctr"/>
            <a:r>
              <a:rPr lang="en-PT" sz="1400">
                <a:solidFill>
                  <a:schemeClr val="bg1"/>
                </a:solidFill>
              </a:rPr>
              <a:t>Identify Assets</a:t>
            </a:r>
          </a:p>
        </p:txBody>
      </p:sp>
      <p:sp>
        <p:nvSpPr>
          <p:cNvPr id="22" name="TextBox 21">
            <a:extLst>
              <a:ext uri="{FF2B5EF4-FFF2-40B4-BE49-F238E27FC236}">
                <a16:creationId xmlns:a16="http://schemas.microsoft.com/office/drawing/2014/main" id="{0EF2015E-204A-B38E-D1CF-29FEEF943107}"/>
              </a:ext>
            </a:extLst>
          </p:cNvPr>
          <p:cNvSpPr txBox="1"/>
          <p:nvPr/>
        </p:nvSpPr>
        <p:spPr>
          <a:xfrm>
            <a:off x="6879663" y="3517882"/>
            <a:ext cx="1335868" cy="738664"/>
          </a:xfrm>
          <a:prstGeom prst="rect">
            <a:avLst/>
          </a:prstGeom>
          <a:noFill/>
        </p:spPr>
        <p:txBody>
          <a:bodyPr wrap="square" rtlCol="0">
            <a:spAutoFit/>
          </a:bodyPr>
          <a:lstStyle/>
          <a:p>
            <a:pPr algn="ctr"/>
            <a:r>
              <a:rPr lang="en-PT" sz="1400">
                <a:solidFill>
                  <a:schemeClr val="bg1"/>
                </a:solidFill>
              </a:rPr>
              <a:t>Identify Attack Surfaces</a:t>
            </a:r>
          </a:p>
        </p:txBody>
      </p:sp>
      <p:sp>
        <p:nvSpPr>
          <p:cNvPr id="23" name="TextBox 22">
            <a:extLst>
              <a:ext uri="{FF2B5EF4-FFF2-40B4-BE49-F238E27FC236}">
                <a16:creationId xmlns:a16="http://schemas.microsoft.com/office/drawing/2014/main" id="{8FAFE590-F29A-6A2C-D6F4-F03FB1E2439E}"/>
              </a:ext>
            </a:extLst>
          </p:cNvPr>
          <p:cNvSpPr txBox="1"/>
          <p:nvPr/>
        </p:nvSpPr>
        <p:spPr>
          <a:xfrm>
            <a:off x="2553785" y="5257161"/>
            <a:ext cx="1272884" cy="461665"/>
          </a:xfrm>
          <a:prstGeom prst="rect">
            <a:avLst/>
          </a:prstGeom>
          <a:noFill/>
        </p:spPr>
        <p:txBody>
          <a:bodyPr wrap="square" rtlCol="0">
            <a:spAutoFit/>
          </a:bodyPr>
          <a:lstStyle/>
          <a:p>
            <a:pPr algn="ctr"/>
            <a:r>
              <a:rPr lang="en-PT" sz="1200">
                <a:solidFill>
                  <a:schemeClr val="bg1"/>
                </a:solidFill>
              </a:rPr>
              <a:t>Identify Hazards</a:t>
            </a:r>
          </a:p>
        </p:txBody>
      </p:sp>
      <p:sp>
        <p:nvSpPr>
          <p:cNvPr id="25" name="TextBox 24">
            <a:extLst>
              <a:ext uri="{FF2B5EF4-FFF2-40B4-BE49-F238E27FC236}">
                <a16:creationId xmlns:a16="http://schemas.microsoft.com/office/drawing/2014/main" id="{8BAC07AA-AA2D-13AC-E20A-7C7451545B2D}"/>
              </a:ext>
            </a:extLst>
          </p:cNvPr>
          <p:cNvSpPr txBox="1"/>
          <p:nvPr/>
        </p:nvSpPr>
        <p:spPr>
          <a:xfrm>
            <a:off x="4009729" y="3591787"/>
            <a:ext cx="1272884" cy="523220"/>
          </a:xfrm>
          <a:prstGeom prst="rect">
            <a:avLst/>
          </a:prstGeom>
          <a:noFill/>
        </p:spPr>
        <p:txBody>
          <a:bodyPr wrap="square" rtlCol="0">
            <a:spAutoFit/>
          </a:bodyPr>
          <a:lstStyle/>
          <a:p>
            <a:pPr algn="ctr"/>
            <a:r>
              <a:rPr lang="en-PT" sz="1400">
                <a:solidFill>
                  <a:schemeClr val="bg1"/>
                </a:solidFill>
              </a:rPr>
              <a:t>Manage   Risk</a:t>
            </a:r>
          </a:p>
        </p:txBody>
      </p:sp>
      <p:sp>
        <p:nvSpPr>
          <p:cNvPr id="26" name="TextBox 25">
            <a:extLst>
              <a:ext uri="{FF2B5EF4-FFF2-40B4-BE49-F238E27FC236}">
                <a16:creationId xmlns:a16="http://schemas.microsoft.com/office/drawing/2014/main" id="{A3C72B6B-D046-16BD-57DF-B1B9496FA036}"/>
              </a:ext>
            </a:extLst>
          </p:cNvPr>
          <p:cNvSpPr txBox="1"/>
          <p:nvPr/>
        </p:nvSpPr>
        <p:spPr>
          <a:xfrm>
            <a:off x="5458760" y="4990201"/>
            <a:ext cx="1272884" cy="738664"/>
          </a:xfrm>
          <a:prstGeom prst="rect">
            <a:avLst/>
          </a:prstGeom>
          <a:noFill/>
        </p:spPr>
        <p:txBody>
          <a:bodyPr wrap="square" rtlCol="0">
            <a:spAutoFit/>
          </a:bodyPr>
          <a:lstStyle/>
          <a:p>
            <a:pPr algn="ctr"/>
            <a:r>
              <a:rPr lang="en-PT" sz="1400">
                <a:solidFill>
                  <a:schemeClr val="bg1"/>
                </a:solidFill>
              </a:rPr>
              <a:t>Apply the STRIDE Model</a:t>
            </a:r>
          </a:p>
        </p:txBody>
      </p:sp>
      <p:sp>
        <p:nvSpPr>
          <p:cNvPr id="27" name="TextBox 26">
            <a:extLst>
              <a:ext uri="{FF2B5EF4-FFF2-40B4-BE49-F238E27FC236}">
                <a16:creationId xmlns:a16="http://schemas.microsoft.com/office/drawing/2014/main" id="{589EFA11-62FD-818C-459C-08A53554B503}"/>
              </a:ext>
            </a:extLst>
          </p:cNvPr>
          <p:cNvSpPr txBox="1"/>
          <p:nvPr/>
        </p:nvSpPr>
        <p:spPr>
          <a:xfrm>
            <a:off x="5967731" y="1915351"/>
            <a:ext cx="254945" cy="307777"/>
          </a:xfrm>
          <a:prstGeom prst="rect">
            <a:avLst/>
          </a:prstGeom>
          <a:noFill/>
        </p:spPr>
        <p:txBody>
          <a:bodyPr wrap="square" rtlCol="0">
            <a:spAutoFit/>
          </a:bodyPr>
          <a:lstStyle/>
          <a:p>
            <a:pPr algn="ctr"/>
            <a:r>
              <a:rPr lang="en-PT" sz="1400" b="1">
                <a:solidFill>
                  <a:schemeClr val="bg1"/>
                </a:solidFill>
              </a:rPr>
              <a:t>1</a:t>
            </a:r>
          </a:p>
        </p:txBody>
      </p:sp>
      <p:sp>
        <p:nvSpPr>
          <p:cNvPr id="28" name="TextBox 27">
            <a:extLst>
              <a:ext uri="{FF2B5EF4-FFF2-40B4-BE49-F238E27FC236}">
                <a16:creationId xmlns:a16="http://schemas.microsoft.com/office/drawing/2014/main" id="{2BB19C2F-7AAB-D7CE-FEF2-6B01D8744C9D}"/>
              </a:ext>
            </a:extLst>
          </p:cNvPr>
          <p:cNvSpPr txBox="1"/>
          <p:nvPr/>
        </p:nvSpPr>
        <p:spPr>
          <a:xfrm>
            <a:off x="7420125" y="3296598"/>
            <a:ext cx="254945" cy="307777"/>
          </a:xfrm>
          <a:prstGeom prst="rect">
            <a:avLst/>
          </a:prstGeom>
          <a:noFill/>
        </p:spPr>
        <p:txBody>
          <a:bodyPr wrap="square" rtlCol="0">
            <a:spAutoFit/>
          </a:bodyPr>
          <a:lstStyle/>
          <a:p>
            <a:pPr algn="ctr"/>
            <a:r>
              <a:rPr lang="en-PT" sz="1400" b="1">
                <a:solidFill>
                  <a:schemeClr val="bg1"/>
                </a:solidFill>
              </a:rPr>
              <a:t>2</a:t>
            </a:r>
          </a:p>
        </p:txBody>
      </p:sp>
      <p:sp>
        <p:nvSpPr>
          <p:cNvPr id="29" name="TextBox 28">
            <a:extLst>
              <a:ext uri="{FF2B5EF4-FFF2-40B4-BE49-F238E27FC236}">
                <a16:creationId xmlns:a16="http://schemas.microsoft.com/office/drawing/2014/main" id="{9E6E42EE-0DDE-78E9-6EB6-2F1776FDD738}"/>
              </a:ext>
            </a:extLst>
          </p:cNvPr>
          <p:cNvSpPr txBox="1"/>
          <p:nvPr/>
        </p:nvSpPr>
        <p:spPr>
          <a:xfrm>
            <a:off x="5967730" y="4754680"/>
            <a:ext cx="254945" cy="307777"/>
          </a:xfrm>
          <a:prstGeom prst="rect">
            <a:avLst/>
          </a:prstGeom>
          <a:noFill/>
        </p:spPr>
        <p:txBody>
          <a:bodyPr wrap="square" rtlCol="0">
            <a:spAutoFit/>
          </a:bodyPr>
          <a:lstStyle/>
          <a:p>
            <a:pPr algn="ctr"/>
            <a:r>
              <a:rPr lang="en-PT" sz="1400" b="1">
                <a:solidFill>
                  <a:schemeClr val="bg1"/>
                </a:solidFill>
              </a:rPr>
              <a:t>3</a:t>
            </a:r>
          </a:p>
        </p:txBody>
      </p:sp>
      <p:sp>
        <p:nvSpPr>
          <p:cNvPr id="30" name="TextBox 29">
            <a:extLst>
              <a:ext uri="{FF2B5EF4-FFF2-40B4-BE49-F238E27FC236}">
                <a16:creationId xmlns:a16="http://schemas.microsoft.com/office/drawing/2014/main" id="{65958A21-A374-041B-080B-E0ADFFB35655}"/>
              </a:ext>
            </a:extLst>
          </p:cNvPr>
          <p:cNvSpPr txBox="1"/>
          <p:nvPr/>
        </p:nvSpPr>
        <p:spPr>
          <a:xfrm>
            <a:off x="4525733" y="3334890"/>
            <a:ext cx="254945" cy="307777"/>
          </a:xfrm>
          <a:prstGeom prst="rect">
            <a:avLst/>
          </a:prstGeom>
          <a:noFill/>
        </p:spPr>
        <p:txBody>
          <a:bodyPr wrap="square" rtlCol="0">
            <a:spAutoFit/>
          </a:bodyPr>
          <a:lstStyle/>
          <a:p>
            <a:pPr algn="ctr"/>
            <a:r>
              <a:rPr lang="en-PT" sz="1400" b="1">
                <a:solidFill>
                  <a:schemeClr val="bg1"/>
                </a:solidFill>
              </a:rPr>
              <a:t>4</a:t>
            </a:r>
          </a:p>
        </p:txBody>
      </p:sp>
      <p:sp>
        <p:nvSpPr>
          <p:cNvPr id="31" name="Balão: Linha em Ângulo Duplo Sem Limite 32">
            <a:extLst>
              <a:ext uri="{FF2B5EF4-FFF2-40B4-BE49-F238E27FC236}">
                <a16:creationId xmlns:a16="http://schemas.microsoft.com/office/drawing/2014/main" id="{F968D959-CAEC-69D0-8E98-8ABE244C7C21}"/>
              </a:ext>
            </a:extLst>
          </p:cNvPr>
          <p:cNvSpPr/>
          <p:nvPr/>
        </p:nvSpPr>
        <p:spPr>
          <a:xfrm>
            <a:off x="655166" y="1385456"/>
            <a:ext cx="2967266" cy="1617995"/>
          </a:xfrm>
          <a:prstGeom prst="callout3">
            <a:avLst>
              <a:gd name="adj1" fmla="val 35788"/>
              <a:gd name="adj2" fmla="val 165106"/>
              <a:gd name="adj3" fmla="val 18496"/>
              <a:gd name="adj4" fmla="val 152946"/>
              <a:gd name="adj5" fmla="val 18647"/>
              <a:gd name="adj6" fmla="val 139055"/>
              <a:gd name="adj7" fmla="val 18623"/>
              <a:gd name="adj8" fmla="val 100426"/>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pt-PT" sz="1600">
                <a:solidFill>
                  <a:schemeClr val="tx1"/>
                </a:solidFill>
                <a:latin typeface="+mj-lt"/>
              </a:rPr>
              <a:t>Digital data</a:t>
            </a:r>
          </a:p>
          <a:p>
            <a:pPr algn="r"/>
            <a:r>
              <a:rPr lang="pt-PT" sz="1600" err="1">
                <a:solidFill>
                  <a:schemeClr val="tx1"/>
                </a:solidFill>
                <a:latin typeface="+mj-lt"/>
              </a:rPr>
              <a:t>Physical</a:t>
            </a:r>
            <a:r>
              <a:rPr lang="pt-PT" sz="1600">
                <a:solidFill>
                  <a:schemeClr val="tx1"/>
                </a:solidFill>
                <a:latin typeface="+mj-lt"/>
              </a:rPr>
              <a:t> </a:t>
            </a:r>
            <a:r>
              <a:rPr lang="pt-PT" sz="1600" err="1">
                <a:solidFill>
                  <a:schemeClr val="tx1"/>
                </a:solidFill>
                <a:latin typeface="+mj-lt"/>
              </a:rPr>
              <a:t>documents</a:t>
            </a:r>
            <a:endParaRPr lang="pt-PT" sz="1600">
              <a:solidFill>
                <a:schemeClr val="tx1"/>
              </a:solidFill>
              <a:latin typeface="+mj-lt"/>
            </a:endParaRPr>
          </a:p>
          <a:p>
            <a:pPr algn="r"/>
            <a:r>
              <a:rPr lang="pt-PT" sz="1600">
                <a:solidFill>
                  <a:schemeClr val="tx1"/>
                </a:solidFill>
                <a:latin typeface="+mj-lt"/>
              </a:rPr>
              <a:t>IP</a:t>
            </a:r>
          </a:p>
          <a:p>
            <a:pPr algn="r"/>
            <a:r>
              <a:rPr lang="pt-PT" sz="1600" err="1">
                <a:solidFill>
                  <a:schemeClr val="tx1"/>
                </a:solidFill>
                <a:latin typeface="+mj-lt"/>
              </a:rPr>
              <a:t>Knowledge</a:t>
            </a:r>
            <a:r>
              <a:rPr lang="pt-PT" sz="1600">
                <a:solidFill>
                  <a:schemeClr val="tx1"/>
                </a:solidFill>
                <a:latin typeface="+mj-lt"/>
              </a:rPr>
              <a:t>, </a:t>
            </a:r>
            <a:r>
              <a:rPr lang="pt-PT" sz="1600" err="1">
                <a:solidFill>
                  <a:schemeClr val="tx1"/>
                </a:solidFill>
                <a:latin typeface="+mj-lt"/>
              </a:rPr>
              <a:t>skills</a:t>
            </a:r>
            <a:r>
              <a:rPr lang="pt-PT" sz="1600">
                <a:solidFill>
                  <a:schemeClr val="tx1"/>
                </a:solidFill>
                <a:latin typeface="+mj-lt"/>
              </a:rPr>
              <a:t> </a:t>
            </a:r>
            <a:r>
              <a:rPr lang="pt-PT" sz="1600" err="1">
                <a:solidFill>
                  <a:schemeClr val="tx1"/>
                </a:solidFill>
                <a:latin typeface="+mj-lt"/>
              </a:rPr>
              <a:t>of</a:t>
            </a:r>
            <a:r>
              <a:rPr lang="pt-PT" sz="1600">
                <a:solidFill>
                  <a:schemeClr val="tx1"/>
                </a:solidFill>
                <a:latin typeface="+mj-lt"/>
              </a:rPr>
              <a:t> </a:t>
            </a:r>
            <a:r>
              <a:rPr lang="pt-PT" sz="1600" err="1">
                <a:solidFill>
                  <a:schemeClr val="tx1"/>
                </a:solidFill>
                <a:latin typeface="+mj-lt"/>
              </a:rPr>
              <a:t>employees</a:t>
            </a:r>
            <a:endParaRPr lang="pt-PT" sz="1600">
              <a:solidFill>
                <a:schemeClr val="tx1"/>
              </a:solidFill>
              <a:latin typeface="+mj-lt"/>
            </a:endParaRPr>
          </a:p>
          <a:p>
            <a:pPr algn="r"/>
            <a:r>
              <a:rPr lang="pt-PT" sz="1600">
                <a:solidFill>
                  <a:schemeClr val="tx1"/>
                </a:solidFill>
                <a:latin typeface="+mj-lt"/>
              </a:rPr>
              <a:t>Servers </a:t>
            </a:r>
            <a:r>
              <a:rPr lang="pt-PT" sz="1600" err="1">
                <a:solidFill>
                  <a:schemeClr val="tx1"/>
                </a:solidFill>
                <a:latin typeface="+mj-lt"/>
              </a:rPr>
              <a:t>and</a:t>
            </a:r>
            <a:r>
              <a:rPr lang="pt-PT" sz="1600">
                <a:solidFill>
                  <a:schemeClr val="tx1"/>
                </a:solidFill>
                <a:latin typeface="+mj-lt"/>
              </a:rPr>
              <a:t> </a:t>
            </a:r>
            <a:r>
              <a:rPr lang="pt-PT" sz="1600" err="1">
                <a:solidFill>
                  <a:schemeClr val="tx1"/>
                </a:solidFill>
                <a:latin typeface="+mj-lt"/>
              </a:rPr>
              <a:t>infrastructure</a:t>
            </a:r>
            <a:endParaRPr lang="pt-PT" sz="1600">
              <a:solidFill>
                <a:schemeClr val="tx1"/>
              </a:solidFill>
              <a:latin typeface="+mj-lt"/>
            </a:endParaRPr>
          </a:p>
        </p:txBody>
      </p:sp>
      <p:sp>
        <p:nvSpPr>
          <p:cNvPr id="32" name="Balão: Linha em Ângulo Duplo Sem Limite 32">
            <a:extLst>
              <a:ext uri="{FF2B5EF4-FFF2-40B4-BE49-F238E27FC236}">
                <a16:creationId xmlns:a16="http://schemas.microsoft.com/office/drawing/2014/main" id="{FCEA6CD7-6CE7-B027-2418-EC20E28D452B}"/>
              </a:ext>
            </a:extLst>
          </p:cNvPr>
          <p:cNvSpPr/>
          <p:nvPr/>
        </p:nvSpPr>
        <p:spPr>
          <a:xfrm>
            <a:off x="9328631" y="2420385"/>
            <a:ext cx="2105887" cy="1505454"/>
          </a:xfrm>
          <a:prstGeom prst="callout3">
            <a:avLst>
              <a:gd name="adj1" fmla="val 32452"/>
              <a:gd name="adj2" fmla="val -4566"/>
              <a:gd name="adj3" fmla="val 32045"/>
              <a:gd name="adj4" fmla="val -3538"/>
              <a:gd name="adj5" fmla="val 32196"/>
              <a:gd name="adj6" fmla="val -45518"/>
              <a:gd name="adj7" fmla="val 57403"/>
              <a:gd name="adj8" fmla="val -6475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pt-PT" sz="1600" err="1">
                <a:solidFill>
                  <a:schemeClr val="tx1"/>
                </a:solidFill>
                <a:latin typeface="+mj-lt"/>
              </a:rPr>
              <a:t>Communication</a:t>
            </a:r>
            <a:r>
              <a:rPr lang="pt-PT" sz="1600">
                <a:solidFill>
                  <a:schemeClr val="tx1"/>
                </a:solidFill>
                <a:latin typeface="+mj-lt"/>
              </a:rPr>
              <a:t> interfaces (Bluetooth, </a:t>
            </a:r>
            <a:r>
              <a:rPr lang="pt-PT" sz="1600" err="1">
                <a:solidFill>
                  <a:schemeClr val="tx1"/>
                </a:solidFill>
                <a:latin typeface="+mj-lt"/>
              </a:rPr>
              <a:t>Wi-fi</a:t>
            </a:r>
            <a:r>
              <a:rPr lang="pt-PT" sz="1600">
                <a:solidFill>
                  <a:schemeClr val="tx1"/>
                </a:solidFill>
                <a:latin typeface="+mj-lt"/>
              </a:rPr>
              <a:t>, ...)</a:t>
            </a:r>
          </a:p>
          <a:p>
            <a:r>
              <a:rPr lang="pt-PT" sz="1600" err="1">
                <a:solidFill>
                  <a:schemeClr val="tx1"/>
                </a:solidFill>
                <a:latin typeface="+mj-lt"/>
              </a:rPr>
              <a:t>Human</a:t>
            </a:r>
            <a:r>
              <a:rPr lang="pt-PT" sz="1600">
                <a:solidFill>
                  <a:schemeClr val="tx1"/>
                </a:solidFill>
                <a:latin typeface="+mj-lt"/>
              </a:rPr>
              <a:t> </a:t>
            </a:r>
            <a:r>
              <a:rPr lang="pt-PT" sz="1600" err="1">
                <a:solidFill>
                  <a:schemeClr val="tx1"/>
                </a:solidFill>
                <a:latin typeface="+mj-lt"/>
              </a:rPr>
              <a:t>factors</a:t>
            </a:r>
            <a:endParaRPr lang="pt-PT" sz="1600">
              <a:solidFill>
                <a:schemeClr val="tx1"/>
              </a:solidFill>
              <a:latin typeface="+mj-lt"/>
            </a:endParaRPr>
          </a:p>
        </p:txBody>
      </p:sp>
    </p:spTree>
    <p:extLst>
      <p:ext uri="{BB962C8B-B14F-4D97-AF65-F5344CB8AC3E}">
        <p14:creationId xmlns:p14="http://schemas.microsoft.com/office/powerpoint/2010/main" val="32773224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324F34-CE7D-B7E8-ABBC-30327F2742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B1D197-FE59-4AE2-0572-2997F7D4AB67}"/>
              </a:ext>
            </a:extLst>
          </p:cNvPr>
          <p:cNvSpPr>
            <a:spLocks noGrp="1"/>
          </p:cNvSpPr>
          <p:nvPr>
            <p:ph type="title"/>
          </p:nvPr>
        </p:nvSpPr>
        <p:spPr/>
        <p:txBody>
          <a:bodyPr/>
          <a:lstStyle/>
          <a:p>
            <a:r>
              <a:rPr lang="en-PT"/>
              <a:t>Software Lifecycle</a:t>
            </a:r>
          </a:p>
        </p:txBody>
      </p:sp>
      <p:sp>
        <p:nvSpPr>
          <p:cNvPr id="3" name="Text Placeholder 2">
            <a:extLst>
              <a:ext uri="{FF2B5EF4-FFF2-40B4-BE49-F238E27FC236}">
                <a16:creationId xmlns:a16="http://schemas.microsoft.com/office/drawing/2014/main" id="{4E295C66-20DC-7524-6B2A-DBCBE4719A14}"/>
              </a:ext>
            </a:extLst>
          </p:cNvPr>
          <p:cNvSpPr>
            <a:spLocks noGrp="1"/>
          </p:cNvSpPr>
          <p:nvPr>
            <p:ph type="body" sz="quarter" idx="10"/>
          </p:nvPr>
        </p:nvSpPr>
        <p:spPr/>
        <p:txBody>
          <a:bodyPr/>
          <a:lstStyle/>
          <a:p>
            <a:r>
              <a:rPr lang="en-PT"/>
              <a:t>IEC 62304:2006 – How to integrate it into an Agile development methodology</a:t>
            </a:r>
          </a:p>
        </p:txBody>
      </p:sp>
      <p:sp>
        <p:nvSpPr>
          <p:cNvPr id="5" name="Slide Number Placeholder 4">
            <a:extLst>
              <a:ext uri="{FF2B5EF4-FFF2-40B4-BE49-F238E27FC236}">
                <a16:creationId xmlns:a16="http://schemas.microsoft.com/office/drawing/2014/main" id="{0808632C-7936-1355-28E5-26E011B99A18}"/>
              </a:ext>
            </a:extLst>
          </p:cNvPr>
          <p:cNvSpPr>
            <a:spLocks noGrp="1"/>
          </p:cNvSpPr>
          <p:nvPr>
            <p:ph type="sldNum" sz="quarter" idx="4"/>
          </p:nvPr>
        </p:nvSpPr>
        <p:spPr/>
        <p:txBody>
          <a:bodyPr/>
          <a:lstStyle/>
          <a:p>
            <a:pPr>
              <a:spcBef>
                <a:spcPct val="50000"/>
              </a:spcBef>
              <a:spcAft>
                <a:spcPct val="0"/>
              </a:spcAft>
              <a:buFontTx/>
              <a:buNone/>
            </a:pPr>
            <a:r>
              <a:rPr lang="en-US"/>
              <a:t>Page </a:t>
            </a:r>
            <a:fld id="{A06316EC-39FF-4C97-AA6E-29B761CE3E45}" type="slidenum">
              <a:rPr lang="en-US" smtClean="0"/>
              <a:pPr>
                <a:spcBef>
                  <a:spcPct val="50000"/>
                </a:spcBef>
                <a:spcAft>
                  <a:spcPct val="0"/>
                </a:spcAft>
                <a:buFontTx/>
                <a:buNone/>
              </a:pPr>
              <a:t>19</a:t>
            </a:fld>
            <a:endParaRPr lang="en-US"/>
          </a:p>
        </p:txBody>
      </p:sp>
      <p:sp>
        <p:nvSpPr>
          <p:cNvPr id="6" name="Seta: Para a Direita 16">
            <a:extLst>
              <a:ext uri="{FF2B5EF4-FFF2-40B4-BE49-F238E27FC236}">
                <a16:creationId xmlns:a16="http://schemas.microsoft.com/office/drawing/2014/main" id="{0119031C-D79E-967F-2CDB-7250EC072EF2}"/>
              </a:ext>
            </a:extLst>
          </p:cNvPr>
          <p:cNvSpPr/>
          <p:nvPr/>
        </p:nvSpPr>
        <p:spPr>
          <a:xfrm>
            <a:off x="6043751" y="4958647"/>
            <a:ext cx="4096456" cy="925464"/>
          </a:xfrm>
          <a:prstGeom prst="rightArrow">
            <a:avLst>
              <a:gd name="adj1" fmla="val 100000"/>
              <a:gd name="adj2" fmla="val 61370"/>
            </a:avLst>
          </a:prstGeom>
          <a:gradFill flip="none" rotWithShape="1">
            <a:gsLst>
              <a:gs pos="0">
                <a:schemeClr val="tx2"/>
              </a:gs>
              <a:gs pos="50000">
                <a:schemeClr val="tx2"/>
              </a:gs>
              <a:gs pos="100000">
                <a:schemeClr val="tx2"/>
              </a:gs>
            </a:gsLst>
            <a:lin ang="0" scaled="1"/>
            <a:tileRect/>
          </a:gra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pt-PT">
                <a:latin typeface="+mj-lt"/>
              </a:rPr>
              <a:t>VRR, VLR, RTM</a:t>
            </a:r>
          </a:p>
        </p:txBody>
      </p:sp>
      <p:sp>
        <p:nvSpPr>
          <p:cNvPr id="7" name="Círculo: Oco 17">
            <a:extLst>
              <a:ext uri="{FF2B5EF4-FFF2-40B4-BE49-F238E27FC236}">
                <a16:creationId xmlns:a16="http://schemas.microsoft.com/office/drawing/2014/main" id="{DD45E0D7-C8F4-D82E-8050-DB4CD6A59ACA}"/>
              </a:ext>
            </a:extLst>
          </p:cNvPr>
          <p:cNvSpPr/>
          <p:nvPr/>
        </p:nvSpPr>
        <p:spPr>
          <a:xfrm>
            <a:off x="4213212" y="2125162"/>
            <a:ext cx="3763988" cy="3752114"/>
          </a:xfrm>
          <a:prstGeom prst="donut">
            <a:avLst/>
          </a:prstGeom>
          <a:gradFill flip="none" rotWithShape="1">
            <a:gsLst>
              <a:gs pos="0">
                <a:schemeClr val="tx2"/>
              </a:gs>
              <a:gs pos="100000">
                <a:schemeClr val="tx2">
                  <a:lumMod val="60000"/>
                  <a:lumOff val="40000"/>
                </a:schemeClr>
              </a:gs>
            </a:gsLst>
            <a:lin ang="13500000" scaled="1"/>
            <a:tileRect/>
          </a:gra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PT">
              <a:solidFill>
                <a:schemeClr val="tx1"/>
              </a:solidFill>
              <a:latin typeface="+mj-lt"/>
            </a:endParaRPr>
          </a:p>
        </p:txBody>
      </p:sp>
      <p:sp>
        <p:nvSpPr>
          <p:cNvPr id="8" name="Seta: Para a Direita 18">
            <a:extLst>
              <a:ext uri="{FF2B5EF4-FFF2-40B4-BE49-F238E27FC236}">
                <a16:creationId xmlns:a16="http://schemas.microsoft.com/office/drawing/2014/main" id="{69C1A2F5-9C12-56DE-9E7B-8C6AF67E9CA8}"/>
              </a:ext>
            </a:extLst>
          </p:cNvPr>
          <p:cNvSpPr/>
          <p:nvPr/>
        </p:nvSpPr>
        <p:spPr>
          <a:xfrm>
            <a:off x="2386631" y="4951812"/>
            <a:ext cx="3550259" cy="925464"/>
          </a:xfrm>
          <a:prstGeom prst="rightArrow">
            <a:avLst>
              <a:gd name="adj1" fmla="val 100000"/>
              <a:gd name="adj2" fmla="val 61370"/>
            </a:avLst>
          </a:prstGeom>
          <a:gradFill flip="none" rotWithShape="1">
            <a:gsLst>
              <a:gs pos="0">
                <a:schemeClr val="tx2">
                  <a:lumMod val="50000"/>
                </a:schemeClr>
              </a:gs>
              <a:gs pos="50000">
                <a:schemeClr val="tx2">
                  <a:lumMod val="79000"/>
                </a:schemeClr>
              </a:gs>
              <a:gs pos="99000">
                <a:schemeClr val="tx2"/>
              </a:gs>
            </a:gsLst>
            <a:lin ang="0" scaled="1"/>
            <a:tileRect/>
          </a:gra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pt-PT">
                <a:latin typeface="+mj-lt"/>
              </a:rPr>
              <a:t>SRS, SDS</a:t>
            </a:r>
          </a:p>
        </p:txBody>
      </p:sp>
      <p:grpSp>
        <p:nvGrpSpPr>
          <p:cNvPr id="9" name="Agrupar 25">
            <a:extLst>
              <a:ext uri="{FF2B5EF4-FFF2-40B4-BE49-F238E27FC236}">
                <a16:creationId xmlns:a16="http://schemas.microsoft.com/office/drawing/2014/main" id="{EA01B173-C4A6-796B-1A0E-15C037ED86FD}"/>
              </a:ext>
            </a:extLst>
          </p:cNvPr>
          <p:cNvGrpSpPr/>
          <p:nvPr/>
        </p:nvGrpSpPr>
        <p:grpSpPr>
          <a:xfrm>
            <a:off x="7036705" y="3657570"/>
            <a:ext cx="940500" cy="343649"/>
            <a:chOff x="7037614" y="3657600"/>
            <a:chExt cx="940621" cy="343694"/>
          </a:xfrm>
        </p:grpSpPr>
        <p:cxnSp>
          <p:nvCxnSpPr>
            <p:cNvPr id="11" name="Conexão reta 20">
              <a:extLst>
                <a:ext uri="{FF2B5EF4-FFF2-40B4-BE49-F238E27FC236}">
                  <a16:creationId xmlns:a16="http://schemas.microsoft.com/office/drawing/2014/main" id="{CA626E5A-C08B-88F9-7784-2CDDA3981C83}"/>
                </a:ext>
              </a:extLst>
            </p:cNvPr>
            <p:cNvCxnSpPr>
              <a:cxnSpLocks/>
            </p:cNvCxnSpPr>
            <p:nvPr/>
          </p:nvCxnSpPr>
          <p:spPr>
            <a:xfrm flipV="1">
              <a:off x="7037614" y="3657600"/>
              <a:ext cx="473529" cy="343693"/>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2" name="Conexão reta 22">
              <a:extLst>
                <a:ext uri="{FF2B5EF4-FFF2-40B4-BE49-F238E27FC236}">
                  <a16:creationId xmlns:a16="http://schemas.microsoft.com/office/drawing/2014/main" id="{C9D4A584-26F9-EC22-1980-71F3BF82DB08}"/>
                </a:ext>
              </a:extLst>
            </p:cNvPr>
            <p:cNvCxnSpPr>
              <a:cxnSpLocks/>
              <a:endCxn id="7" idx="6"/>
            </p:cNvCxnSpPr>
            <p:nvPr/>
          </p:nvCxnSpPr>
          <p:spPr>
            <a:xfrm>
              <a:off x="7511139" y="3657600"/>
              <a:ext cx="467096" cy="343694"/>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16" name="Agrupar 26">
            <a:extLst>
              <a:ext uri="{FF2B5EF4-FFF2-40B4-BE49-F238E27FC236}">
                <a16:creationId xmlns:a16="http://schemas.microsoft.com/office/drawing/2014/main" id="{586B6DFB-5BCC-DB56-0124-A0E50A2D6DB6}"/>
              </a:ext>
            </a:extLst>
          </p:cNvPr>
          <p:cNvGrpSpPr/>
          <p:nvPr/>
        </p:nvGrpSpPr>
        <p:grpSpPr>
          <a:xfrm rot="10974441">
            <a:off x="4214308" y="3886475"/>
            <a:ext cx="940503" cy="343649"/>
            <a:chOff x="7037614" y="3657600"/>
            <a:chExt cx="940625" cy="343694"/>
          </a:xfrm>
        </p:grpSpPr>
        <p:cxnSp>
          <p:nvCxnSpPr>
            <p:cNvPr id="21" name="Conexão reta 27">
              <a:extLst>
                <a:ext uri="{FF2B5EF4-FFF2-40B4-BE49-F238E27FC236}">
                  <a16:creationId xmlns:a16="http://schemas.microsoft.com/office/drawing/2014/main" id="{DCEBBB5A-71A7-75CB-FD5B-08937BC39D11}"/>
                </a:ext>
              </a:extLst>
            </p:cNvPr>
            <p:cNvCxnSpPr>
              <a:cxnSpLocks/>
            </p:cNvCxnSpPr>
            <p:nvPr/>
          </p:nvCxnSpPr>
          <p:spPr>
            <a:xfrm flipV="1">
              <a:off x="7037614" y="3657600"/>
              <a:ext cx="473529" cy="343693"/>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4" name="Conexão reta 28">
              <a:extLst>
                <a:ext uri="{FF2B5EF4-FFF2-40B4-BE49-F238E27FC236}">
                  <a16:creationId xmlns:a16="http://schemas.microsoft.com/office/drawing/2014/main" id="{8FA74F79-D636-CAAA-CA57-36195DF764FC}"/>
                </a:ext>
              </a:extLst>
            </p:cNvPr>
            <p:cNvCxnSpPr>
              <a:cxnSpLocks/>
            </p:cNvCxnSpPr>
            <p:nvPr/>
          </p:nvCxnSpPr>
          <p:spPr>
            <a:xfrm>
              <a:off x="7511143" y="3657600"/>
              <a:ext cx="467096" cy="343694"/>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grpSp>
      <p:sp>
        <p:nvSpPr>
          <p:cNvPr id="25" name="CaixaDeTexto 29">
            <a:extLst>
              <a:ext uri="{FF2B5EF4-FFF2-40B4-BE49-F238E27FC236}">
                <a16:creationId xmlns:a16="http://schemas.microsoft.com/office/drawing/2014/main" id="{9DE9BB80-BF3C-569A-93AB-C5C177644FA7}"/>
              </a:ext>
            </a:extLst>
          </p:cNvPr>
          <p:cNvSpPr txBox="1"/>
          <p:nvPr/>
        </p:nvSpPr>
        <p:spPr>
          <a:xfrm>
            <a:off x="5480768" y="3739246"/>
            <a:ext cx="1232869" cy="523152"/>
          </a:xfrm>
          <a:prstGeom prst="rect">
            <a:avLst/>
          </a:prstGeom>
          <a:noFill/>
        </p:spPr>
        <p:txBody>
          <a:bodyPr wrap="none" rtlCol="0">
            <a:spAutoFit/>
          </a:bodyPr>
          <a:lstStyle/>
          <a:p>
            <a:pPr algn="ctr"/>
            <a:r>
              <a:rPr lang="pt-PT" sz="2800">
                <a:latin typeface="+mj-lt"/>
              </a:rPr>
              <a:t>SPRINT</a:t>
            </a:r>
          </a:p>
        </p:txBody>
      </p:sp>
      <p:sp>
        <p:nvSpPr>
          <p:cNvPr id="26" name="Oval 25">
            <a:extLst>
              <a:ext uri="{FF2B5EF4-FFF2-40B4-BE49-F238E27FC236}">
                <a16:creationId xmlns:a16="http://schemas.microsoft.com/office/drawing/2014/main" id="{FB679352-B695-4A9F-846E-0DFB8093270F}"/>
              </a:ext>
            </a:extLst>
          </p:cNvPr>
          <p:cNvSpPr/>
          <p:nvPr/>
        </p:nvSpPr>
        <p:spPr>
          <a:xfrm>
            <a:off x="5936889" y="5236785"/>
            <a:ext cx="309560" cy="308719"/>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PT">
              <a:latin typeface="+mj-lt"/>
            </a:endParaRPr>
          </a:p>
        </p:txBody>
      </p:sp>
      <p:sp>
        <p:nvSpPr>
          <p:cNvPr id="27" name="Oval 26">
            <a:extLst>
              <a:ext uri="{FF2B5EF4-FFF2-40B4-BE49-F238E27FC236}">
                <a16:creationId xmlns:a16="http://schemas.microsoft.com/office/drawing/2014/main" id="{54480EB1-2CDC-7D66-5E25-C031846F0887}"/>
              </a:ext>
            </a:extLst>
          </p:cNvPr>
          <p:cNvSpPr/>
          <p:nvPr/>
        </p:nvSpPr>
        <p:spPr>
          <a:xfrm>
            <a:off x="6590021" y="2635072"/>
            <a:ext cx="309560" cy="308719"/>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PT">
              <a:latin typeface="+mj-lt"/>
            </a:endParaRPr>
          </a:p>
        </p:txBody>
      </p:sp>
      <p:sp>
        <p:nvSpPr>
          <p:cNvPr id="28" name="Balão: Linha em Ângulo Duplo Sem Limite 34">
            <a:extLst>
              <a:ext uri="{FF2B5EF4-FFF2-40B4-BE49-F238E27FC236}">
                <a16:creationId xmlns:a16="http://schemas.microsoft.com/office/drawing/2014/main" id="{81A885FD-79B6-7403-73CE-671FAD2EB054}"/>
              </a:ext>
            </a:extLst>
          </p:cNvPr>
          <p:cNvSpPr/>
          <p:nvPr/>
        </p:nvSpPr>
        <p:spPr>
          <a:xfrm>
            <a:off x="7510169" y="2009990"/>
            <a:ext cx="2988235" cy="881376"/>
          </a:xfrm>
          <a:prstGeom prst="callout3">
            <a:avLst>
              <a:gd name="adj1" fmla="val 52430"/>
              <a:gd name="adj2" fmla="val -286"/>
              <a:gd name="adj3" fmla="val 52430"/>
              <a:gd name="adj4" fmla="val -10309"/>
              <a:gd name="adj5" fmla="val 51501"/>
              <a:gd name="adj6" fmla="val -14245"/>
              <a:gd name="adj7" fmla="val 76589"/>
              <a:gd name="adj8" fmla="val -22906"/>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pt-PT">
                <a:solidFill>
                  <a:schemeClr val="tx1"/>
                </a:solidFill>
                <a:latin typeface="+mj-lt"/>
              </a:rPr>
              <a:t>FEATURE IMPLEMENTATION, TESTING</a:t>
            </a:r>
          </a:p>
        </p:txBody>
      </p:sp>
      <p:sp>
        <p:nvSpPr>
          <p:cNvPr id="29" name="Oval 28">
            <a:extLst>
              <a:ext uri="{FF2B5EF4-FFF2-40B4-BE49-F238E27FC236}">
                <a16:creationId xmlns:a16="http://schemas.microsoft.com/office/drawing/2014/main" id="{5C1B4CDE-ED73-55E8-4456-8972C423B596}"/>
              </a:ext>
            </a:extLst>
          </p:cNvPr>
          <p:cNvSpPr/>
          <p:nvPr/>
        </p:nvSpPr>
        <p:spPr>
          <a:xfrm>
            <a:off x="7389520" y="5224662"/>
            <a:ext cx="309560" cy="308719"/>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PT">
              <a:latin typeface="+mj-lt"/>
            </a:endParaRPr>
          </a:p>
        </p:txBody>
      </p:sp>
      <p:sp>
        <p:nvSpPr>
          <p:cNvPr id="30" name="Balão: Linha em Ângulo Duplo Sem Limite 36">
            <a:extLst>
              <a:ext uri="{FF2B5EF4-FFF2-40B4-BE49-F238E27FC236}">
                <a16:creationId xmlns:a16="http://schemas.microsoft.com/office/drawing/2014/main" id="{27115EA1-BD24-FD8C-C5F3-8C7CED67DDC2}"/>
              </a:ext>
            </a:extLst>
          </p:cNvPr>
          <p:cNvSpPr/>
          <p:nvPr/>
        </p:nvSpPr>
        <p:spPr>
          <a:xfrm>
            <a:off x="8535265" y="4067654"/>
            <a:ext cx="2988235" cy="881376"/>
          </a:xfrm>
          <a:prstGeom prst="callout3">
            <a:avLst>
              <a:gd name="adj1" fmla="val 52430"/>
              <a:gd name="adj2" fmla="val -286"/>
              <a:gd name="adj3" fmla="val 52430"/>
              <a:gd name="adj4" fmla="val -10309"/>
              <a:gd name="adj5" fmla="val 51501"/>
              <a:gd name="adj6" fmla="val -14245"/>
              <a:gd name="adj7" fmla="val 133171"/>
              <a:gd name="adj8" fmla="val -30853"/>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pt-PT">
                <a:solidFill>
                  <a:schemeClr val="tx1"/>
                </a:solidFill>
                <a:latin typeface="+mj-lt"/>
              </a:rPr>
              <a:t>SPRINT RETROSPECTIVE MEETING</a:t>
            </a:r>
          </a:p>
        </p:txBody>
      </p:sp>
      <p:sp>
        <p:nvSpPr>
          <p:cNvPr id="32" name="Balão: Linha em Ângulo Duplo Sem Limite 32">
            <a:extLst>
              <a:ext uri="{FF2B5EF4-FFF2-40B4-BE49-F238E27FC236}">
                <a16:creationId xmlns:a16="http://schemas.microsoft.com/office/drawing/2014/main" id="{E2B20F73-27E0-3292-D7F7-2552946649DF}"/>
              </a:ext>
            </a:extLst>
          </p:cNvPr>
          <p:cNvSpPr/>
          <p:nvPr/>
        </p:nvSpPr>
        <p:spPr>
          <a:xfrm>
            <a:off x="1375814" y="4150031"/>
            <a:ext cx="2988624" cy="881491"/>
          </a:xfrm>
          <a:prstGeom prst="callout3">
            <a:avLst>
              <a:gd name="adj1" fmla="val 124694"/>
              <a:gd name="adj2" fmla="val 154757"/>
              <a:gd name="adj3" fmla="val 52551"/>
              <a:gd name="adj4" fmla="val 143532"/>
              <a:gd name="adj5" fmla="val 49442"/>
              <a:gd name="adj6" fmla="val 97397"/>
              <a:gd name="adj7" fmla="val 49418"/>
              <a:gd name="adj8" fmla="val 96233"/>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pt-PT">
                <a:solidFill>
                  <a:schemeClr val="tx1"/>
                </a:solidFill>
                <a:latin typeface="+mj-lt"/>
              </a:rPr>
              <a:t>SPRINT PLANNING MEETING</a:t>
            </a:r>
          </a:p>
        </p:txBody>
      </p:sp>
    </p:spTree>
    <p:extLst>
      <p:ext uri="{BB962C8B-B14F-4D97-AF65-F5344CB8AC3E}">
        <p14:creationId xmlns:p14="http://schemas.microsoft.com/office/powerpoint/2010/main" val="17161755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0F8CB2-3042-52EE-4B7C-CB7CED437D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A93E47-7EB8-6E35-D4A1-6F79DBD5FC27}"/>
              </a:ext>
            </a:extLst>
          </p:cNvPr>
          <p:cNvSpPr>
            <a:spLocks noGrp="1"/>
          </p:cNvSpPr>
          <p:nvPr>
            <p:ph type="title"/>
          </p:nvPr>
        </p:nvSpPr>
        <p:spPr>
          <a:xfrm>
            <a:off x="477838" y="334800"/>
            <a:ext cx="11245849" cy="429892"/>
          </a:xfrm>
        </p:spPr>
        <p:txBody>
          <a:bodyPr wrap="square" anchor="t">
            <a:normAutofit/>
          </a:bodyPr>
          <a:lstStyle/>
          <a:p>
            <a:r>
              <a:rPr lang="en-US"/>
              <a:t>General Data Protection Regulation (GDPR)</a:t>
            </a:r>
            <a:endParaRPr lang="en-PT"/>
          </a:p>
        </p:txBody>
      </p:sp>
      <p:sp>
        <p:nvSpPr>
          <p:cNvPr id="3" name="Text Placeholder 2">
            <a:extLst>
              <a:ext uri="{FF2B5EF4-FFF2-40B4-BE49-F238E27FC236}">
                <a16:creationId xmlns:a16="http://schemas.microsoft.com/office/drawing/2014/main" id="{11D98B1E-E580-6D58-458F-0AC0901D0480}"/>
              </a:ext>
            </a:extLst>
          </p:cNvPr>
          <p:cNvSpPr>
            <a:spLocks noGrp="1"/>
          </p:cNvSpPr>
          <p:nvPr>
            <p:ph type="body" sz="quarter" idx="10"/>
          </p:nvPr>
        </p:nvSpPr>
        <p:spPr>
          <a:xfrm>
            <a:off x="477838" y="692696"/>
            <a:ext cx="11245849" cy="576064"/>
          </a:xfrm>
        </p:spPr>
        <p:txBody>
          <a:bodyPr wrap="square" anchor="t">
            <a:normAutofit/>
          </a:bodyPr>
          <a:lstStyle/>
          <a:p>
            <a:r>
              <a:rPr lang="pt-PT" err="1"/>
              <a:t>Overview</a:t>
            </a:r>
            <a:endParaRPr lang="en-PT"/>
          </a:p>
        </p:txBody>
      </p:sp>
      <p:sp>
        <p:nvSpPr>
          <p:cNvPr id="5" name="Slide Number Placeholder 4">
            <a:extLst>
              <a:ext uri="{FF2B5EF4-FFF2-40B4-BE49-F238E27FC236}">
                <a16:creationId xmlns:a16="http://schemas.microsoft.com/office/drawing/2014/main" id="{5F1AB746-7132-42C4-65E0-D7C7F326520D}"/>
              </a:ext>
            </a:extLst>
          </p:cNvPr>
          <p:cNvSpPr>
            <a:spLocks noGrp="1"/>
          </p:cNvSpPr>
          <p:nvPr>
            <p:ph type="sldNum" sz="quarter" idx="4"/>
          </p:nvPr>
        </p:nvSpPr>
        <p:spPr>
          <a:xfrm>
            <a:off x="477838" y="6349881"/>
            <a:ext cx="1800000" cy="123111"/>
          </a:xfrm>
        </p:spPr>
        <p:txBody>
          <a:bodyPr wrap="square">
            <a:normAutofit/>
          </a:bodyPr>
          <a:lstStyle/>
          <a:p>
            <a:pPr>
              <a:spcBef>
                <a:spcPct val="50000"/>
              </a:spcBef>
              <a:spcAft>
                <a:spcPct val="0"/>
              </a:spcAft>
              <a:buFontTx/>
              <a:buNone/>
            </a:pPr>
            <a:r>
              <a:rPr lang="en-US"/>
              <a:t>Page </a:t>
            </a:r>
            <a:fld id="{A06316EC-39FF-4C97-AA6E-29B761CE3E45}" type="slidenum">
              <a:rPr lang="en-US" smtClean="0"/>
              <a:pPr>
                <a:spcBef>
                  <a:spcPct val="50000"/>
                </a:spcBef>
                <a:spcAft>
                  <a:spcPct val="0"/>
                </a:spcAft>
                <a:buFontTx/>
                <a:buNone/>
              </a:pPr>
              <a:t>20</a:t>
            </a:fld>
            <a:endParaRPr lang="en-US"/>
          </a:p>
        </p:txBody>
      </p:sp>
      <p:graphicFrame>
        <p:nvGraphicFramePr>
          <p:cNvPr id="8" name="Content Placeholder 3">
            <a:extLst>
              <a:ext uri="{FF2B5EF4-FFF2-40B4-BE49-F238E27FC236}">
                <a16:creationId xmlns:a16="http://schemas.microsoft.com/office/drawing/2014/main" id="{6C2F4C4A-D274-3058-CB6A-2B3DADFCD58B}"/>
              </a:ext>
            </a:extLst>
          </p:cNvPr>
          <p:cNvGraphicFramePr>
            <a:graphicFrameLocks noGrp="1"/>
          </p:cNvGraphicFramePr>
          <p:nvPr>
            <p:ph idx="1"/>
            <p:extLst>
              <p:ext uri="{D42A27DB-BD31-4B8C-83A1-F6EECF244321}">
                <p14:modId xmlns:p14="http://schemas.microsoft.com/office/powerpoint/2010/main" val="3397790120"/>
              </p:ext>
            </p:extLst>
          </p:nvPr>
        </p:nvGraphicFramePr>
        <p:xfrm>
          <a:off x="477838" y="1773238"/>
          <a:ext cx="11233149" cy="42481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768689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B7025D-FA63-7F9E-97DB-E6B8785FFE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8579CE-A1DB-0910-353B-BBF4859B072D}"/>
              </a:ext>
            </a:extLst>
          </p:cNvPr>
          <p:cNvSpPr>
            <a:spLocks noGrp="1"/>
          </p:cNvSpPr>
          <p:nvPr>
            <p:ph type="title"/>
          </p:nvPr>
        </p:nvSpPr>
        <p:spPr/>
        <p:txBody>
          <a:bodyPr/>
          <a:lstStyle/>
          <a:p>
            <a:r>
              <a:rPr lang="en-US"/>
              <a:t>Global Regulatory Landscape for AI</a:t>
            </a:r>
            <a:endParaRPr lang="en-PT"/>
          </a:p>
        </p:txBody>
      </p:sp>
      <p:sp>
        <p:nvSpPr>
          <p:cNvPr id="3" name="Text Placeholder 2">
            <a:extLst>
              <a:ext uri="{FF2B5EF4-FFF2-40B4-BE49-F238E27FC236}">
                <a16:creationId xmlns:a16="http://schemas.microsoft.com/office/drawing/2014/main" id="{2F04FD82-7A61-89AD-8D50-33A9F09C75A9}"/>
              </a:ext>
            </a:extLst>
          </p:cNvPr>
          <p:cNvSpPr>
            <a:spLocks noGrp="1"/>
          </p:cNvSpPr>
          <p:nvPr>
            <p:ph type="body" sz="quarter" idx="10"/>
          </p:nvPr>
        </p:nvSpPr>
        <p:spPr/>
        <p:txBody>
          <a:bodyPr/>
          <a:lstStyle/>
          <a:p>
            <a:endParaRPr lang="en-PT"/>
          </a:p>
        </p:txBody>
      </p:sp>
      <p:sp>
        <p:nvSpPr>
          <p:cNvPr id="5" name="Slide Number Placeholder 4">
            <a:extLst>
              <a:ext uri="{FF2B5EF4-FFF2-40B4-BE49-F238E27FC236}">
                <a16:creationId xmlns:a16="http://schemas.microsoft.com/office/drawing/2014/main" id="{70B258D6-65B3-BACB-4668-4678358C9F2B}"/>
              </a:ext>
            </a:extLst>
          </p:cNvPr>
          <p:cNvSpPr>
            <a:spLocks noGrp="1"/>
          </p:cNvSpPr>
          <p:nvPr>
            <p:ph type="sldNum" sz="quarter" idx="4"/>
          </p:nvPr>
        </p:nvSpPr>
        <p:spPr/>
        <p:txBody>
          <a:bodyPr/>
          <a:lstStyle/>
          <a:p>
            <a:pPr>
              <a:spcBef>
                <a:spcPct val="50000"/>
              </a:spcBef>
              <a:spcAft>
                <a:spcPct val="0"/>
              </a:spcAft>
              <a:buFontTx/>
              <a:buNone/>
            </a:pPr>
            <a:r>
              <a:rPr lang="en-US"/>
              <a:t>Page </a:t>
            </a:r>
            <a:fld id="{A06316EC-39FF-4C97-AA6E-29B761CE3E45}" type="slidenum">
              <a:rPr lang="en-US" smtClean="0"/>
              <a:pPr>
                <a:spcBef>
                  <a:spcPct val="50000"/>
                </a:spcBef>
                <a:spcAft>
                  <a:spcPct val="0"/>
                </a:spcAft>
                <a:buFontTx/>
                <a:buNone/>
              </a:pPr>
              <a:t>21</a:t>
            </a:fld>
            <a:endParaRPr lang="en-US"/>
          </a:p>
        </p:txBody>
      </p:sp>
      <p:pic>
        <p:nvPicPr>
          <p:cNvPr id="9" name="Picture 8" descr="A map of the world with different colors of continents&#10;&#10;Description automatically generated">
            <a:extLst>
              <a:ext uri="{FF2B5EF4-FFF2-40B4-BE49-F238E27FC236}">
                <a16:creationId xmlns:a16="http://schemas.microsoft.com/office/drawing/2014/main" id="{F2BE20F6-0CA5-93C5-9273-2540114BE7D9}"/>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b="5223"/>
          <a:stretch/>
        </p:blipFill>
        <p:spPr>
          <a:xfrm>
            <a:off x="1098931" y="1379731"/>
            <a:ext cx="9585199" cy="4785573"/>
          </a:xfrm>
          <a:prstGeom prst="rect">
            <a:avLst/>
          </a:prstGeom>
        </p:spPr>
      </p:pic>
      <p:cxnSp>
        <p:nvCxnSpPr>
          <p:cNvPr id="13" name="Straight Connector 12">
            <a:extLst>
              <a:ext uri="{FF2B5EF4-FFF2-40B4-BE49-F238E27FC236}">
                <a16:creationId xmlns:a16="http://schemas.microsoft.com/office/drawing/2014/main" id="{7883CE05-CD84-30E0-B075-0D0D357BAE97}"/>
              </a:ext>
            </a:extLst>
          </p:cNvPr>
          <p:cNvCxnSpPr/>
          <p:nvPr/>
        </p:nvCxnSpPr>
        <p:spPr bwMode="auto">
          <a:xfrm flipV="1">
            <a:off x="6391113" y="1461392"/>
            <a:ext cx="0" cy="977008"/>
          </a:xfrm>
          <a:prstGeom prst="line">
            <a:avLst/>
          </a:prstGeom>
          <a:noFill/>
          <a:ln w="9525"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 name="TextBox 15">
            <a:extLst>
              <a:ext uri="{FF2B5EF4-FFF2-40B4-BE49-F238E27FC236}">
                <a16:creationId xmlns:a16="http://schemas.microsoft.com/office/drawing/2014/main" id="{E53FC615-3BBC-E659-0727-85097E2F9F1A}"/>
              </a:ext>
            </a:extLst>
          </p:cNvPr>
          <p:cNvSpPr txBox="1"/>
          <p:nvPr/>
        </p:nvSpPr>
        <p:spPr>
          <a:xfrm>
            <a:off x="6391113" y="1452434"/>
            <a:ext cx="1937262" cy="1015663"/>
          </a:xfrm>
          <a:prstGeom prst="rect">
            <a:avLst/>
          </a:prstGeom>
          <a:noFill/>
        </p:spPr>
        <p:txBody>
          <a:bodyPr wrap="none" rtlCol="0">
            <a:spAutoFit/>
          </a:bodyPr>
          <a:lstStyle/>
          <a:p>
            <a:pPr marL="0" lvl="1">
              <a:spcAft>
                <a:spcPts val="0"/>
              </a:spcAft>
            </a:pPr>
            <a:r>
              <a:rPr lang="en-US" sz="1400"/>
              <a:t>AI Liability Directive</a:t>
            </a:r>
          </a:p>
          <a:p>
            <a:pPr marL="0" lvl="1">
              <a:spcAft>
                <a:spcPts val="0"/>
              </a:spcAft>
            </a:pPr>
            <a:r>
              <a:rPr lang="en-US" sz="1400"/>
              <a:t>Platform Work Directive</a:t>
            </a:r>
          </a:p>
          <a:p>
            <a:pPr marL="0" lvl="1">
              <a:spcAft>
                <a:spcPts val="0"/>
              </a:spcAft>
            </a:pPr>
            <a:r>
              <a:rPr lang="en-US" sz="1400" b="1"/>
              <a:t>EU AI Act</a:t>
            </a:r>
          </a:p>
          <a:p>
            <a:endParaRPr lang="pt-PT"/>
          </a:p>
        </p:txBody>
      </p:sp>
      <p:pic>
        <p:nvPicPr>
          <p:cNvPr id="20" name="Picture 19" descr="A blue flag with yellow stars&#10;&#10;Description automatically generated">
            <a:extLst>
              <a:ext uri="{FF2B5EF4-FFF2-40B4-BE49-F238E27FC236}">
                <a16:creationId xmlns:a16="http://schemas.microsoft.com/office/drawing/2014/main" id="{70703796-CA54-2D86-46C3-4E545EA8ED54}"/>
              </a:ext>
            </a:extLst>
          </p:cNvPr>
          <p:cNvPicPr>
            <a:picLocks noChangeAspect="1"/>
          </p:cNvPicPr>
          <p:nvPr/>
        </p:nvPicPr>
        <p:blipFill>
          <a:blip r:embed="rId4" cstate="print">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5920423" y="1688289"/>
            <a:ext cx="347977" cy="232512"/>
          </a:xfrm>
          <a:prstGeom prst="rect">
            <a:avLst/>
          </a:prstGeom>
        </p:spPr>
      </p:pic>
      <p:cxnSp>
        <p:nvCxnSpPr>
          <p:cNvPr id="21" name="Straight Connector 20">
            <a:extLst>
              <a:ext uri="{FF2B5EF4-FFF2-40B4-BE49-F238E27FC236}">
                <a16:creationId xmlns:a16="http://schemas.microsoft.com/office/drawing/2014/main" id="{145EF7F9-421D-5919-906B-D7ABD79E0006}"/>
              </a:ext>
            </a:extLst>
          </p:cNvPr>
          <p:cNvCxnSpPr/>
          <p:nvPr/>
        </p:nvCxnSpPr>
        <p:spPr bwMode="auto">
          <a:xfrm flipV="1">
            <a:off x="8576372" y="2601447"/>
            <a:ext cx="0" cy="720000"/>
          </a:xfrm>
          <a:prstGeom prst="line">
            <a:avLst/>
          </a:prstGeom>
          <a:noFill/>
          <a:ln w="9525"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 name="TextBox 21">
            <a:extLst>
              <a:ext uri="{FF2B5EF4-FFF2-40B4-BE49-F238E27FC236}">
                <a16:creationId xmlns:a16="http://schemas.microsoft.com/office/drawing/2014/main" id="{EC1B438C-1BBA-F82F-479F-0D1B65E9DA87}"/>
              </a:ext>
            </a:extLst>
          </p:cNvPr>
          <p:cNvSpPr txBox="1"/>
          <p:nvPr/>
        </p:nvSpPr>
        <p:spPr>
          <a:xfrm>
            <a:off x="8576372" y="2622887"/>
            <a:ext cx="3520516" cy="307777"/>
          </a:xfrm>
          <a:prstGeom prst="rect">
            <a:avLst/>
          </a:prstGeom>
          <a:noFill/>
        </p:spPr>
        <p:txBody>
          <a:bodyPr wrap="none" rtlCol="0">
            <a:spAutoFit/>
          </a:bodyPr>
          <a:lstStyle/>
          <a:p>
            <a:pPr marL="0" lvl="1"/>
            <a:r>
              <a:rPr lang="en-US" sz="1400" b="1"/>
              <a:t>Regulations on algorithmic systems</a:t>
            </a:r>
          </a:p>
        </p:txBody>
      </p:sp>
      <p:pic>
        <p:nvPicPr>
          <p:cNvPr id="23" name="Picture 22" descr="A flag with a star&#10;&#10;Description automatically generated">
            <a:extLst>
              <a:ext uri="{FF2B5EF4-FFF2-40B4-BE49-F238E27FC236}">
                <a16:creationId xmlns:a16="http://schemas.microsoft.com/office/drawing/2014/main" id="{23C8FCC6-850E-828F-0CB6-112F4A48E576}"/>
              </a:ext>
            </a:extLst>
          </p:cNvPr>
          <p:cNvPicPr>
            <a:picLocks/>
          </p:cNvPicPr>
          <p:nvPr/>
        </p:nvPicPr>
        <p:blipFill>
          <a:blip r:embed="rId6" cstate="print">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a:off x="8121083" y="2669243"/>
            <a:ext cx="349200" cy="234000"/>
          </a:xfrm>
          <a:prstGeom prst="rect">
            <a:avLst/>
          </a:prstGeom>
        </p:spPr>
      </p:pic>
      <p:pic>
        <p:nvPicPr>
          <p:cNvPr id="28" name="Picture 27" descr="A flag with a circle in the middle&#10;&#10;Description automatically generated">
            <a:extLst>
              <a:ext uri="{FF2B5EF4-FFF2-40B4-BE49-F238E27FC236}">
                <a16:creationId xmlns:a16="http://schemas.microsoft.com/office/drawing/2014/main" id="{B3C2D002-42B9-ED93-E267-78618AB82B86}"/>
              </a:ext>
            </a:extLst>
          </p:cNvPr>
          <p:cNvPicPr>
            <a:picLocks/>
          </p:cNvPicPr>
          <p:nvPr/>
        </p:nvPicPr>
        <p:blipFill>
          <a:blip r:embed="rId8" cstate="print">
            <a:extLst>
              <a:ext uri="{28A0092B-C50C-407E-A947-70E740481C1C}">
                <a14:useLocalDpi xmlns:a14="http://schemas.microsoft.com/office/drawing/2010/main" val="0"/>
              </a:ext>
              <a:ext uri="{837473B0-CC2E-450A-ABE3-18F120FF3D39}">
                <a1611:picAttrSrcUrl xmlns:a1611="http://schemas.microsoft.com/office/drawing/2016/11/main" r:id="rId9"/>
              </a:ext>
            </a:extLst>
          </a:blip>
          <a:srcRect b="18091"/>
          <a:stretch/>
        </p:blipFill>
        <p:spPr>
          <a:xfrm>
            <a:off x="7426257" y="4583650"/>
            <a:ext cx="349200" cy="234000"/>
          </a:xfrm>
          <a:prstGeom prst="rect">
            <a:avLst/>
          </a:prstGeom>
        </p:spPr>
      </p:pic>
      <p:sp>
        <p:nvSpPr>
          <p:cNvPr id="29" name="TextBox 28">
            <a:extLst>
              <a:ext uri="{FF2B5EF4-FFF2-40B4-BE49-F238E27FC236}">
                <a16:creationId xmlns:a16="http://schemas.microsoft.com/office/drawing/2014/main" id="{C37D9B49-4E10-4952-A131-A99FCAC5BC6A}"/>
              </a:ext>
            </a:extLst>
          </p:cNvPr>
          <p:cNvSpPr txBox="1"/>
          <p:nvPr/>
        </p:nvSpPr>
        <p:spPr>
          <a:xfrm>
            <a:off x="7878771" y="4546761"/>
            <a:ext cx="1367554" cy="307777"/>
          </a:xfrm>
          <a:prstGeom prst="rect">
            <a:avLst/>
          </a:prstGeom>
          <a:noFill/>
        </p:spPr>
        <p:txBody>
          <a:bodyPr wrap="none" rtlCol="0">
            <a:spAutoFit/>
          </a:bodyPr>
          <a:lstStyle/>
          <a:p>
            <a:pPr marL="0" lvl="1"/>
            <a:r>
              <a:rPr lang="en-US" sz="1400" b="1"/>
              <a:t>Digital India Act</a:t>
            </a:r>
          </a:p>
        </p:txBody>
      </p:sp>
      <p:cxnSp>
        <p:nvCxnSpPr>
          <p:cNvPr id="30" name="Straight Connector 29">
            <a:extLst>
              <a:ext uri="{FF2B5EF4-FFF2-40B4-BE49-F238E27FC236}">
                <a16:creationId xmlns:a16="http://schemas.microsoft.com/office/drawing/2014/main" id="{540B22AC-D256-9FCE-CD48-CE99E33DA478}"/>
              </a:ext>
            </a:extLst>
          </p:cNvPr>
          <p:cNvCxnSpPr/>
          <p:nvPr/>
        </p:nvCxnSpPr>
        <p:spPr bwMode="auto">
          <a:xfrm flipV="1">
            <a:off x="4299841" y="3782175"/>
            <a:ext cx="0" cy="828000"/>
          </a:xfrm>
          <a:prstGeom prst="line">
            <a:avLst/>
          </a:prstGeom>
          <a:noFill/>
          <a:ln w="9525"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 name="TextBox 30">
            <a:extLst>
              <a:ext uri="{FF2B5EF4-FFF2-40B4-BE49-F238E27FC236}">
                <a16:creationId xmlns:a16="http://schemas.microsoft.com/office/drawing/2014/main" id="{0AAEEAEE-BD20-19F5-4798-F96F9901C433}"/>
              </a:ext>
            </a:extLst>
          </p:cNvPr>
          <p:cNvSpPr txBox="1"/>
          <p:nvPr/>
        </p:nvSpPr>
        <p:spPr>
          <a:xfrm>
            <a:off x="4299841" y="3822665"/>
            <a:ext cx="3047437" cy="523220"/>
          </a:xfrm>
          <a:prstGeom prst="rect">
            <a:avLst/>
          </a:prstGeom>
          <a:noFill/>
        </p:spPr>
        <p:txBody>
          <a:bodyPr wrap="none" rtlCol="0">
            <a:spAutoFit/>
          </a:bodyPr>
          <a:lstStyle/>
          <a:p>
            <a:pPr marL="0" lvl="1">
              <a:spcAft>
                <a:spcPts val="0"/>
              </a:spcAft>
            </a:pPr>
            <a:r>
              <a:rPr lang="en-US" sz="1400"/>
              <a:t>Civil Rights Framework for the Internet </a:t>
            </a:r>
          </a:p>
          <a:p>
            <a:pPr marL="0" lvl="1">
              <a:spcAft>
                <a:spcPts val="0"/>
              </a:spcAft>
            </a:pPr>
            <a:r>
              <a:rPr lang="en-US" sz="1400" b="1"/>
              <a:t>AI Bill</a:t>
            </a:r>
            <a:endParaRPr lang="en-US" sz="1400"/>
          </a:p>
        </p:txBody>
      </p:sp>
      <p:pic>
        <p:nvPicPr>
          <p:cNvPr id="33" name="Picture 32" descr="A flag with a blue circle and white text&#10;&#10;Description automatically generated">
            <a:extLst>
              <a:ext uri="{FF2B5EF4-FFF2-40B4-BE49-F238E27FC236}">
                <a16:creationId xmlns:a16="http://schemas.microsoft.com/office/drawing/2014/main" id="{9FC11A78-D21D-11F5-06CE-FBD2C88578C4}"/>
              </a:ext>
            </a:extLst>
          </p:cNvPr>
          <p:cNvPicPr>
            <a:picLocks noChangeAspect="1"/>
          </p:cNvPicPr>
          <p:nvPr/>
        </p:nvPicPr>
        <p:blipFill>
          <a:blip r:embed="rId10" cstate="print">
            <a:extLst>
              <a:ext uri="{28A0092B-C50C-407E-A947-70E740481C1C}">
                <a14:useLocalDpi xmlns:a14="http://schemas.microsoft.com/office/drawing/2010/main" val="0"/>
              </a:ext>
              <a:ext uri="{837473B0-CC2E-450A-ABE3-18F120FF3D39}">
                <a1611:picAttrSrcUrl xmlns:a1611="http://schemas.microsoft.com/office/drawing/2016/11/main" r:id="rId11"/>
              </a:ext>
            </a:extLst>
          </a:blip>
          <a:stretch>
            <a:fillRect/>
          </a:stretch>
        </p:blipFill>
        <p:spPr>
          <a:xfrm>
            <a:off x="3851093" y="3916703"/>
            <a:ext cx="352603" cy="234000"/>
          </a:xfrm>
          <a:prstGeom prst="rect">
            <a:avLst/>
          </a:prstGeom>
        </p:spPr>
      </p:pic>
      <p:cxnSp>
        <p:nvCxnSpPr>
          <p:cNvPr id="34" name="Straight Connector 33">
            <a:extLst>
              <a:ext uri="{FF2B5EF4-FFF2-40B4-BE49-F238E27FC236}">
                <a16:creationId xmlns:a16="http://schemas.microsoft.com/office/drawing/2014/main" id="{8FE20D95-BDCB-441A-D406-CDAF82328FC6}"/>
              </a:ext>
            </a:extLst>
          </p:cNvPr>
          <p:cNvCxnSpPr/>
          <p:nvPr/>
        </p:nvCxnSpPr>
        <p:spPr bwMode="auto">
          <a:xfrm flipV="1">
            <a:off x="2808755" y="2372620"/>
            <a:ext cx="0" cy="792000"/>
          </a:xfrm>
          <a:prstGeom prst="line">
            <a:avLst/>
          </a:prstGeom>
          <a:noFill/>
          <a:ln w="9525"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5" name="TextBox 34">
            <a:extLst>
              <a:ext uri="{FF2B5EF4-FFF2-40B4-BE49-F238E27FC236}">
                <a16:creationId xmlns:a16="http://schemas.microsoft.com/office/drawing/2014/main" id="{9FBED07B-15E1-C563-9018-EBF687213284}"/>
              </a:ext>
            </a:extLst>
          </p:cNvPr>
          <p:cNvSpPr txBox="1"/>
          <p:nvPr/>
        </p:nvSpPr>
        <p:spPr>
          <a:xfrm>
            <a:off x="2808755" y="2375010"/>
            <a:ext cx="3066865" cy="738664"/>
          </a:xfrm>
          <a:prstGeom prst="rect">
            <a:avLst/>
          </a:prstGeom>
          <a:noFill/>
        </p:spPr>
        <p:txBody>
          <a:bodyPr wrap="none" rtlCol="0">
            <a:spAutoFit/>
          </a:bodyPr>
          <a:lstStyle/>
          <a:p>
            <a:pPr marL="0" lvl="1">
              <a:spcAft>
                <a:spcPts val="0"/>
              </a:spcAft>
            </a:pPr>
            <a:r>
              <a:rPr lang="en-US" sz="1400" b="1"/>
              <a:t>Algorithmic Accountability Act</a:t>
            </a:r>
          </a:p>
          <a:p>
            <a:pPr marL="0" lvl="1">
              <a:spcAft>
                <a:spcPts val="0"/>
              </a:spcAft>
            </a:pPr>
            <a:r>
              <a:rPr lang="en-US" sz="1400"/>
              <a:t>New York City's Local Law 144</a:t>
            </a:r>
          </a:p>
          <a:p>
            <a:pPr marL="0" lvl="1">
              <a:spcAft>
                <a:spcPts val="0"/>
              </a:spcAft>
            </a:pPr>
            <a:r>
              <a:rPr lang="en-US" sz="1400"/>
              <a:t>…</a:t>
            </a:r>
          </a:p>
        </p:txBody>
      </p:sp>
      <p:pic>
        <p:nvPicPr>
          <p:cNvPr id="37" name="Picture 36" descr="A flag with stars and stripes&#10;&#10;Description automatically generated">
            <a:extLst>
              <a:ext uri="{FF2B5EF4-FFF2-40B4-BE49-F238E27FC236}">
                <a16:creationId xmlns:a16="http://schemas.microsoft.com/office/drawing/2014/main" id="{1F741739-E5CF-0B3E-0CDA-9ACDE5EB0E9D}"/>
              </a:ext>
            </a:extLst>
          </p:cNvPr>
          <p:cNvPicPr>
            <a:picLocks noChangeAspect="1"/>
          </p:cNvPicPr>
          <p:nvPr/>
        </p:nvPicPr>
        <p:blipFill>
          <a:blip r:embed="rId12" cstate="print">
            <a:extLst>
              <a:ext uri="{28A0092B-C50C-407E-A947-70E740481C1C}">
                <a14:useLocalDpi xmlns:a14="http://schemas.microsoft.com/office/drawing/2010/main" val="0"/>
              </a:ext>
              <a:ext uri="{837473B0-CC2E-450A-ABE3-18F120FF3D39}">
                <a1611:picAttrSrcUrl xmlns:a1611="http://schemas.microsoft.com/office/drawing/2016/11/main" r:id="rId13"/>
              </a:ext>
            </a:extLst>
          </a:blip>
          <a:srcRect l="1" r="-1" b="432"/>
          <a:stretch/>
        </p:blipFill>
        <p:spPr>
          <a:xfrm>
            <a:off x="2352461" y="2494973"/>
            <a:ext cx="350205" cy="234000"/>
          </a:xfrm>
          <a:prstGeom prst="rect">
            <a:avLst/>
          </a:prstGeom>
        </p:spPr>
      </p:pic>
      <p:cxnSp>
        <p:nvCxnSpPr>
          <p:cNvPr id="38" name="Straight Connector 37">
            <a:extLst>
              <a:ext uri="{FF2B5EF4-FFF2-40B4-BE49-F238E27FC236}">
                <a16:creationId xmlns:a16="http://schemas.microsoft.com/office/drawing/2014/main" id="{853A7751-2F8E-6A0B-C94C-DBC25E035DBF}"/>
              </a:ext>
            </a:extLst>
          </p:cNvPr>
          <p:cNvCxnSpPr/>
          <p:nvPr/>
        </p:nvCxnSpPr>
        <p:spPr bwMode="auto">
          <a:xfrm flipV="1">
            <a:off x="7878771" y="4150703"/>
            <a:ext cx="0" cy="720000"/>
          </a:xfrm>
          <a:prstGeom prst="line">
            <a:avLst/>
          </a:prstGeom>
          <a:noFill/>
          <a:ln w="9525"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064467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C57E4-BF8D-7C09-FE7E-FFBD04A3BB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6A03A7-1C9B-C1CF-FF7C-BF096703A06E}"/>
              </a:ext>
            </a:extLst>
          </p:cNvPr>
          <p:cNvSpPr>
            <a:spLocks noGrp="1"/>
          </p:cNvSpPr>
          <p:nvPr>
            <p:ph type="title"/>
          </p:nvPr>
        </p:nvSpPr>
        <p:spPr/>
        <p:txBody>
          <a:bodyPr/>
          <a:lstStyle/>
          <a:p>
            <a:r>
              <a:rPr lang="pt-PT"/>
              <a:t>EU AI </a:t>
            </a:r>
            <a:r>
              <a:rPr lang="pt-PT" err="1"/>
              <a:t>Act</a:t>
            </a:r>
            <a:endParaRPr lang="en-PT"/>
          </a:p>
        </p:txBody>
      </p:sp>
      <p:sp>
        <p:nvSpPr>
          <p:cNvPr id="3" name="Text Placeholder 2">
            <a:extLst>
              <a:ext uri="{FF2B5EF4-FFF2-40B4-BE49-F238E27FC236}">
                <a16:creationId xmlns:a16="http://schemas.microsoft.com/office/drawing/2014/main" id="{77ED373A-A5D7-37A1-31AF-BE3BC9FCC535}"/>
              </a:ext>
            </a:extLst>
          </p:cNvPr>
          <p:cNvSpPr>
            <a:spLocks noGrp="1"/>
          </p:cNvSpPr>
          <p:nvPr>
            <p:ph type="body" sz="quarter" idx="10"/>
          </p:nvPr>
        </p:nvSpPr>
        <p:spPr/>
        <p:txBody>
          <a:bodyPr/>
          <a:lstStyle/>
          <a:p>
            <a:r>
              <a:rPr lang="pt-PT" err="1"/>
              <a:t>Overview</a:t>
            </a:r>
            <a:endParaRPr lang="en-PT"/>
          </a:p>
        </p:txBody>
      </p:sp>
      <p:sp>
        <p:nvSpPr>
          <p:cNvPr id="4" name="Content Placeholder 3">
            <a:extLst>
              <a:ext uri="{FF2B5EF4-FFF2-40B4-BE49-F238E27FC236}">
                <a16:creationId xmlns:a16="http://schemas.microsoft.com/office/drawing/2014/main" id="{8A3DE195-0309-265F-45B2-791B6D3E09FC}"/>
              </a:ext>
            </a:extLst>
          </p:cNvPr>
          <p:cNvSpPr>
            <a:spLocks noGrp="1"/>
          </p:cNvSpPr>
          <p:nvPr>
            <p:ph idx="1"/>
          </p:nvPr>
        </p:nvSpPr>
        <p:spPr>
          <a:xfrm>
            <a:off x="477839" y="1773238"/>
            <a:ext cx="6636193" cy="4248150"/>
          </a:xfrm>
        </p:spPr>
        <p:txBody>
          <a:bodyPr/>
          <a:lstStyle/>
          <a:p>
            <a:endParaRPr lang="en-US"/>
          </a:p>
          <a:p>
            <a:endParaRPr lang="en-US"/>
          </a:p>
          <a:p>
            <a:pPr marL="359410" indent="-359410"/>
            <a:r>
              <a:rPr lang="en-US"/>
              <a:t>It establishes a risk-based framework, classifying AI systems into four categories based on their potential risks to safety and fundamental rights:</a:t>
            </a:r>
          </a:p>
          <a:p>
            <a:pPr marL="719455" lvl="1" indent="-359410"/>
            <a:r>
              <a:rPr lang="en-US" b="1"/>
              <a:t>Unacceptable risk: </a:t>
            </a:r>
            <a:r>
              <a:rPr lang="en-US"/>
              <a:t>Banned (ex: AI for social scoring or manipulation).</a:t>
            </a:r>
          </a:p>
          <a:p>
            <a:pPr marL="719455" lvl="1" indent="-359410"/>
            <a:r>
              <a:rPr lang="en-US" b="1"/>
              <a:t>High risk: </a:t>
            </a:r>
            <a:r>
              <a:rPr lang="en-US"/>
              <a:t>Heavily regulated (ex: </a:t>
            </a:r>
            <a:r>
              <a:rPr lang="en-US">
                <a:highlight>
                  <a:srgbClr val="FFFF00"/>
                </a:highlight>
              </a:rPr>
              <a:t>AI in healthcare</a:t>
            </a:r>
            <a:r>
              <a:rPr lang="en-US"/>
              <a:t>, law enforcement, employment).</a:t>
            </a:r>
          </a:p>
          <a:p>
            <a:pPr marL="719455" lvl="1" indent="-359410"/>
            <a:r>
              <a:rPr lang="en-US" b="1"/>
              <a:t>Limited risk:</a:t>
            </a:r>
            <a:r>
              <a:rPr lang="en-US"/>
              <a:t> Subject to transparency requirements (ex: AI chatbots).</a:t>
            </a:r>
          </a:p>
          <a:p>
            <a:pPr marL="719455" lvl="1" indent="-359410"/>
            <a:r>
              <a:rPr lang="en-US" b="1"/>
              <a:t>Minimal risk:</a:t>
            </a:r>
            <a:r>
              <a:rPr lang="en-US"/>
              <a:t> No specific regulations (ex: spam filters).</a:t>
            </a:r>
          </a:p>
          <a:p>
            <a:endParaRPr lang="en-US" b="1"/>
          </a:p>
        </p:txBody>
      </p:sp>
      <p:sp>
        <p:nvSpPr>
          <p:cNvPr id="5" name="Slide Number Placeholder 4">
            <a:extLst>
              <a:ext uri="{FF2B5EF4-FFF2-40B4-BE49-F238E27FC236}">
                <a16:creationId xmlns:a16="http://schemas.microsoft.com/office/drawing/2014/main" id="{7435A8E8-552C-1A1A-93E9-8FCDFC1047D4}"/>
              </a:ext>
            </a:extLst>
          </p:cNvPr>
          <p:cNvSpPr>
            <a:spLocks noGrp="1"/>
          </p:cNvSpPr>
          <p:nvPr>
            <p:ph type="sldNum" sz="quarter" idx="4"/>
          </p:nvPr>
        </p:nvSpPr>
        <p:spPr/>
        <p:txBody>
          <a:bodyPr/>
          <a:lstStyle/>
          <a:p>
            <a:pPr>
              <a:spcBef>
                <a:spcPct val="50000"/>
              </a:spcBef>
              <a:spcAft>
                <a:spcPct val="0"/>
              </a:spcAft>
              <a:buFontTx/>
              <a:buNone/>
            </a:pPr>
            <a:r>
              <a:rPr lang="en-US"/>
              <a:t>Page </a:t>
            </a:r>
            <a:fld id="{A06316EC-39FF-4C97-AA6E-29B761CE3E45}" type="slidenum">
              <a:rPr lang="en-US" smtClean="0"/>
              <a:pPr>
                <a:spcBef>
                  <a:spcPct val="50000"/>
                </a:spcBef>
                <a:spcAft>
                  <a:spcPct val="0"/>
                </a:spcAft>
                <a:buFontTx/>
                <a:buNone/>
              </a:pPr>
              <a:t>22</a:t>
            </a:fld>
            <a:endParaRPr lang="en-US"/>
          </a:p>
        </p:txBody>
      </p:sp>
      <p:pic>
        <p:nvPicPr>
          <p:cNvPr id="1028" name="Picture 4" descr="AI Act | Shaping Europe's digital future">
            <a:extLst>
              <a:ext uri="{FF2B5EF4-FFF2-40B4-BE49-F238E27FC236}">
                <a16:creationId xmlns:a16="http://schemas.microsoft.com/office/drawing/2014/main" id="{24DB8A53-073E-329A-D3D2-F497D3DA99E4}"/>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646862" y="2577421"/>
            <a:ext cx="4962525" cy="3095625"/>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F0C45AB9-D2F1-06CF-399A-3EBECF364311}"/>
              </a:ext>
            </a:extLst>
          </p:cNvPr>
          <p:cNvSpPr txBox="1"/>
          <p:nvPr/>
        </p:nvSpPr>
        <p:spPr>
          <a:xfrm>
            <a:off x="401637" y="1830167"/>
            <a:ext cx="11245849" cy="646331"/>
          </a:xfrm>
          <a:prstGeom prst="rect">
            <a:avLst/>
          </a:prstGeom>
          <a:noFill/>
        </p:spPr>
        <p:txBody>
          <a:bodyPr wrap="square">
            <a:spAutoFit/>
          </a:bodyPr>
          <a:lstStyle/>
          <a:p>
            <a:pPr marL="360000" indent="-360000" defTabSz="360000">
              <a:spcAft>
                <a:spcPts val="900"/>
              </a:spcAft>
              <a:buClr>
                <a:schemeClr val="tx2"/>
              </a:buClr>
              <a:buFont typeface="Wingdings" pitchFamily="2" charset="2"/>
              <a:buChar char="n"/>
            </a:pPr>
            <a:r>
              <a:rPr lang="en-US">
                <a:latin typeface="+mn-lt"/>
              </a:rPr>
              <a:t>The AI Act is a regulation proposed by the European Union to govern the development, deployment, and use of AI systems.</a:t>
            </a:r>
          </a:p>
        </p:txBody>
      </p:sp>
    </p:spTree>
    <p:extLst>
      <p:ext uri="{BB962C8B-B14F-4D97-AF65-F5344CB8AC3E}">
        <p14:creationId xmlns:p14="http://schemas.microsoft.com/office/powerpoint/2010/main" val="2464958675"/>
      </p:ext>
    </p:extLst>
  </p:cSld>
  <p:clrMapOvr>
    <a:masterClrMapping/>
  </p:clrMapOvr>
  <p:extLst>
    <p:ext uri="{6950BFC3-D8DA-4A85-94F7-54DA5524770B}">
      <p188:commentRel xmlns:p188="http://schemas.microsoft.com/office/powerpoint/2018/8/main" r:id="rId3"/>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49F679-0FED-90D5-5AE6-F5E0236015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2F7C21-AF02-DA95-BC37-0826F7A8D3C4}"/>
              </a:ext>
            </a:extLst>
          </p:cNvPr>
          <p:cNvSpPr>
            <a:spLocks noGrp="1"/>
          </p:cNvSpPr>
          <p:nvPr>
            <p:ph type="title"/>
          </p:nvPr>
        </p:nvSpPr>
        <p:spPr>
          <a:xfrm>
            <a:off x="477838" y="334800"/>
            <a:ext cx="11245849" cy="429892"/>
          </a:xfrm>
        </p:spPr>
        <p:txBody>
          <a:bodyPr wrap="square" anchor="t">
            <a:normAutofit/>
          </a:bodyPr>
          <a:lstStyle/>
          <a:p>
            <a:r>
              <a:rPr lang="pt-PT"/>
              <a:t>EU AI </a:t>
            </a:r>
            <a:r>
              <a:rPr lang="pt-PT" err="1"/>
              <a:t>Act</a:t>
            </a:r>
            <a:endParaRPr lang="en-PT"/>
          </a:p>
        </p:txBody>
      </p:sp>
      <p:sp>
        <p:nvSpPr>
          <p:cNvPr id="3" name="Text Placeholder 2">
            <a:extLst>
              <a:ext uri="{FF2B5EF4-FFF2-40B4-BE49-F238E27FC236}">
                <a16:creationId xmlns:a16="http://schemas.microsoft.com/office/drawing/2014/main" id="{ADB361F9-9043-222F-CD3C-12BEDE120B1B}"/>
              </a:ext>
            </a:extLst>
          </p:cNvPr>
          <p:cNvSpPr>
            <a:spLocks noGrp="1"/>
          </p:cNvSpPr>
          <p:nvPr>
            <p:ph type="body" sz="quarter" idx="10"/>
          </p:nvPr>
        </p:nvSpPr>
        <p:spPr>
          <a:xfrm>
            <a:off x="477838" y="692696"/>
            <a:ext cx="11245849" cy="576064"/>
          </a:xfrm>
        </p:spPr>
        <p:txBody>
          <a:bodyPr wrap="square" anchor="t">
            <a:normAutofit/>
          </a:bodyPr>
          <a:lstStyle/>
          <a:p>
            <a:r>
              <a:rPr lang="pt-PT" err="1"/>
              <a:t>Timeline</a:t>
            </a:r>
            <a:endParaRPr lang="en-PT"/>
          </a:p>
        </p:txBody>
      </p:sp>
      <p:sp>
        <p:nvSpPr>
          <p:cNvPr id="5" name="Slide Number Placeholder 4">
            <a:extLst>
              <a:ext uri="{FF2B5EF4-FFF2-40B4-BE49-F238E27FC236}">
                <a16:creationId xmlns:a16="http://schemas.microsoft.com/office/drawing/2014/main" id="{37B15F49-969B-A43E-C1A9-45B57F9E7307}"/>
              </a:ext>
            </a:extLst>
          </p:cNvPr>
          <p:cNvSpPr>
            <a:spLocks noGrp="1"/>
          </p:cNvSpPr>
          <p:nvPr>
            <p:ph type="sldNum" sz="quarter" idx="4"/>
          </p:nvPr>
        </p:nvSpPr>
        <p:spPr>
          <a:xfrm>
            <a:off x="477838" y="6349881"/>
            <a:ext cx="1800000" cy="123111"/>
          </a:xfrm>
        </p:spPr>
        <p:txBody>
          <a:bodyPr wrap="square">
            <a:normAutofit/>
          </a:bodyPr>
          <a:lstStyle/>
          <a:p>
            <a:pPr>
              <a:spcBef>
                <a:spcPct val="50000"/>
              </a:spcBef>
              <a:spcAft>
                <a:spcPct val="0"/>
              </a:spcAft>
              <a:buFontTx/>
              <a:buNone/>
            </a:pPr>
            <a:r>
              <a:rPr lang="en-US"/>
              <a:t>Page </a:t>
            </a:r>
            <a:fld id="{A06316EC-39FF-4C97-AA6E-29B761CE3E45}" type="slidenum">
              <a:rPr lang="en-US" smtClean="0"/>
              <a:pPr>
                <a:spcBef>
                  <a:spcPct val="50000"/>
                </a:spcBef>
                <a:spcAft>
                  <a:spcPct val="0"/>
                </a:spcAft>
                <a:buFontTx/>
                <a:buNone/>
              </a:pPr>
              <a:t>23</a:t>
            </a:fld>
            <a:endParaRPr lang="en-US"/>
          </a:p>
        </p:txBody>
      </p:sp>
      <p:graphicFrame>
        <p:nvGraphicFramePr>
          <p:cNvPr id="9" name="Content Placeholder 3">
            <a:extLst>
              <a:ext uri="{FF2B5EF4-FFF2-40B4-BE49-F238E27FC236}">
                <a16:creationId xmlns:a16="http://schemas.microsoft.com/office/drawing/2014/main" id="{9BDC9311-B79B-D69E-1A4F-36D943ABA4DF}"/>
              </a:ext>
            </a:extLst>
          </p:cNvPr>
          <p:cNvGraphicFramePr>
            <a:graphicFrameLocks noGrp="1"/>
          </p:cNvGraphicFramePr>
          <p:nvPr>
            <p:ph idx="1"/>
            <p:extLst>
              <p:ext uri="{D42A27DB-BD31-4B8C-83A1-F6EECF244321}">
                <p14:modId xmlns:p14="http://schemas.microsoft.com/office/powerpoint/2010/main" val="253453865"/>
              </p:ext>
            </p:extLst>
          </p:nvPr>
        </p:nvGraphicFramePr>
        <p:xfrm>
          <a:off x="477838" y="1773238"/>
          <a:ext cx="11233149" cy="424815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799038757"/>
      </p:ext>
    </p:extLst>
  </p:cSld>
  <p:clrMapOvr>
    <a:masterClrMapping/>
  </p:clrMapOvr>
  <p:extLst>
    <p:ext uri="{6950BFC3-D8DA-4A85-94F7-54DA5524770B}">
      <p188:commentRel xmlns:p188="http://schemas.microsoft.com/office/powerpoint/2018/8/main" r:id="rId3"/>
    </p:ext>
  </p:extLs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4680B-E60B-B67E-6379-00C087F851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446EDE-CBE7-D4F0-57C3-A541A9AF784C}"/>
              </a:ext>
            </a:extLst>
          </p:cNvPr>
          <p:cNvSpPr>
            <a:spLocks noGrp="1"/>
          </p:cNvSpPr>
          <p:nvPr>
            <p:ph type="title"/>
          </p:nvPr>
        </p:nvSpPr>
        <p:spPr/>
        <p:txBody>
          <a:bodyPr/>
          <a:lstStyle/>
          <a:p>
            <a:r>
              <a:rPr lang="pt-PT"/>
              <a:t>AI </a:t>
            </a:r>
            <a:r>
              <a:rPr lang="pt-PT" err="1"/>
              <a:t>Act</a:t>
            </a:r>
            <a:endParaRPr lang="en-PT"/>
          </a:p>
        </p:txBody>
      </p:sp>
      <p:sp>
        <p:nvSpPr>
          <p:cNvPr id="3" name="Text Placeholder 2">
            <a:extLst>
              <a:ext uri="{FF2B5EF4-FFF2-40B4-BE49-F238E27FC236}">
                <a16:creationId xmlns:a16="http://schemas.microsoft.com/office/drawing/2014/main" id="{2D3565C3-0AA7-DCC6-7178-B231F565A143}"/>
              </a:ext>
            </a:extLst>
          </p:cNvPr>
          <p:cNvSpPr>
            <a:spLocks noGrp="1"/>
          </p:cNvSpPr>
          <p:nvPr>
            <p:ph type="body" sz="quarter" idx="10"/>
          </p:nvPr>
        </p:nvSpPr>
        <p:spPr/>
        <p:txBody>
          <a:bodyPr/>
          <a:lstStyle/>
          <a:p>
            <a:r>
              <a:rPr lang="en-US"/>
              <a:t>Requirements for High-Risk Systems</a:t>
            </a:r>
            <a:endParaRPr lang="en-PT"/>
          </a:p>
        </p:txBody>
      </p:sp>
      <p:sp>
        <p:nvSpPr>
          <p:cNvPr id="4" name="Content Placeholder 3">
            <a:extLst>
              <a:ext uri="{FF2B5EF4-FFF2-40B4-BE49-F238E27FC236}">
                <a16:creationId xmlns:a16="http://schemas.microsoft.com/office/drawing/2014/main" id="{A25AB95E-76C8-6973-E198-8A84427DF53A}"/>
              </a:ext>
            </a:extLst>
          </p:cNvPr>
          <p:cNvSpPr>
            <a:spLocks noGrp="1"/>
          </p:cNvSpPr>
          <p:nvPr>
            <p:ph idx="1"/>
          </p:nvPr>
        </p:nvSpPr>
        <p:spPr/>
        <p:txBody>
          <a:bodyPr/>
          <a:lstStyle/>
          <a:p>
            <a:r>
              <a:rPr lang="en-US"/>
              <a:t>AI systems in healthcare (ex. diagnostic tools, medical imaging analysis) are classified as high-risk due to their direct impact on patient safety.</a:t>
            </a:r>
          </a:p>
          <a:p>
            <a:r>
              <a:rPr lang="en-US"/>
              <a:t>Key Requirements for High-Risk AI Systems:</a:t>
            </a:r>
          </a:p>
          <a:p>
            <a:pPr lvl="1"/>
            <a:r>
              <a:rPr lang="en-US" b="1"/>
              <a:t>Data Quality:</a:t>
            </a:r>
            <a:r>
              <a:rPr lang="en-US"/>
              <a:t> Must ensure that training data is accurate, reliable, and unbiased.</a:t>
            </a:r>
          </a:p>
          <a:p>
            <a:pPr lvl="1"/>
            <a:r>
              <a:rPr lang="en-US" b="1"/>
              <a:t>Transparency: </a:t>
            </a:r>
            <a:r>
              <a:rPr lang="en-US"/>
              <a:t>Systems must be explainable to users (ex, doctors, patients) with clear documentation of AI decision-making processes.</a:t>
            </a:r>
          </a:p>
          <a:p>
            <a:pPr lvl="1"/>
            <a:r>
              <a:rPr lang="en-US" b="1"/>
              <a:t>Human Oversight: </a:t>
            </a:r>
            <a:r>
              <a:rPr lang="en-US"/>
              <a:t>AI must work alongside human professionals, providing assistive functions rather than fully autonomous decision-making.</a:t>
            </a:r>
          </a:p>
          <a:p>
            <a:pPr lvl="1"/>
            <a:r>
              <a:rPr lang="en-US" b="1"/>
              <a:t>Conformity Assessments: </a:t>
            </a:r>
            <a:r>
              <a:rPr lang="en-US"/>
              <a:t>AI systems must undergo assessments before being deployed to ensure they meet safety and performance standards.</a:t>
            </a:r>
            <a:endParaRPr lang="en-PT"/>
          </a:p>
        </p:txBody>
      </p:sp>
      <p:sp>
        <p:nvSpPr>
          <p:cNvPr id="5" name="Slide Number Placeholder 4">
            <a:extLst>
              <a:ext uri="{FF2B5EF4-FFF2-40B4-BE49-F238E27FC236}">
                <a16:creationId xmlns:a16="http://schemas.microsoft.com/office/drawing/2014/main" id="{5B94B29E-ACFA-B572-1097-F1D46C2AEB8A}"/>
              </a:ext>
            </a:extLst>
          </p:cNvPr>
          <p:cNvSpPr>
            <a:spLocks noGrp="1"/>
          </p:cNvSpPr>
          <p:nvPr>
            <p:ph type="sldNum" sz="quarter" idx="4"/>
          </p:nvPr>
        </p:nvSpPr>
        <p:spPr/>
        <p:txBody>
          <a:bodyPr/>
          <a:lstStyle/>
          <a:p>
            <a:pPr>
              <a:spcBef>
                <a:spcPct val="50000"/>
              </a:spcBef>
              <a:spcAft>
                <a:spcPct val="0"/>
              </a:spcAft>
              <a:buFontTx/>
              <a:buNone/>
            </a:pPr>
            <a:r>
              <a:rPr lang="en-US"/>
              <a:t>Page </a:t>
            </a:r>
            <a:fld id="{A06316EC-39FF-4C97-AA6E-29B761CE3E45}" type="slidenum">
              <a:rPr lang="en-US" smtClean="0"/>
              <a:pPr>
                <a:spcBef>
                  <a:spcPct val="50000"/>
                </a:spcBef>
                <a:spcAft>
                  <a:spcPct val="0"/>
                </a:spcAft>
                <a:buFontTx/>
                <a:buNone/>
              </a:pPr>
              <a:t>24</a:t>
            </a:fld>
            <a:endParaRPr lang="en-US"/>
          </a:p>
        </p:txBody>
      </p:sp>
    </p:spTree>
    <p:extLst>
      <p:ext uri="{BB962C8B-B14F-4D97-AF65-F5344CB8AC3E}">
        <p14:creationId xmlns:p14="http://schemas.microsoft.com/office/powerpoint/2010/main" val="17785399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B093F0-7D03-C2ED-F953-1AE8ED0797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ABBF0A-2016-8DAB-5DA6-6BEA85E4B31C}"/>
              </a:ext>
            </a:extLst>
          </p:cNvPr>
          <p:cNvSpPr>
            <a:spLocks noGrp="1"/>
          </p:cNvSpPr>
          <p:nvPr>
            <p:ph type="title"/>
          </p:nvPr>
        </p:nvSpPr>
        <p:spPr>
          <a:xfrm>
            <a:off x="477838" y="334800"/>
            <a:ext cx="11245849" cy="429892"/>
          </a:xfrm>
        </p:spPr>
        <p:txBody>
          <a:bodyPr wrap="square" anchor="t">
            <a:normAutofit/>
          </a:bodyPr>
          <a:lstStyle/>
          <a:p>
            <a:r>
              <a:rPr lang="it-IT" err="1"/>
              <a:t>Artificial</a:t>
            </a:r>
            <a:r>
              <a:rPr lang="it-IT"/>
              <a:t> Intelligence Standards</a:t>
            </a:r>
            <a:endParaRPr lang="en-PT"/>
          </a:p>
        </p:txBody>
      </p:sp>
      <p:sp>
        <p:nvSpPr>
          <p:cNvPr id="3" name="Text Placeholder 2">
            <a:extLst>
              <a:ext uri="{FF2B5EF4-FFF2-40B4-BE49-F238E27FC236}">
                <a16:creationId xmlns:a16="http://schemas.microsoft.com/office/drawing/2014/main" id="{3C1F13E4-F73C-61D6-8F1A-BF656A457FB5}"/>
              </a:ext>
            </a:extLst>
          </p:cNvPr>
          <p:cNvSpPr>
            <a:spLocks noGrp="1"/>
          </p:cNvSpPr>
          <p:nvPr>
            <p:ph type="body" sz="quarter" idx="10"/>
          </p:nvPr>
        </p:nvSpPr>
        <p:spPr>
          <a:xfrm>
            <a:off x="477838" y="692696"/>
            <a:ext cx="11245849" cy="576064"/>
          </a:xfrm>
        </p:spPr>
        <p:txBody>
          <a:bodyPr wrap="square" anchor="t">
            <a:normAutofit/>
          </a:bodyPr>
          <a:lstStyle/>
          <a:p>
            <a:r>
              <a:rPr lang="en-US"/>
              <a:t>Key Organizations Producing AI Standards</a:t>
            </a:r>
            <a:endParaRPr lang="en-PT"/>
          </a:p>
        </p:txBody>
      </p:sp>
      <p:sp>
        <p:nvSpPr>
          <p:cNvPr id="5" name="Slide Number Placeholder 4">
            <a:extLst>
              <a:ext uri="{FF2B5EF4-FFF2-40B4-BE49-F238E27FC236}">
                <a16:creationId xmlns:a16="http://schemas.microsoft.com/office/drawing/2014/main" id="{7E186C0D-1CD7-D515-88C0-C06E68F6D56B}"/>
              </a:ext>
            </a:extLst>
          </p:cNvPr>
          <p:cNvSpPr>
            <a:spLocks noGrp="1"/>
          </p:cNvSpPr>
          <p:nvPr>
            <p:ph type="sldNum" sz="quarter" idx="4"/>
          </p:nvPr>
        </p:nvSpPr>
        <p:spPr>
          <a:xfrm>
            <a:off x="477838" y="6349881"/>
            <a:ext cx="1800000" cy="123111"/>
          </a:xfrm>
        </p:spPr>
        <p:txBody>
          <a:bodyPr wrap="square">
            <a:normAutofit/>
          </a:bodyPr>
          <a:lstStyle/>
          <a:p>
            <a:pPr>
              <a:spcBef>
                <a:spcPct val="50000"/>
              </a:spcBef>
              <a:spcAft>
                <a:spcPct val="0"/>
              </a:spcAft>
              <a:buFontTx/>
              <a:buNone/>
            </a:pPr>
            <a:r>
              <a:rPr lang="en-US"/>
              <a:t>Page </a:t>
            </a:r>
            <a:fld id="{A06316EC-39FF-4C97-AA6E-29B761CE3E45}" type="slidenum">
              <a:rPr lang="en-US" smtClean="0"/>
              <a:pPr>
                <a:spcBef>
                  <a:spcPct val="50000"/>
                </a:spcBef>
                <a:spcAft>
                  <a:spcPct val="0"/>
                </a:spcAft>
                <a:buFontTx/>
                <a:buNone/>
              </a:pPr>
              <a:t>25</a:t>
            </a:fld>
            <a:endParaRPr lang="en-US"/>
          </a:p>
        </p:txBody>
      </p:sp>
      <p:sp>
        <p:nvSpPr>
          <p:cNvPr id="15" name="Content Placeholder 14">
            <a:extLst>
              <a:ext uri="{FF2B5EF4-FFF2-40B4-BE49-F238E27FC236}">
                <a16:creationId xmlns:a16="http://schemas.microsoft.com/office/drawing/2014/main" id="{6C02E506-1159-29F6-E46C-EF65B60727BC}"/>
              </a:ext>
            </a:extLst>
          </p:cNvPr>
          <p:cNvSpPr>
            <a:spLocks noGrp="1"/>
          </p:cNvSpPr>
          <p:nvPr>
            <p:ph idx="1"/>
          </p:nvPr>
        </p:nvSpPr>
        <p:spPr/>
        <p:txBody>
          <a:bodyPr/>
          <a:lstStyle/>
          <a:p>
            <a:pPr lvl="0">
              <a:lnSpc>
                <a:spcPct val="150000"/>
              </a:lnSpc>
            </a:pPr>
            <a:r>
              <a:rPr lang="en-US" b="1"/>
              <a:t>ISO/IEC JTC 1/SC 42 (Global): </a:t>
            </a:r>
            <a:r>
              <a:rPr lang="en-US"/>
              <a:t>Global AI standards on trust, bias, and transparency.</a:t>
            </a:r>
          </a:p>
          <a:p>
            <a:pPr lvl="0">
              <a:lnSpc>
                <a:spcPct val="150000"/>
              </a:lnSpc>
            </a:pPr>
            <a:r>
              <a:rPr lang="en-US" b="1"/>
              <a:t>ITU (Global): </a:t>
            </a:r>
            <a:r>
              <a:rPr lang="en-US"/>
              <a:t>Ethics and safety in global AI applications.</a:t>
            </a:r>
          </a:p>
          <a:p>
            <a:pPr lvl="0">
              <a:lnSpc>
                <a:spcPct val="150000"/>
              </a:lnSpc>
            </a:pPr>
            <a:r>
              <a:rPr lang="en-US" b="1"/>
              <a:t>ETSI (EU): </a:t>
            </a:r>
            <a:r>
              <a:rPr lang="en-US"/>
              <a:t>AI in telecom (5G, cybersecurity) in Europe.</a:t>
            </a:r>
          </a:p>
          <a:p>
            <a:pPr lvl="0">
              <a:lnSpc>
                <a:spcPct val="150000"/>
              </a:lnSpc>
            </a:pPr>
            <a:r>
              <a:rPr lang="en-US" b="1"/>
              <a:t>NIST (USA): </a:t>
            </a:r>
            <a:r>
              <a:rPr lang="en-US"/>
              <a:t>AI risk management, fairness, and reliability.</a:t>
            </a:r>
          </a:p>
          <a:p>
            <a:pPr lvl="0">
              <a:lnSpc>
                <a:spcPct val="150000"/>
              </a:lnSpc>
            </a:pPr>
            <a:r>
              <a:rPr lang="en-US" b="1"/>
              <a:t>CEN/CENELEC (EU): </a:t>
            </a:r>
            <a:r>
              <a:rPr lang="en-US"/>
              <a:t>AI in medical devices, robotics.</a:t>
            </a:r>
          </a:p>
          <a:p>
            <a:pPr lvl="0" algn="r"/>
            <a:endParaRPr lang="en-US" sz="1600" b="1"/>
          </a:p>
        </p:txBody>
      </p:sp>
      <p:sp>
        <p:nvSpPr>
          <p:cNvPr id="17" name="TextBox 16">
            <a:extLst>
              <a:ext uri="{FF2B5EF4-FFF2-40B4-BE49-F238E27FC236}">
                <a16:creationId xmlns:a16="http://schemas.microsoft.com/office/drawing/2014/main" id="{F2B28A29-F839-9A3C-E954-5286E5F7C599}"/>
              </a:ext>
            </a:extLst>
          </p:cNvPr>
          <p:cNvSpPr txBox="1"/>
          <p:nvPr/>
        </p:nvSpPr>
        <p:spPr>
          <a:xfrm>
            <a:off x="5627687" y="5652056"/>
            <a:ext cx="6096000" cy="369332"/>
          </a:xfrm>
          <a:prstGeom prst="rect">
            <a:avLst/>
          </a:prstGeom>
          <a:noFill/>
        </p:spPr>
        <p:txBody>
          <a:bodyPr wrap="square">
            <a:spAutoFit/>
          </a:bodyPr>
          <a:lstStyle/>
          <a:p>
            <a:pPr lvl="0" algn="r"/>
            <a:r>
              <a:rPr lang="en-US" sz="1800" b="1" i="1"/>
              <a:t>Useful resource: </a:t>
            </a:r>
            <a:r>
              <a:rPr lang="en-US" sz="1800" i="1">
                <a:hlinkClick r:id="rId3"/>
              </a:rPr>
              <a:t>https://aistandardshub.org/</a:t>
            </a:r>
            <a:r>
              <a:rPr lang="en-US" sz="1800" i="1"/>
              <a:t> </a:t>
            </a:r>
          </a:p>
        </p:txBody>
      </p:sp>
      <p:sp>
        <p:nvSpPr>
          <p:cNvPr id="4" name="TextBox 3">
            <a:extLst>
              <a:ext uri="{FF2B5EF4-FFF2-40B4-BE49-F238E27FC236}">
                <a16:creationId xmlns:a16="http://schemas.microsoft.com/office/drawing/2014/main" id="{A26149F4-AD72-4B41-F195-EB2CB1F67F70}"/>
              </a:ext>
            </a:extLst>
          </p:cNvPr>
          <p:cNvSpPr txBox="1"/>
          <p:nvPr/>
        </p:nvSpPr>
        <p:spPr>
          <a:xfrm>
            <a:off x="8188798" y="3429000"/>
            <a:ext cx="3296066" cy="1495794"/>
          </a:xfrm>
          <a:prstGeom prst="rect">
            <a:avLst/>
          </a:prstGeom>
          <a:solidFill>
            <a:srgbClr val="FEEFD6"/>
          </a:solidFill>
        </p:spPr>
        <p:txBody>
          <a:bodyPr wrap="square" rtlCol="0">
            <a:spAutoFit/>
          </a:bodyPr>
          <a:lstStyle/>
          <a:p>
            <a:r>
              <a:rPr lang="pt-PT" sz="2400"/>
              <a:t>  25  </a:t>
            </a:r>
            <a:r>
              <a:rPr lang="en-US"/>
              <a:t>standard producers</a:t>
            </a:r>
          </a:p>
          <a:p>
            <a:r>
              <a:rPr lang="en-US" sz="2400"/>
              <a:t>311</a:t>
            </a:r>
            <a:r>
              <a:rPr lang="en-US"/>
              <a:t>  published standards</a:t>
            </a:r>
          </a:p>
          <a:p>
            <a:r>
              <a:rPr lang="en-US" sz="2400"/>
              <a:t>  43</a:t>
            </a:r>
            <a:r>
              <a:rPr lang="en-US"/>
              <a:t>  in draft/pre-draft stage</a:t>
            </a:r>
            <a:endParaRPr lang="pt-PT"/>
          </a:p>
        </p:txBody>
      </p:sp>
    </p:spTree>
    <p:extLst>
      <p:ext uri="{BB962C8B-B14F-4D97-AF65-F5344CB8AC3E}">
        <p14:creationId xmlns:p14="http://schemas.microsoft.com/office/powerpoint/2010/main" val="23574919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234F2C-0C44-0540-2708-21D9653684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F09CD9-289A-F575-3843-EF962B1B8BBD}"/>
              </a:ext>
            </a:extLst>
          </p:cNvPr>
          <p:cNvSpPr>
            <a:spLocks noGrp="1"/>
          </p:cNvSpPr>
          <p:nvPr>
            <p:ph type="title"/>
          </p:nvPr>
        </p:nvSpPr>
        <p:spPr>
          <a:xfrm>
            <a:off x="477838" y="334800"/>
            <a:ext cx="11245849" cy="429892"/>
          </a:xfrm>
        </p:spPr>
        <p:txBody>
          <a:bodyPr wrap="square" anchor="t">
            <a:normAutofit/>
          </a:bodyPr>
          <a:lstStyle/>
          <a:p>
            <a:r>
              <a:rPr lang="en-US"/>
              <a:t>Artificial</a:t>
            </a:r>
            <a:r>
              <a:rPr lang="it-IT"/>
              <a:t> Intelligence Standards</a:t>
            </a:r>
            <a:endParaRPr lang="en-PT"/>
          </a:p>
        </p:txBody>
      </p:sp>
      <p:sp>
        <p:nvSpPr>
          <p:cNvPr id="3" name="Text Placeholder 2">
            <a:extLst>
              <a:ext uri="{FF2B5EF4-FFF2-40B4-BE49-F238E27FC236}">
                <a16:creationId xmlns:a16="http://schemas.microsoft.com/office/drawing/2014/main" id="{024F48FD-2436-FBF6-461A-67711E33A5AD}"/>
              </a:ext>
            </a:extLst>
          </p:cNvPr>
          <p:cNvSpPr>
            <a:spLocks noGrp="1"/>
          </p:cNvSpPr>
          <p:nvPr>
            <p:ph type="body" sz="quarter" idx="10"/>
          </p:nvPr>
        </p:nvSpPr>
        <p:spPr>
          <a:xfrm>
            <a:off x="477838" y="692696"/>
            <a:ext cx="11245849" cy="576064"/>
          </a:xfrm>
        </p:spPr>
        <p:txBody>
          <a:bodyPr wrap="square" anchor="t">
            <a:normAutofit/>
          </a:bodyPr>
          <a:lstStyle/>
          <a:p>
            <a:r>
              <a:rPr lang="en-US"/>
              <a:t>Most relevant AI Standards</a:t>
            </a:r>
            <a:endParaRPr lang="en-PT"/>
          </a:p>
        </p:txBody>
      </p:sp>
      <p:sp>
        <p:nvSpPr>
          <p:cNvPr id="5" name="Slide Number Placeholder 4">
            <a:extLst>
              <a:ext uri="{FF2B5EF4-FFF2-40B4-BE49-F238E27FC236}">
                <a16:creationId xmlns:a16="http://schemas.microsoft.com/office/drawing/2014/main" id="{97078F58-F80E-9D3D-CBC1-E5EDE2A2281B}"/>
              </a:ext>
            </a:extLst>
          </p:cNvPr>
          <p:cNvSpPr>
            <a:spLocks noGrp="1"/>
          </p:cNvSpPr>
          <p:nvPr>
            <p:ph type="sldNum" sz="quarter" idx="4"/>
          </p:nvPr>
        </p:nvSpPr>
        <p:spPr>
          <a:xfrm>
            <a:off x="477838" y="6349881"/>
            <a:ext cx="1800000" cy="123111"/>
          </a:xfrm>
        </p:spPr>
        <p:txBody>
          <a:bodyPr wrap="square">
            <a:normAutofit/>
          </a:bodyPr>
          <a:lstStyle/>
          <a:p>
            <a:pPr>
              <a:spcBef>
                <a:spcPct val="50000"/>
              </a:spcBef>
              <a:spcAft>
                <a:spcPct val="0"/>
              </a:spcAft>
              <a:buFontTx/>
              <a:buNone/>
            </a:pPr>
            <a:r>
              <a:rPr lang="en-US"/>
              <a:t>Page </a:t>
            </a:r>
            <a:fld id="{A06316EC-39FF-4C97-AA6E-29B761CE3E45}" type="slidenum">
              <a:rPr lang="en-US" smtClean="0"/>
              <a:pPr>
                <a:spcBef>
                  <a:spcPct val="50000"/>
                </a:spcBef>
                <a:spcAft>
                  <a:spcPct val="0"/>
                </a:spcAft>
                <a:buFontTx/>
                <a:buNone/>
              </a:pPr>
              <a:t>26</a:t>
            </a:fld>
            <a:endParaRPr lang="en-US"/>
          </a:p>
        </p:txBody>
      </p:sp>
      <p:sp>
        <p:nvSpPr>
          <p:cNvPr id="15" name="Content Placeholder 14">
            <a:extLst>
              <a:ext uri="{FF2B5EF4-FFF2-40B4-BE49-F238E27FC236}">
                <a16:creationId xmlns:a16="http://schemas.microsoft.com/office/drawing/2014/main" id="{A72DF58E-5346-A7D9-F6D4-291FD49E68E1}"/>
              </a:ext>
            </a:extLst>
          </p:cNvPr>
          <p:cNvSpPr>
            <a:spLocks noGrp="1"/>
          </p:cNvSpPr>
          <p:nvPr>
            <p:ph idx="1"/>
          </p:nvPr>
        </p:nvSpPr>
        <p:spPr/>
        <p:txBody>
          <a:bodyPr/>
          <a:lstStyle/>
          <a:p>
            <a:pPr lvl="0">
              <a:lnSpc>
                <a:spcPct val="150000"/>
              </a:lnSpc>
            </a:pPr>
            <a:r>
              <a:rPr lang="it-IT" b="1"/>
              <a:t>ISO/IEC 5338:2023 - AI System Lifecycle </a:t>
            </a:r>
            <a:r>
              <a:rPr lang="en-US" b="1"/>
              <a:t>Processes</a:t>
            </a:r>
          </a:p>
          <a:p>
            <a:pPr lvl="1">
              <a:lnSpc>
                <a:spcPct val="150000"/>
              </a:lnSpc>
              <a:spcAft>
                <a:spcPts val="300"/>
              </a:spcAft>
            </a:pPr>
            <a:r>
              <a:rPr lang="it-IT"/>
              <a:t>Cover</a:t>
            </a:r>
            <a:r>
              <a:rPr lang="en-US"/>
              <a:t>s processes across the full lifecycle: design, development, testing, deployment, operation and maintenance</a:t>
            </a:r>
          </a:p>
          <a:p>
            <a:pPr lvl="1">
              <a:lnSpc>
                <a:spcPct val="150000"/>
              </a:lnSpc>
              <a:spcAft>
                <a:spcPts val="300"/>
              </a:spcAft>
            </a:pPr>
            <a:r>
              <a:rPr lang="en-US"/>
              <a:t>Addresses the potential for:</a:t>
            </a:r>
          </a:p>
          <a:p>
            <a:pPr lvl="2">
              <a:lnSpc>
                <a:spcPct val="150000"/>
              </a:lnSpc>
              <a:spcAft>
                <a:spcPts val="300"/>
              </a:spcAft>
            </a:pPr>
            <a:r>
              <a:rPr lang="en-US">
                <a:solidFill>
                  <a:srgbClr val="179C7D"/>
                </a:solidFill>
              </a:rPr>
              <a:t>performance degradation </a:t>
            </a:r>
            <a:r>
              <a:rPr lang="en-US"/>
              <a:t>over time;</a:t>
            </a:r>
          </a:p>
          <a:p>
            <a:pPr lvl="2">
              <a:lnSpc>
                <a:spcPct val="150000"/>
              </a:lnSpc>
              <a:spcAft>
                <a:spcPts val="300"/>
              </a:spcAft>
            </a:pPr>
            <a:r>
              <a:rPr lang="en-US"/>
              <a:t>the </a:t>
            </a:r>
            <a:r>
              <a:rPr lang="en-US">
                <a:solidFill>
                  <a:srgbClr val="179C7D"/>
                </a:solidFill>
              </a:rPr>
              <a:t>autonomous nature </a:t>
            </a:r>
            <a:r>
              <a:rPr lang="en-US"/>
              <a:t>of the systems;</a:t>
            </a:r>
          </a:p>
          <a:p>
            <a:pPr lvl="2">
              <a:lnSpc>
                <a:spcPct val="150000"/>
              </a:lnSpc>
              <a:spcAft>
                <a:spcPts val="300"/>
              </a:spcAft>
            </a:pPr>
            <a:r>
              <a:rPr lang="en-US"/>
              <a:t>the heavy </a:t>
            </a:r>
            <a:r>
              <a:rPr lang="en-US">
                <a:solidFill>
                  <a:srgbClr val="179C7D"/>
                </a:solidFill>
              </a:rPr>
              <a:t>reliance on data</a:t>
            </a:r>
            <a:r>
              <a:rPr lang="en-US"/>
              <a:t>; </a:t>
            </a:r>
          </a:p>
          <a:p>
            <a:pPr lvl="2">
              <a:lnSpc>
                <a:spcPct val="150000"/>
              </a:lnSpc>
              <a:spcAft>
                <a:spcPts val="300"/>
              </a:spcAft>
            </a:pPr>
            <a:r>
              <a:rPr lang="en-US"/>
              <a:t>the need for </a:t>
            </a:r>
            <a:r>
              <a:rPr lang="en-US">
                <a:solidFill>
                  <a:srgbClr val="179C7D"/>
                </a:solidFill>
              </a:rPr>
              <a:t>continuous monitoring</a:t>
            </a:r>
            <a:r>
              <a:rPr lang="en-US"/>
              <a:t>;</a:t>
            </a:r>
          </a:p>
          <a:p>
            <a:pPr lvl="2">
              <a:lnSpc>
                <a:spcPct val="150000"/>
              </a:lnSpc>
              <a:spcAft>
                <a:spcPts val="300"/>
              </a:spcAft>
            </a:pPr>
            <a:r>
              <a:rPr lang="en-US"/>
              <a:t>The need to </a:t>
            </a:r>
            <a:r>
              <a:rPr lang="en-US">
                <a:solidFill>
                  <a:srgbClr val="179C7D"/>
                </a:solidFill>
              </a:rPr>
              <a:t>retrain and update </a:t>
            </a:r>
            <a:r>
              <a:rPr lang="en-US"/>
              <a:t>the system over time as its environment evolves.</a:t>
            </a:r>
          </a:p>
        </p:txBody>
      </p:sp>
    </p:spTree>
    <p:extLst>
      <p:ext uri="{BB962C8B-B14F-4D97-AF65-F5344CB8AC3E}">
        <p14:creationId xmlns:p14="http://schemas.microsoft.com/office/powerpoint/2010/main" val="7494505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E97AE-0640-F08F-C0D4-A472A4839A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A56B6E-5770-4617-736E-7E94C9441852}"/>
              </a:ext>
            </a:extLst>
          </p:cNvPr>
          <p:cNvSpPr>
            <a:spLocks noGrp="1"/>
          </p:cNvSpPr>
          <p:nvPr>
            <p:ph type="title"/>
          </p:nvPr>
        </p:nvSpPr>
        <p:spPr>
          <a:xfrm>
            <a:off x="477838" y="334800"/>
            <a:ext cx="11245849" cy="429892"/>
          </a:xfrm>
        </p:spPr>
        <p:txBody>
          <a:bodyPr wrap="square" anchor="t">
            <a:normAutofit/>
          </a:bodyPr>
          <a:lstStyle/>
          <a:p>
            <a:r>
              <a:rPr lang="en-US"/>
              <a:t>Artificial</a:t>
            </a:r>
            <a:r>
              <a:rPr lang="it-IT"/>
              <a:t> Intelligence Standards</a:t>
            </a:r>
            <a:endParaRPr lang="en-PT"/>
          </a:p>
        </p:txBody>
      </p:sp>
      <p:sp>
        <p:nvSpPr>
          <p:cNvPr id="3" name="Text Placeholder 2">
            <a:extLst>
              <a:ext uri="{FF2B5EF4-FFF2-40B4-BE49-F238E27FC236}">
                <a16:creationId xmlns:a16="http://schemas.microsoft.com/office/drawing/2014/main" id="{B72EE3BA-77E3-1EB2-9FFC-91BB3E72D433}"/>
              </a:ext>
            </a:extLst>
          </p:cNvPr>
          <p:cNvSpPr>
            <a:spLocks noGrp="1"/>
          </p:cNvSpPr>
          <p:nvPr>
            <p:ph type="body" sz="quarter" idx="10"/>
          </p:nvPr>
        </p:nvSpPr>
        <p:spPr>
          <a:xfrm>
            <a:off x="477838" y="692696"/>
            <a:ext cx="11245849" cy="576064"/>
          </a:xfrm>
        </p:spPr>
        <p:txBody>
          <a:bodyPr wrap="square" anchor="t">
            <a:normAutofit/>
          </a:bodyPr>
          <a:lstStyle/>
          <a:p>
            <a:r>
              <a:rPr lang="en-US"/>
              <a:t>Most relevant AI Standards</a:t>
            </a:r>
            <a:endParaRPr lang="en-PT"/>
          </a:p>
        </p:txBody>
      </p:sp>
      <p:sp>
        <p:nvSpPr>
          <p:cNvPr id="5" name="Slide Number Placeholder 4">
            <a:extLst>
              <a:ext uri="{FF2B5EF4-FFF2-40B4-BE49-F238E27FC236}">
                <a16:creationId xmlns:a16="http://schemas.microsoft.com/office/drawing/2014/main" id="{03E10928-9921-0F5C-6E99-CC3FAD111857}"/>
              </a:ext>
            </a:extLst>
          </p:cNvPr>
          <p:cNvSpPr>
            <a:spLocks noGrp="1"/>
          </p:cNvSpPr>
          <p:nvPr>
            <p:ph type="sldNum" sz="quarter" idx="4"/>
          </p:nvPr>
        </p:nvSpPr>
        <p:spPr>
          <a:xfrm>
            <a:off x="477838" y="6349881"/>
            <a:ext cx="1800000" cy="123111"/>
          </a:xfrm>
        </p:spPr>
        <p:txBody>
          <a:bodyPr wrap="square">
            <a:normAutofit/>
          </a:bodyPr>
          <a:lstStyle/>
          <a:p>
            <a:pPr>
              <a:spcBef>
                <a:spcPct val="50000"/>
              </a:spcBef>
              <a:spcAft>
                <a:spcPct val="0"/>
              </a:spcAft>
              <a:buFontTx/>
              <a:buNone/>
            </a:pPr>
            <a:r>
              <a:rPr lang="en-US"/>
              <a:t>Page </a:t>
            </a:r>
            <a:fld id="{A06316EC-39FF-4C97-AA6E-29B761CE3E45}" type="slidenum">
              <a:rPr lang="en-US" smtClean="0"/>
              <a:pPr>
                <a:spcBef>
                  <a:spcPct val="50000"/>
                </a:spcBef>
                <a:spcAft>
                  <a:spcPct val="0"/>
                </a:spcAft>
                <a:buFontTx/>
                <a:buNone/>
              </a:pPr>
              <a:t>27</a:t>
            </a:fld>
            <a:endParaRPr lang="en-US"/>
          </a:p>
        </p:txBody>
      </p:sp>
      <p:sp>
        <p:nvSpPr>
          <p:cNvPr id="15" name="Content Placeholder 14">
            <a:extLst>
              <a:ext uri="{FF2B5EF4-FFF2-40B4-BE49-F238E27FC236}">
                <a16:creationId xmlns:a16="http://schemas.microsoft.com/office/drawing/2014/main" id="{B1FCE675-34AE-00F6-D147-BF6F4D3F362F}"/>
              </a:ext>
            </a:extLst>
          </p:cNvPr>
          <p:cNvSpPr>
            <a:spLocks noGrp="1"/>
          </p:cNvSpPr>
          <p:nvPr>
            <p:ph idx="1"/>
          </p:nvPr>
        </p:nvSpPr>
        <p:spPr/>
        <p:txBody>
          <a:bodyPr/>
          <a:lstStyle/>
          <a:p>
            <a:pPr lvl="0">
              <a:lnSpc>
                <a:spcPct val="150000"/>
              </a:lnSpc>
            </a:pPr>
            <a:r>
              <a:rPr lang="en-US" b="1"/>
              <a:t>ISO/IEC 23894:2023 - Guidance on Risk Management for AI</a:t>
            </a:r>
          </a:p>
          <a:p>
            <a:pPr lvl="1">
              <a:lnSpc>
                <a:spcPct val="150000"/>
              </a:lnSpc>
            </a:pPr>
            <a:r>
              <a:rPr lang="en-US"/>
              <a:t>Guidance on managing the unique risks that can arise with AI systems</a:t>
            </a:r>
          </a:p>
          <a:p>
            <a:pPr lvl="1">
              <a:lnSpc>
                <a:spcPct val="150000"/>
              </a:lnSpc>
            </a:pPr>
            <a:r>
              <a:rPr lang="en-US"/>
              <a:t>It highlights </a:t>
            </a:r>
            <a:r>
              <a:rPr lang="en-US" b="1"/>
              <a:t>AI-specific risk sources </a:t>
            </a:r>
            <a:r>
              <a:rPr lang="en-US"/>
              <a:t>and </a:t>
            </a:r>
            <a:r>
              <a:rPr lang="en-US" b="1"/>
              <a:t>failure modes </a:t>
            </a:r>
            <a:r>
              <a:rPr lang="en-US"/>
              <a:t>that we need to consider:</a:t>
            </a:r>
          </a:p>
          <a:p>
            <a:pPr lvl="2">
              <a:lnSpc>
                <a:spcPct val="150000"/>
              </a:lnSpc>
            </a:pPr>
            <a:r>
              <a:rPr lang="en-US"/>
              <a:t>lack of explainability;</a:t>
            </a:r>
          </a:p>
          <a:p>
            <a:pPr lvl="2">
              <a:lnSpc>
                <a:spcPct val="150000"/>
              </a:lnSpc>
            </a:pPr>
            <a:r>
              <a:rPr lang="en-US"/>
              <a:t>unreliable performance in complex environments;</a:t>
            </a:r>
          </a:p>
          <a:p>
            <a:pPr lvl="2">
              <a:lnSpc>
                <a:spcPct val="150000"/>
              </a:lnSpc>
            </a:pPr>
            <a:r>
              <a:rPr lang="en-US"/>
              <a:t>inherent biases and privacy issues from training data.</a:t>
            </a:r>
          </a:p>
          <a:p>
            <a:pPr lvl="1">
              <a:lnSpc>
                <a:spcPct val="150000"/>
              </a:lnSpc>
            </a:pPr>
            <a:r>
              <a:rPr lang="en-US"/>
              <a:t>To </a:t>
            </a:r>
            <a:r>
              <a:rPr lang="en-US" b="1"/>
              <a:t>manage risks</a:t>
            </a:r>
            <a:r>
              <a:rPr lang="en-US"/>
              <a:t>, include </a:t>
            </a:r>
            <a:r>
              <a:rPr lang="en-US">
                <a:solidFill>
                  <a:srgbClr val="179C7D"/>
                </a:solidFill>
              </a:rPr>
              <a:t>impact assessments</a:t>
            </a:r>
            <a:r>
              <a:rPr lang="en-US"/>
              <a:t>, </a:t>
            </a:r>
            <a:r>
              <a:rPr lang="en-US">
                <a:solidFill>
                  <a:srgbClr val="179C7D"/>
                </a:solidFill>
              </a:rPr>
              <a:t>human oversight</a:t>
            </a:r>
            <a:r>
              <a:rPr lang="en-US"/>
              <a:t>, </a:t>
            </a:r>
            <a:r>
              <a:rPr lang="en-US">
                <a:solidFill>
                  <a:srgbClr val="179C7D"/>
                </a:solidFill>
              </a:rPr>
              <a:t>continuous monitoring</a:t>
            </a:r>
            <a:r>
              <a:rPr lang="en-US"/>
              <a:t>, and ensure </a:t>
            </a:r>
            <a:r>
              <a:rPr lang="en-US">
                <a:solidFill>
                  <a:srgbClr val="179C7D"/>
                </a:solidFill>
              </a:rPr>
              <a:t>high data quality</a:t>
            </a:r>
          </a:p>
          <a:p>
            <a:pPr lvl="2">
              <a:lnSpc>
                <a:spcPct val="150000"/>
              </a:lnSpc>
            </a:pPr>
            <a:endParaRPr lang="it-IT"/>
          </a:p>
          <a:p>
            <a:pPr lvl="1">
              <a:lnSpc>
                <a:spcPct val="150000"/>
              </a:lnSpc>
            </a:pPr>
            <a:endParaRPr lang="it-IT" sz="2400"/>
          </a:p>
          <a:p>
            <a:pPr lvl="0"/>
            <a:endParaRPr lang="en-US" sz="1600" b="1"/>
          </a:p>
        </p:txBody>
      </p:sp>
    </p:spTree>
    <p:extLst>
      <p:ext uri="{BB962C8B-B14F-4D97-AF65-F5344CB8AC3E}">
        <p14:creationId xmlns:p14="http://schemas.microsoft.com/office/powerpoint/2010/main" val="28461904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DC34C-4708-44E4-21D5-3069C7489E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442753-F1B1-1C6C-1D63-16F95F750C06}"/>
              </a:ext>
            </a:extLst>
          </p:cNvPr>
          <p:cNvSpPr>
            <a:spLocks noGrp="1"/>
          </p:cNvSpPr>
          <p:nvPr>
            <p:ph type="title"/>
          </p:nvPr>
        </p:nvSpPr>
        <p:spPr>
          <a:xfrm>
            <a:off x="477838" y="334800"/>
            <a:ext cx="11245849" cy="429892"/>
          </a:xfrm>
        </p:spPr>
        <p:txBody>
          <a:bodyPr wrap="square" anchor="t">
            <a:normAutofit/>
          </a:bodyPr>
          <a:lstStyle/>
          <a:p>
            <a:r>
              <a:rPr lang="en-US"/>
              <a:t>Artificial</a:t>
            </a:r>
            <a:r>
              <a:rPr lang="it-IT"/>
              <a:t> Intelligence Standards</a:t>
            </a:r>
            <a:endParaRPr lang="en-PT"/>
          </a:p>
        </p:txBody>
      </p:sp>
      <p:sp>
        <p:nvSpPr>
          <p:cNvPr id="3" name="Text Placeholder 2">
            <a:extLst>
              <a:ext uri="{FF2B5EF4-FFF2-40B4-BE49-F238E27FC236}">
                <a16:creationId xmlns:a16="http://schemas.microsoft.com/office/drawing/2014/main" id="{9F4B27E0-0968-D0D8-AD66-18D9CFD98383}"/>
              </a:ext>
            </a:extLst>
          </p:cNvPr>
          <p:cNvSpPr>
            <a:spLocks noGrp="1"/>
          </p:cNvSpPr>
          <p:nvPr>
            <p:ph type="body" sz="quarter" idx="10"/>
          </p:nvPr>
        </p:nvSpPr>
        <p:spPr>
          <a:xfrm>
            <a:off x="477838" y="692696"/>
            <a:ext cx="11245849" cy="576064"/>
          </a:xfrm>
        </p:spPr>
        <p:txBody>
          <a:bodyPr wrap="square" anchor="t">
            <a:normAutofit/>
          </a:bodyPr>
          <a:lstStyle/>
          <a:p>
            <a:r>
              <a:rPr lang="en-US"/>
              <a:t>Most relevant AI Standards</a:t>
            </a:r>
            <a:endParaRPr lang="en-PT"/>
          </a:p>
        </p:txBody>
      </p:sp>
      <p:sp>
        <p:nvSpPr>
          <p:cNvPr id="5" name="Slide Number Placeholder 4">
            <a:extLst>
              <a:ext uri="{FF2B5EF4-FFF2-40B4-BE49-F238E27FC236}">
                <a16:creationId xmlns:a16="http://schemas.microsoft.com/office/drawing/2014/main" id="{0207D064-E49A-358E-C95A-00243C5115EF}"/>
              </a:ext>
            </a:extLst>
          </p:cNvPr>
          <p:cNvSpPr>
            <a:spLocks noGrp="1"/>
          </p:cNvSpPr>
          <p:nvPr>
            <p:ph type="sldNum" sz="quarter" idx="4"/>
          </p:nvPr>
        </p:nvSpPr>
        <p:spPr>
          <a:xfrm>
            <a:off x="477838" y="6349881"/>
            <a:ext cx="1800000" cy="123111"/>
          </a:xfrm>
        </p:spPr>
        <p:txBody>
          <a:bodyPr wrap="square">
            <a:normAutofit/>
          </a:bodyPr>
          <a:lstStyle/>
          <a:p>
            <a:pPr>
              <a:spcBef>
                <a:spcPct val="50000"/>
              </a:spcBef>
              <a:spcAft>
                <a:spcPct val="0"/>
              </a:spcAft>
              <a:buFontTx/>
              <a:buNone/>
            </a:pPr>
            <a:r>
              <a:rPr lang="en-US"/>
              <a:t>Page </a:t>
            </a:r>
            <a:fld id="{A06316EC-39FF-4C97-AA6E-29B761CE3E45}" type="slidenum">
              <a:rPr lang="en-US" smtClean="0"/>
              <a:pPr>
                <a:spcBef>
                  <a:spcPct val="50000"/>
                </a:spcBef>
                <a:spcAft>
                  <a:spcPct val="0"/>
                </a:spcAft>
                <a:buFontTx/>
                <a:buNone/>
              </a:pPr>
              <a:t>28</a:t>
            </a:fld>
            <a:endParaRPr lang="en-US"/>
          </a:p>
        </p:txBody>
      </p:sp>
      <p:sp>
        <p:nvSpPr>
          <p:cNvPr id="15" name="Content Placeholder 14">
            <a:extLst>
              <a:ext uri="{FF2B5EF4-FFF2-40B4-BE49-F238E27FC236}">
                <a16:creationId xmlns:a16="http://schemas.microsoft.com/office/drawing/2014/main" id="{13F4EB19-A1EF-34DC-6C41-0558D7EC93DA}"/>
              </a:ext>
            </a:extLst>
          </p:cNvPr>
          <p:cNvSpPr>
            <a:spLocks noGrp="1"/>
          </p:cNvSpPr>
          <p:nvPr>
            <p:ph idx="1"/>
          </p:nvPr>
        </p:nvSpPr>
        <p:spPr/>
        <p:txBody>
          <a:bodyPr/>
          <a:lstStyle/>
          <a:p>
            <a:pPr lvl="0">
              <a:lnSpc>
                <a:spcPct val="150000"/>
              </a:lnSpc>
            </a:pPr>
            <a:r>
              <a:rPr lang="it-IT" b="1"/>
              <a:t>ISO/IEC 42001:2022 -</a:t>
            </a:r>
            <a:r>
              <a:rPr lang="it-IT"/>
              <a:t> </a:t>
            </a:r>
            <a:r>
              <a:rPr lang="it-IT" b="1"/>
              <a:t>AI Management System</a:t>
            </a:r>
          </a:p>
          <a:p>
            <a:pPr lvl="1">
              <a:lnSpc>
                <a:spcPct val="150000"/>
              </a:lnSpc>
            </a:pPr>
            <a:r>
              <a:rPr lang="en-US" b="1"/>
              <a:t>Goal:  </a:t>
            </a:r>
            <a:r>
              <a:rPr lang="en-US"/>
              <a:t>Responsible use and development of AI systems</a:t>
            </a:r>
          </a:p>
          <a:p>
            <a:pPr lvl="1">
              <a:lnSpc>
                <a:spcPct val="150000"/>
              </a:lnSpc>
            </a:pPr>
            <a:r>
              <a:rPr lang="en-US"/>
              <a:t>Outlines requirements for: </a:t>
            </a:r>
          </a:p>
          <a:p>
            <a:pPr lvl="2">
              <a:lnSpc>
                <a:spcPct val="150000"/>
              </a:lnSpc>
            </a:pPr>
            <a:r>
              <a:rPr lang="en-US" b="1"/>
              <a:t>Policies and principles </a:t>
            </a:r>
            <a:r>
              <a:rPr lang="en-US"/>
              <a:t>on the </a:t>
            </a:r>
            <a:r>
              <a:rPr lang="en-US">
                <a:solidFill>
                  <a:srgbClr val="179C7D"/>
                </a:solidFill>
              </a:rPr>
              <a:t>use of AI</a:t>
            </a:r>
            <a:r>
              <a:rPr lang="en-US"/>
              <a:t>;</a:t>
            </a:r>
          </a:p>
          <a:p>
            <a:pPr lvl="2">
              <a:lnSpc>
                <a:spcPct val="150000"/>
              </a:lnSpc>
            </a:pPr>
            <a:r>
              <a:rPr lang="en-US"/>
              <a:t>Processes to </a:t>
            </a:r>
            <a:r>
              <a:rPr lang="en-US" b="1"/>
              <a:t>identify and manage </a:t>
            </a:r>
            <a:r>
              <a:rPr lang="en-US">
                <a:solidFill>
                  <a:srgbClr val="179C7D"/>
                </a:solidFill>
              </a:rPr>
              <a:t>AI risks</a:t>
            </a:r>
            <a:r>
              <a:rPr lang="en-US"/>
              <a:t>;</a:t>
            </a:r>
          </a:p>
          <a:p>
            <a:pPr lvl="2">
              <a:lnSpc>
                <a:spcPct val="150000"/>
              </a:lnSpc>
            </a:pPr>
            <a:r>
              <a:rPr lang="en-US"/>
              <a:t>Assignment of </a:t>
            </a:r>
            <a:r>
              <a:rPr lang="en-US">
                <a:solidFill>
                  <a:srgbClr val="179C7D"/>
                </a:solidFill>
              </a:rPr>
              <a:t>roles and responsibilities</a:t>
            </a:r>
            <a:r>
              <a:rPr lang="en-US"/>
              <a:t>;</a:t>
            </a:r>
          </a:p>
          <a:p>
            <a:pPr lvl="2">
              <a:lnSpc>
                <a:spcPct val="150000"/>
              </a:lnSpc>
            </a:pPr>
            <a:r>
              <a:rPr lang="en-US"/>
              <a:t>Maintaining </a:t>
            </a:r>
            <a:r>
              <a:rPr lang="en-US">
                <a:solidFill>
                  <a:srgbClr val="179C7D"/>
                </a:solidFill>
              </a:rPr>
              <a:t>documentation</a:t>
            </a:r>
            <a:r>
              <a:rPr lang="en-US"/>
              <a:t>;</a:t>
            </a:r>
          </a:p>
          <a:p>
            <a:pPr lvl="2">
              <a:lnSpc>
                <a:spcPct val="150000"/>
              </a:lnSpc>
            </a:pPr>
            <a:r>
              <a:rPr lang="en-US"/>
              <a:t>Monitoring </a:t>
            </a:r>
            <a:r>
              <a:rPr lang="en-US">
                <a:solidFill>
                  <a:srgbClr val="179C7D"/>
                </a:solidFill>
              </a:rPr>
              <a:t>performance</a:t>
            </a:r>
            <a:r>
              <a:rPr lang="en-US"/>
              <a:t>. </a:t>
            </a:r>
            <a:endParaRPr lang="it-IT" b="1"/>
          </a:p>
          <a:p>
            <a:pPr lvl="1">
              <a:lnSpc>
                <a:spcPct val="150000"/>
              </a:lnSpc>
            </a:pPr>
            <a:endParaRPr lang="it-IT"/>
          </a:p>
          <a:p>
            <a:pPr lvl="1">
              <a:lnSpc>
                <a:spcPct val="150000"/>
              </a:lnSpc>
            </a:pPr>
            <a:endParaRPr lang="it-IT" sz="2400"/>
          </a:p>
          <a:p>
            <a:pPr lvl="1">
              <a:lnSpc>
                <a:spcPct val="150000"/>
              </a:lnSpc>
            </a:pPr>
            <a:endParaRPr lang="it-IT" sz="2400"/>
          </a:p>
          <a:p>
            <a:pPr lvl="0"/>
            <a:endParaRPr lang="en-US" sz="1600" b="1"/>
          </a:p>
        </p:txBody>
      </p:sp>
    </p:spTree>
    <p:extLst>
      <p:ext uri="{BB962C8B-B14F-4D97-AF65-F5344CB8AC3E}">
        <p14:creationId xmlns:p14="http://schemas.microsoft.com/office/powerpoint/2010/main" val="27085784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8FF1C-78F9-74DE-0EA7-85CC34B314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6B55CA-6B46-4BC0-2982-69FB96BE6963}"/>
              </a:ext>
            </a:extLst>
          </p:cNvPr>
          <p:cNvSpPr>
            <a:spLocks noGrp="1"/>
          </p:cNvSpPr>
          <p:nvPr>
            <p:ph type="title"/>
          </p:nvPr>
        </p:nvSpPr>
        <p:spPr/>
        <p:txBody>
          <a:bodyPr/>
          <a:lstStyle/>
          <a:p>
            <a:r>
              <a:rPr lang="pt-PT" err="1"/>
              <a:t>Compliance</a:t>
            </a:r>
            <a:r>
              <a:rPr lang="pt-PT"/>
              <a:t> </a:t>
            </a:r>
            <a:r>
              <a:rPr lang="pt-PT" err="1"/>
              <a:t>with</a:t>
            </a:r>
            <a:r>
              <a:rPr lang="pt-PT"/>
              <a:t> standards </a:t>
            </a:r>
            <a:r>
              <a:rPr lang="pt-PT" err="1"/>
              <a:t>and</a:t>
            </a:r>
            <a:r>
              <a:rPr lang="pt-PT"/>
              <a:t> </a:t>
            </a:r>
            <a:r>
              <a:rPr lang="pt-PT" err="1"/>
              <a:t>regulations</a:t>
            </a:r>
            <a:endParaRPr lang="en-PT"/>
          </a:p>
        </p:txBody>
      </p:sp>
      <p:sp>
        <p:nvSpPr>
          <p:cNvPr id="3" name="Text Placeholder 2">
            <a:extLst>
              <a:ext uri="{FF2B5EF4-FFF2-40B4-BE49-F238E27FC236}">
                <a16:creationId xmlns:a16="http://schemas.microsoft.com/office/drawing/2014/main" id="{41A8C4EE-ABFC-0A52-8DEF-3E594DCB770F}"/>
              </a:ext>
            </a:extLst>
          </p:cNvPr>
          <p:cNvSpPr>
            <a:spLocks noGrp="1"/>
          </p:cNvSpPr>
          <p:nvPr>
            <p:ph type="body" sz="quarter" idx="10"/>
          </p:nvPr>
        </p:nvSpPr>
        <p:spPr/>
        <p:txBody>
          <a:bodyPr/>
          <a:lstStyle/>
          <a:p>
            <a:r>
              <a:rPr lang="pt-PT" err="1"/>
              <a:t>Actions</a:t>
            </a:r>
            <a:r>
              <a:rPr lang="pt-PT"/>
              <a:t> for </a:t>
            </a:r>
            <a:r>
              <a:rPr lang="pt-PT" err="1"/>
              <a:t>developers</a:t>
            </a:r>
            <a:endParaRPr lang="en-PT"/>
          </a:p>
        </p:txBody>
      </p:sp>
      <p:sp>
        <p:nvSpPr>
          <p:cNvPr id="4" name="Content Placeholder 3">
            <a:extLst>
              <a:ext uri="{FF2B5EF4-FFF2-40B4-BE49-F238E27FC236}">
                <a16:creationId xmlns:a16="http://schemas.microsoft.com/office/drawing/2014/main" id="{F4F8F858-5AB9-A78D-53E8-5A7D0A41FF1B}"/>
              </a:ext>
            </a:extLst>
          </p:cNvPr>
          <p:cNvSpPr>
            <a:spLocks noGrp="1"/>
          </p:cNvSpPr>
          <p:nvPr>
            <p:ph idx="1"/>
          </p:nvPr>
        </p:nvSpPr>
        <p:spPr>
          <a:xfrm>
            <a:off x="477838" y="1514982"/>
            <a:ext cx="11233149" cy="4506406"/>
          </a:xfrm>
        </p:spPr>
        <p:txBody>
          <a:bodyPr/>
          <a:lstStyle/>
          <a:p>
            <a:pPr marL="0" indent="0">
              <a:spcAft>
                <a:spcPts val="300"/>
              </a:spcAft>
              <a:buNone/>
            </a:pPr>
            <a:r>
              <a:rPr lang="en-US" b="1"/>
              <a:t>STEP 1: Integrate Compliance into the AI Development Workflow</a:t>
            </a:r>
          </a:p>
          <a:p>
            <a:pPr>
              <a:spcAft>
                <a:spcPts val="300"/>
              </a:spcAft>
            </a:pPr>
            <a:r>
              <a:rPr lang="en-US" b="1"/>
              <a:t>Action</a:t>
            </a:r>
            <a:r>
              <a:rPr lang="en-US"/>
              <a:t>: Integrate compliance checks early in the development lifecycle by building a compliance-by-design approach.</a:t>
            </a:r>
            <a:endParaRPr lang="en-US" b="1"/>
          </a:p>
          <a:p>
            <a:pPr>
              <a:spcAft>
                <a:spcPts val="300"/>
              </a:spcAft>
            </a:pPr>
            <a:r>
              <a:rPr lang="en-US" b="1"/>
              <a:t>How</a:t>
            </a:r>
            <a:r>
              <a:rPr lang="en-US"/>
              <a:t>: </a:t>
            </a:r>
          </a:p>
          <a:p>
            <a:pPr lvl="1">
              <a:spcAft>
                <a:spcPts val="300"/>
              </a:spcAft>
            </a:pPr>
            <a:r>
              <a:rPr lang="en-US" kern="100">
                <a:effectLst/>
                <a:ea typeface="Aptos" panose="020B0004020202020204" pitchFamily="34" charset="0"/>
                <a:cs typeface="Times New Roman" panose="02020603050405020304" pitchFamily="18" charset="0"/>
              </a:rPr>
              <a:t>Identify and document potential risks such as </a:t>
            </a:r>
            <a:r>
              <a:rPr lang="en-US" kern="100">
                <a:solidFill>
                  <a:srgbClr val="179C7D"/>
                </a:solidFill>
                <a:effectLst/>
                <a:ea typeface="Aptos" panose="020B0004020202020204" pitchFamily="34" charset="0"/>
                <a:cs typeface="Times New Roman" panose="02020603050405020304" pitchFamily="18" charset="0"/>
              </a:rPr>
              <a:t>bias, transparency issues, and model security vulnerabilities</a:t>
            </a:r>
            <a:r>
              <a:rPr lang="en-US" kern="100">
                <a:effectLst/>
                <a:ea typeface="Aptos" panose="020B0004020202020204" pitchFamily="34" charset="0"/>
                <a:cs typeface="Times New Roman" panose="02020603050405020304" pitchFamily="18" charset="0"/>
              </a:rPr>
              <a:t> early in the process.</a:t>
            </a:r>
            <a:endParaRPr lang="pt-PT" kern="100">
              <a:ea typeface="Aptos" panose="020B0004020202020204" pitchFamily="34" charset="0"/>
              <a:cs typeface="Times New Roman" panose="02020603050405020304" pitchFamily="18" charset="0"/>
            </a:endParaRPr>
          </a:p>
          <a:p>
            <a:pPr lvl="1">
              <a:spcAft>
                <a:spcPts val="300"/>
              </a:spcAft>
            </a:pPr>
            <a:r>
              <a:rPr lang="en-US" kern="100">
                <a:effectLst/>
                <a:ea typeface="Aptos" panose="020B0004020202020204" pitchFamily="34" charset="0"/>
                <a:cs typeface="Times New Roman" panose="02020603050405020304" pitchFamily="18" charset="0"/>
              </a:rPr>
              <a:t>Implement data drift and concept drift detection to </a:t>
            </a:r>
            <a:r>
              <a:rPr lang="en-US" kern="100">
                <a:solidFill>
                  <a:srgbClr val="179C7D"/>
                </a:solidFill>
                <a:effectLst/>
                <a:ea typeface="Aptos" panose="020B0004020202020204" pitchFamily="34" charset="0"/>
                <a:cs typeface="Times New Roman" panose="02020603050405020304" pitchFamily="18" charset="0"/>
              </a:rPr>
              <a:t>track changes in model behavior </a:t>
            </a:r>
            <a:r>
              <a:rPr lang="en-US" kern="100">
                <a:effectLst/>
                <a:ea typeface="Aptos" panose="020B0004020202020204" pitchFamily="34" charset="0"/>
                <a:cs typeface="Times New Roman" panose="02020603050405020304" pitchFamily="18" charset="0"/>
              </a:rPr>
              <a:t>over time (ex. </a:t>
            </a:r>
            <a:r>
              <a:rPr lang="en-US" b="1" kern="100" err="1">
                <a:effectLst/>
                <a:ea typeface="Aptos" panose="020B0004020202020204" pitchFamily="34" charset="0"/>
                <a:cs typeface="Times New Roman" panose="02020603050405020304" pitchFamily="18" charset="0"/>
              </a:rPr>
              <a:t>WhyLabs</a:t>
            </a:r>
            <a:r>
              <a:rPr lang="en-US" kern="100">
                <a:effectLst/>
                <a:ea typeface="Aptos" panose="020B0004020202020204" pitchFamily="34" charset="0"/>
                <a:cs typeface="Times New Roman" panose="02020603050405020304" pitchFamily="18" charset="0"/>
              </a:rPr>
              <a:t>).</a:t>
            </a:r>
            <a:endParaRPr lang="pt-PT" kern="100">
              <a:ea typeface="Aptos" panose="020B0004020202020204" pitchFamily="34" charset="0"/>
              <a:cs typeface="Times New Roman" panose="02020603050405020304" pitchFamily="18" charset="0"/>
            </a:endParaRPr>
          </a:p>
          <a:p>
            <a:pPr lvl="1">
              <a:spcAft>
                <a:spcPts val="300"/>
              </a:spcAft>
            </a:pPr>
            <a:r>
              <a:rPr lang="en-US" kern="100">
                <a:effectLst/>
                <a:ea typeface="Aptos" panose="020B0004020202020204" pitchFamily="34" charset="0"/>
                <a:cs typeface="Times New Roman" panose="02020603050405020304" pitchFamily="18" charset="0"/>
              </a:rPr>
              <a:t>Ensure </a:t>
            </a:r>
            <a:r>
              <a:rPr lang="en-US" kern="100">
                <a:solidFill>
                  <a:srgbClr val="179C7D"/>
                </a:solidFill>
                <a:effectLst/>
                <a:ea typeface="Aptos" panose="020B0004020202020204" pitchFamily="34" charset="0"/>
                <a:cs typeface="Times New Roman" panose="02020603050405020304" pitchFamily="18" charset="0"/>
              </a:rPr>
              <a:t>fairness</a:t>
            </a:r>
            <a:r>
              <a:rPr lang="en-US" kern="100">
                <a:effectLst/>
                <a:ea typeface="Aptos" panose="020B0004020202020204" pitchFamily="34" charset="0"/>
                <a:cs typeface="Times New Roman" panose="02020603050405020304" pitchFamily="18" charset="0"/>
              </a:rPr>
              <a:t> in data and models</a:t>
            </a:r>
            <a:r>
              <a:rPr lang="en-US" kern="100">
                <a:ea typeface="Aptos" panose="020B0004020202020204" pitchFamily="34" charset="0"/>
                <a:cs typeface="Times New Roman" panose="02020603050405020304" pitchFamily="18" charset="0"/>
              </a:rPr>
              <a:t>, by using </a:t>
            </a:r>
            <a:r>
              <a:rPr lang="en-US" kern="100">
                <a:effectLst/>
                <a:ea typeface="Aptos" panose="020B0004020202020204" pitchFamily="34" charset="0"/>
                <a:cs typeface="Times New Roman" panose="02020603050405020304" pitchFamily="18" charset="0"/>
              </a:rPr>
              <a:t>tools like </a:t>
            </a:r>
            <a:r>
              <a:rPr lang="en-US" b="1" kern="100">
                <a:effectLst/>
                <a:ea typeface="Aptos" panose="020B0004020202020204" pitchFamily="34" charset="0"/>
                <a:cs typeface="Times New Roman" panose="02020603050405020304" pitchFamily="18" charset="0"/>
              </a:rPr>
              <a:t>Fairness Indicators</a:t>
            </a:r>
            <a:r>
              <a:rPr lang="en-US" kern="100">
                <a:effectLst/>
                <a:ea typeface="Aptos" panose="020B0004020202020204" pitchFamily="34" charset="0"/>
                <a:cs typeface="Times New Roman" panose="02020603050405020304" pitchFamily="18" charset="0"/>
              </a:rPr>
              <a:t> or </a:t>
            </a:r>
            <a:r>
              <a:rPr lang="en-US" b="1" kern="100">
                <a:effectLst/>
                <a:ea typeface="Aptos" panose="020B0004020202020204" pitchFamily="34" charset="0"/>
                <a:cs typeface="Times New Roman" panose="02020603050405020304" pitchFamily="18" charset="0"/>
              </a:rPr>
              <a:t>IBM AI Fairness 360</a:t>
            </a:r>
            <a:r>
              <a:rPr lang="en-US" kern="100">
                <a:effectLst/>
                <a:ea typeface="Aptos" panose="020B0004020202020204" pitchFamily="34" charset="0"/>
                <a:cs typeface="Times New Roman" panose="02020603050405020304" pitchFamily="18" charset="0"/>
              </a:rPr>
              <a:t>.</a:t>
            </a:r>
            <a:endParaRPr lang="pt-PT" kern="100">
              <a:ea typeface="Aptos" panose="020B0004020202020204" pitchFamily="34" charset="0"/>
              <a:cs typeface="Times New Roman" panose="02020603050405020304" pitchFamily="18" charset="0"/>
            </a:endParaRPr>
          </a:p>
          <a:p>
            <a:pPr lvl="1">
              <a:spcAft>
                <a:spcPts val="300"/>
              </a:spcAft>
            </a:pPr>
            <a:r>
              <a:rPr lang="en-US" kern="100">
                <a:effectLst/>
                <a:ea typeface="Aptos" panose="020B0004020202020204" pitchFamily="34" charset="0"/>
                <a:cs typeface="Times New Roman" panose="02020603050405020304" pitchFamily="18" charset="0"/>
              </a:rPr>
              <a:t>Maintain a </a:t>
            </a:r>
            <a:r>
              <a:rPr lang="en-US" kern="100">
                <a:solidFill>
                  <a:srgbClr val="179C7D"/>
                </a:solidFill>
                <a:effectLst/>
                <a:ea typeface="Aptos" panose="020B0004020202020204" pitchFamily="34" charset="0"/>
                <a:cs typeface="Times New Roman" panose="02020603050405020304" pitchFamily="18" charset="0"/>
              </a:rPr>
              <a:t>versioned record of datasets </a:t>
            </a:r>
            <a:r>
              <a:rPr lang="en-US" kern="100">
                <a:effectLst/>
                <a:ea typeface="Aptos" panose="020B0004020202020204" pitchFamily="34" charset="0"/>
                <a:cs typeface="Times New Roman" panose="02020603050405020304" pitchFamily="18" charset="0"/>
              </a:rPr>
              <a:t>(ex. </a:t>
            </a:r>
            <a:r>
              <a:rPr lang="en-US" b="1" kern="100">
                <a:effectLst/>
                <a:ea typeface="Aptos" panose="020B0004020202020204" pitchFamily="34" charset="0"/>
                <a:cs typeface="Times New Roman" panose="02020603050405020304" pitchFamily="18" charset="0"/>
              </a:rPr>
              <a:t>DVC</a:t>
            </a:r>
            <a:r>
              <a:rPr lang="en-US" kern="100">
                <a:effectLst/>
                <a:ea typeface="Aptos" panose="020B0004020202020204" pitchFamily="34" charset="0"/>
                <a:cs typeface="Times New Roman" panose="02020603050405020304" pitchFamily="18" charset="0"/>
              </a:rPr>
              <a:t>) and </a:t>
            </a:r>
            <a:r>
              <a:rPr lang="en-US" kern="100">
                <a:solidFill>
                  <a:srgbClr val="179C7D"/>
                </a:solidFill>
                <a:effectLst/>
                <a:ea typeface="Aptos" panose="020B0004020202020204" pitchFamily="34" charset="0"/>
                <a:cs typeface="Times New Roman" panose="02020603050405020304" pitchFamily="18" charset="0"/>
              </a:rPr>
              <a:t>models</a:t>
            </a:r>
            <a:r>
              <a:rPr lang="en-US" kern="100">
                <a:effectLst/>
                <a:ea typeface="Aptos" panose="020B0004020202020204" pitchFamily="34" charset="0"/>
                <a:cs typeface="Times New Roman" panose="02020603050405020304" pitchFamily="18" charset="0"/>
              </a:rPr>
              <a:t> (ex. </a:t>
            </a:r>
            <a:r>
              <a:rPr lang="en-US" b="1" kern="100" err="1">
                <a:effectLst/>
                <a:ea typeface="Aptos" panose="020B0004020202020204" pitchFamily="34" charset="0"/>
                <a:cs typeface="Times New Roman" panose="02020603050405020304" pitchFamily="18" charset="0"/>
              </a:rPr>
              <a:t>MLflow</a:t>
            </a:r>
            <a:r>
              <a:rPr lang="en-US" kern="100">
                <a:effectLst/>
                <a:ea typeface="Aptos" panose="020B0004020202020204" pitchFamily="34" charset="0"/>
                <a:cs typeface="Times New Roman" panose="02020603050405020304" pitchFamily="18" charset="0"/>
              </a:rPr>
              <a:t>) to ensure traceability for audits.</a:t>
            </a:r>
            <a:endParaRPr lang="pt-PT" kern="100">
              <a:ea typeface="Aptos" panose="020B0004020202020204" pitchFamily="34" charset="0"/>
              <a:cs typeface="Times New Roman" panose="02020603050405020304" pitchFamily="18" charset="0"/>
            </a:endParaRPr>
          </a:p>
          <a:p>
            <a:pPr lvl="1">
              <a:spcAft>
                <a:spcPts val="300"/>
              </a:spcAft>
            </a:pPr>
            <a:r>
              <a:rPr lang="en-US" b="1" kern="100">
                <a:effectLst/>
                <a:ea typeface="Aptos" panose="020B0004020202020204" pitchFamily="34" charset="0"/>
                <a:cs typeface="Times New Roman" panose="02020603050405020304" pitchFamily="18" charset="0"/>
              </a:rPr>
              <a:t>Conformity Assessment</a:t>
            </a:r>
            <a:r>
              <a:rPr lang="en-US" kern="100">
                <a:effectLst/>
                <a:ea typeface="Aptos" panose="020B0004020202020204" pitchFamily="34" charset="0"/>
                <a:cs typeface="Times New Roman" panose="02020603050405020304" pitchFamily="18" charset="0"/>
              </a:rPr>
              <a:t>: Prepare documentation including risk assessments reports, model test results and compliance reports, aligning with the </a:t>
            </a:r>
            <a:r>
              <a:rPr lang="en-US" b="1" kern="100">
                <a:effectLst/>
                <a:ea typeface="Aptos" panose="020B0004020202020204" pitchFamily="34" charset="0"/>
                <a:cs typeface="Times New Roman" panose="02020603050405020304" pitchFamily="18" charset="0"/>
              </a:rPr>
              <a:t>AI Act</a:t>
            </a:r>
            <a:r>
              <a:rPr lang="en-US" kern="100">
                <a:effectLst/>
                <a:ea typeface="Aptos" panose="020B0004020202020204" pitchFamily="34" charset="0"/>
                <a:cs typeface="Times New Roman" panose="02020603050405020304" pitchFamily="18" charset="0"/>
              </a:rPr>
              <a:t> and </a:t>
            </a:r>
            <a:r>
              <a:rPr lang="en-US" b="1" kern="100">
                <a:effectLst/>
                <a:ea typeface="Aptos" panose="020B0004020202020204" pitchFamily="34" charset="0"/>
                <a:cs typeface="Times New Roman" panose="02020603050405020304" pitchFamily="18" charset="0"/>
              </a:rPr>
              <a:t>MDR</a:t>
            </a:r>
            <a:r>
              <a:rPr lang="en-US" kern="100">
                <a:effectLst/>
                <a:ea typeface="Aptos" panose="020B0004020202020204" pitchFamily="34" charset="0"/>
                <a:cs typeface="Times New Roman" panose="02020603050405020304" pitchFamily="18" charset="0"/>
              </a:rPr>
              <a:t>.</a:t>
            </a:r>
            <a:endParaRPr lang="pt-PT" kern="100">
              <a:effectLst/>
              <a:ea typeface="Aptos" panose="020B0004020202020204" pitchFamily="34"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F2798B59-D436-4164-F7D5-1302F7F87EC1}"/>
              </a:ext>
            </a:extLst>
          </p:cNvPr>
          <p:cNvSpPr>
            <a:spLocks noGrp="1"/>
          </p:cNvSpPr>
          <p:nvPr>
            <p:ph type="sldNum" sz="quarter" idx="4"/>
          </p:nvPr>
        </p:nvSpPr>
        <p:spPr/>
        <p:txBody>
          <a:bodyPr/>
          <a:lstStyle/>
          <a:p>
            <a:pPr>
              <a:spcBef>
                <a:spcPct val="50000"/>
              </a:spcBef>
              <a:spcAft>
                <a:spcPct val="0"/>
              </a:spcAft>
              <a:buFontTx/>
              <a:buNone/>
            </a:pPr>
            <a:r>
              <a:rPr lang="en-US"/>
              <a:t>Page </a:t>
            </a:r>
            <a:fld id="{A06316EC-39FF-4C97-AA6E-29B761CE3E45}" type="slidenum">
              <a:rPr lang="en-US" smtClean="0"/>
              <a:pPr>
                <a:spcBef>
                  <a:spcPct val="50000"/>
                </a:spcBef>
                <a:spcAft>
                  <a:spcPct val="0"/>
                </a:spcAft>
                <a:buFontTx/>
                <a:buNone/>
              </a:pPr>
              <a:t>29</a:t>
            </a:fld>
            <a:endParaRPr lang="en-US"/>
          </a:p>
        </p:txBody>
      </p:sp>
      <p:sp>
        <p:nvSpPr>
          <p:cNvPr id="9" name="TextBox 8">
            <a:extLst>
              <a:ext uri="{FF2B5EF4-FFF2-40B4-BE49-F238E27FC236}">
                <a16:creationId xmlns:a16="http://schemas.microsoft.com/office/drawing/2014/main" id="{62B37386-DBDF-0CD3-2AF1-CA4F7A726C8E}"/>
              </a:ext>
            </a:extLst>
          </p:cNvPr>
          <p:cNvSpPr txBox="1"/>
          <p:nvPr/>
        </p:nvSpPr>
        <p:spPr>
          <a:xfrm>
            <a:off x="477838" y="5765105"/>
            <a:ext cx="9142412" cy="338554"/>
          </a:xfrm>
          <a:prstGeom prst="rect">
            <a:avLst/>
          </a:prstGeom>
          <a:noFill/>
        </p:spPr>
        <p:txBody>
          <a:bodyPr wrap="square">
            <a:spAutoFit/>
          </a:bodyPr>
          <a:lstStyle/>
          <a:p>
            <a:pPr marL="0" indent="0">
              <a:buNone/>
            </a:pPr>
            <a:r>
              <a:rPr lang="en-US" sz="1600" b="1" i="1"/>
              <a:t>Related Standards/Regulations</a:t>
            </a:r>
            <a:r>
              <a:rPr lang="en-US" sz="1600" i="1"/>
              <a:t>: ISO/IEC 23894:2023, ISO/IEC 42001:2023, AI Act, MDR</a:t>
            </a:r>
            <a:endParaRPr lang="en-PT" sz="1600" i="1"/>
          </a:p>
        </p:txBody>
      </p:sp>
    </p:spTree>
    <p:extLst>
      <p:ext uri="{BB962C8B-B14F-4D97-AF65-F5344CB8AC3E}">
        <p14:creationId xmlns:p14="http://schemas.microsoft.com/office/powerpoint/2010/main" val="11557335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8E678-B794-A19D-35F6-0DD58EE38E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5CD377-E6E0-5284-CD52-671287AEA964}"/>
              </a:ext>
            </a:extLst>
          </p:cNvPr>
          <p:cNvSpPr>
            <a:spLocks noGrp="1"/>
          </p:cNvSpPr>
          <p:nvPr>
            <p:ph type="title"/>
          </p:nvPr>
        </p:nvSpPr>
        <p:spPr/>
        <p:txBody>
          <a:bodyPr/>
          <a:lstStyle/>
          <a:p>
            <a:r>
              <a:rPr lang="pt-PT" err="1"/>
              <a:t>Compliance</a:t>
            </a:r>
            <a:r>
              <a:rPr lang="pt-PT"/>
              <a:t> </a:t>
            </a:r>
            <a:r>
              <a:rPr lang="pt-PT" err="1"/>
              <a:t>with</a:t>
            </a:r>
            <a:r>
              <a:rPr lang="pt-PT"/>
              <a:t> standards </a:t>
            </a:r>
            <a:r>
              <a:rPr lang="pt-PT" err="1"/>
              <a:t>and</a:t>
            </a:r>
            <a:r>
              <a:rPr lang="pt-PT"/>
              <a:t> </a:t>
            </a:r>
            <a:r>
              <a:rPr lang="pt-PT" err="1"/>
              <a:t>regulations</a:t>
            </a:r>
            <a:endParaRPr lang="en-PT"/>
          </a:p>
        </p:txBody>
      </p:sp>
      <p:sp>
        <p:nvSpPr>
          <p:cNvPr id="3" name="Text Placeholder 2">
            <a:extLst>
              <a:ext uri="{FF2B5EF4-FFF2-40B4-BE49-F238E27FC236}">
                <a16:creationId xmlns:a16="http://schemas.microsoft.com/office/drawing/2014/main" id="{1EF297EF-E0E8-78BF-60DF-557312992CA0}"/>
              </a:ext>
            </a:extLst>
          </p:cNvPr>
          <p:cNvSpPr>
            <a:spLocks noGrp="1"/>
          </p:cNvSpPr>
          <p:nvPr>
            <p:ph type="body" sz="quarter" idx="10"/>
          </p:nvPr>
        </p:nvSpPr>
        <p:spPr/>
        <p:txBody>
          <a:bodyPr/>
          <a:lstStyle/>
          <a:p>
            <a:r>
              <a:rPr lang="pt-PT" err="1"/>
              <a:t>Actions</a:t>
            </a:r>
            <a:r>
              <a:rPr lang="pt-PT"/>
              <a:t> for </a:t>
            </a:r>
            <a:r>
              <a:rPr lang="pt-PT" err="1"/>
              <a:t>developers</a:t>
            </a:r>
            <a:endParaRPr lang="en-PT"/>
          </a:p>
        </p:txBody>
      </p:sp>
      <p:sp>
        <p:nvSpPr>
          <p:cNvPr id="4" name="Content Placeholder 3">
            <a:extLst>
              <a:ext uri="{FF2B5EF4-FFF2-40B4-BE49-F238E27FC236}">
                <a16:creationId xmlns:a16="http://schemas.microsoft.com/office/drawing/2014/main" id="{97D6159E-84D0-9B1E-4C47-74DA09F45879}"/>
              </a:ext>
            </a:extLst>
          </p:cNvPr>
          <p:cNvSpPr>
            <a:spLocks noGrp="1"/>
          </p:cNvSpPr>
          <p:nvPr>
            <p:ph idx="1"/>
          </p:nvPr>
        </p:nvSpPr>
        <p:spPr/>
        <p:txBody>
          <a:bodyPr/>
          <a:lstStyle/>
          <a:p>
            <a:pPr marL="0" indent="0">
              <a:buNone/>
            </a:pPr>
            <a:r>
              <a:rPr lang="en-US" b="1"/>
              <a:t>STEP 2 : Implement Data Privacy Mechanisms in Your Code</a:t>
            </a:r>
          </a:p>
          <a:p>
            <a:r>
              <a:rPr lang="en-US" b="1"/>
              <a:t>Action: </a:t>
            </a:r>
            <a:r>
              <a:rPr lang="en-US"/>
              <a:t>Incorporate data minimization, encryption, and pseudonymization practices within your system’s architecture.</a:t>
            </a:r>
          </a:p>
          <a:p>
            <a:r>
              <a:rPr lang="en-US" b="1"/>
              <a:t>How</a:t>
            </a:r>
            <a:r>
              <a:rPr lang="en-US"/>
              <a:t>: </a:t>
            </a:r>
          </a:p>
          <a:p>
            <a:pPr lvl="1"/>
            <a:r>
              <a:rPr lang="en-US"/>
              <a:t>Implement data minimization to </a:t>
            </a:r>
            <a:r>
              <a:rPr lang="en-US">
                <a:solidFill>
                  <a:srgbClr val="179C7D"/>
                </a:solidFill>
              </a:rPr>
              <a:t>limit exposure to sensitive data </a:t>
            </a:r>
            <a:r>
              <a:rPr lang="en-US"/>
              <a:t>through techniques like differential privacy.</a:t>
            </a:r>
          </a:p>
          <a:p>
            <a:pPr lvl="1"/>
            <a:r>
              <a:rPr lang="en-US" sz="1800">
                <a:effectLst/>
                <a:latin typeface="Aptos" panose="020B0004020202020204" pitchFamily="34" charset="0"/>
                <a:ea typeface="Aptos" panose="020B0004020202020204" pitchFamily="34" charset="0"/>
                <a:cs typeface="Times New Roman" panose="02020603050405020304" pitchFamily="18" charset="0"/>
              </a:rPr>
              <a:t>Apply </a:t>
            </a:r>
            <a:r>
              <a:rPr lang="en-US" sz="1800">
                <a:solidFill>
                  <a:srgbClr val="179C7D"/>
                </a:solidFill>
                <a:effectLst/>
                <a:latin typeface="Aptos" panose="020B0004020202020204" pitchFamily="34" charset="0"/>
                <a:ea typeface="Aptos" panose="020B0004020202020204" pitchFamily="34" charset="0"/>
                <a:cs typeface="Times New Roman" panose="02020603050405020304" pitchFamily="18" charset="0"/>
              </a:rPr>
              <a:t>encryption for data </a:t>
            </a:r>
            <a:r>
              <a:rPr lang="en-US" sz="1800">
                <a:effectLst/>
                <a:latin typeface="Aptos" panose="020B0004020202020204" pitchFamily="34" charset="0"/>
                <a:ea typeface="Aptos" panose="020B0004020202020204" pitchFamily="34" charset="0"/>
                <a:cs typeface="Times New Roman" panose="02020603050405020304" pitchFamily="18" charset="0"/>
              </a:rPr>
              <a:t>at rest and in transit.</a:t>
            </a:r>
          </a:p>
          <a:p>
            <a:pPr lvl="1"/>
            <a:r>
              <a:rPr lang="en-US"/>
              <a:t>Develop APIs that </a:t>
            </a:r>
            <a:r>
              <a:rPr lang="en-US">
                <a:solidFill>
                  <a:srgbClr val="179C7D"/>
                </a:solidFill>
              </a:rPr>
              <a:t>manage user consent and deletion requests</a:t>
            </a:r>
            <a:r>
              <a:rPr lang="en-US"/>
              <a:t>, ensuring compliance with GDPR's right to be forgotten and </a:t>
            </a:r>
            <a:r>
              <a:rPr lang="en-US" b="1"/>
              <a:t>AI Act </a:t>
            </a:r>
            <a:r>
              <a:rPr lang="en-US"/>
              <a:t>transparency requirements.</a:t>
            </a:r>
          </a:p>
          <a:p>
            <a:pPr lvl="1"/>
            <a:r>
              <a:rPr lang="en-US" b="1"/>
              <a:t>Data Breach Reporting:</a:t>
            </a:r>
            <a:r>
              <a:rPr lang="en-US"/>
              <a:t> </a:t>
            </a:r>
            <a:r>
              <a:rPr lang="en-US" sz="1800">
                <a:effectLst/>
                <a:latin typeface="Aptos" panose="020B0004020202020204" pitchFamily="34" charset="0"/>
                <a:ea typeface="Aptos" panose="020B0004020202020204" pitchFamily="34" charset="0"/>
                <a:cs typeface="Times New Roman" panose="02020603050405020304" pitchFamily="18" charset="0"/>
              </a:rPr>
              <a:t>Set up alerts to </a:t>
            </a:r>
            <a:r>
              <a:rPr lang="en-US" sz="1800">
                <a:solidFill>
                  <a:srgbClr val="179C7D"/>
                </a:solidFill>
                <a:effectLst/>
                <a:latin typeface="Aptos" panose="020B0004020202020204" pitchFamily="34" charset="0"/>
                <a:ea typeface="Aptos" panose="020B0004020202020204" pitchFamily="34" charset="0"/>
                <a:cs typeface="Times New Roman" panose="02020603050405020304" pitchFamily="18" charset="0"/>
              </a:rPr>
              <a:t>ensure quick detection and reporting </a:t>
            </a:r>
            <a:r>
              <a:rPr lang="en-US" sz="1800">
                <a:effectLst/>
                <a:latin typeface="Aptos" panose="020B0004020202020204" pitchFamily="34" charset="0"/>
                <a:ea typeface="Aptos" panose="020B0004020202020204" pitchFamily="34" charset="0"/>
                <a:cs typeface="Times New Roman" panose="02020603050405020304" pitchFamily="18" charset="0"/>
              </a:rPr>
              <a:t>of any data breaches within 72 hours.</a:t>
            </a:r>
            <a:endParaRPr lang="en-PT"/>
          </a:p>
        </p:txBody>
      </p:sp>
      <p:sp>
        <p:nvSpPr>
          <p:cNvPr id="5" name="Slide Number Placeholder 4">
            <a:extLst>
              <a:ext uri="{FF2B5EF4-FFF2-40B4-BE49-F238E27FC236}">
                <a16:creationId xmlns:a16="http://schemas.microsoft.com/office/drawing/2014/main" id="{88C22C53-E24C-1501-26EE-8CDA0180656A}"/>
              </a:ext>
            </a:extLst>
          </p:cNvPr>
          <p:cNvSpPr>
            <a:spLocks noGrp="1"/>
          </p:cNvSpPr>
          <p:nvPr>
            <p:ph type="sldNum" sz="quarter" idx="4"/>
          </p:nvPr>
        </p:nvSpPr>
        <p:spPr/>
        <p:txBody>
          <a:bodyPr/>
          <a:lstStyle/>
          <a:p>
            <a:pPr>
              <a:spcBef>
                <a:spcPct val="50000"/>
              </a:spcBef>
              <a:spcAft>
                <a:spcPct val="0"/>
              </a:spcAft>
              <a:buFontTx/>
              <a:buNone/>
            </a:pPr>
            <a:r>
              <a:rPr lang="en-US"/>
              <a:t>Page </a:t>
            </a:r>
            <a:fld id="{A06316EC-39FF-4C97-AA6E-29B761CE3E45}" type="slidenum">
              <a:rPr lang="en-US" smtClean="0"/>
              <a:pPr>
                <a:spcBef>
                  <a:spcPct val="50000"/>
                </a:spcBef>
                <a:spcAft>
                  <a:spcPct val="0"/>
                </a:spcAft>
                <a:buFontTx/>
                <a:buNone/>
              </a:pPr>
              <a:t>30</a:t>
            </a:fld>
            <a:endParaRPr lang="en-US"/>
          </a:p>
        </p:txBody>
      </p:sp>
      <p:sp>
        <p:nvSpPr>
          <p:cNvPr id="6" name="TextBox 5">
            <a:extLst>
              <a:ext uri="{FF2B5EF4-FFF2-40B4-BE49-F238E27FC236}">
                <a16:creationId xmlns:a16="http://schemas.microsoft.com/office/drawing/2014/main" id="{DD02BBA6-A346-D1F2-6620-33B7578F8550}"/>
              </a:ext>
            </a:extLst>
          </p:cNvPr>
          <p:cNvSpPr txBox="1"/>
          <p:nvPr/>
        </p:nvSpPr>
        <p:spPr>
          <a:xfrm>
            <a:off x="477838" y="5765105"/>
            <a:ext cx="9142412" cy="338554"/>
          </a:xfrm>
          <a:prstGeom prst="rect">
            <a:avLst/>
          </a:prstGeom>
          <a:noFill/>
        </p:spPr>
        <p:txBody>
          <a:bodyPr wrap="square">
            <a:spAutoFit/>
          </a:bodyPr>
          <a:lstStyle/>
          <a:p>
            <a:pPr marL="0" indent="0">
              <a:buNone/>
            </a:pPr>
            <a:r>
              <a:rPr lang="en-US" sz="1600" b="1" i="1"/>
              <a:t>Related Standards/Regulations</a:t>
            </a:r>
            <a:r>
              <a:rPr lang="en-US" sz="1600" i="1"/>
              <a:t>: </a:t>
            </a:r>
            <a:r>
              <a:rPr lang="it-IT" sz="1600" i="1"/>
              <a:t>GDPR, ISO/IEC 42001:2023, AI Act</a:t>
            </a:r>
            <a:endParaRPr lang="en-PT" sz="1600" i="1"/>
          </a:p>
        </p:txBody>
      </p:sp>
    </p:spTree>
    <p:extLst>
      <p:ext uri="{BB962C8B-B14F-4D97-AF65-F5344CB8AC3E}">
        <p14:creationId xmlns:p14="http://schemas.microsoft.com/office/powerpoint/2010/main" val="22117049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41F94-68AF-50FE-F1A5-AC94EC5B01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DAE4BD-32B8-6799-7622-0CEABA4B66BF}"/>
              </a:ext>
            </a:extLst>
          </p:cNvPr>
          <p:cNvSpPr>
            <a:spLocks noGrp="1"/>
          </p:cNvSpPr>
          <p:nvPr>
            <p:ph type="title"/>
          </p:nvPr>
        </p:nvSpPr>
        <p:spPr/>
        <p:txBody>
          <a:bodyPr/>
          <a:lstStyle/>
          <a:p>
            <a:r>
              <a:rPr lang="pt-PT" err="1"/>
              <a:t>Compliance</a:t>
            </a:r>
            <a:r>
              <a:rPr lang="pt-PT"/>
              <a:t> </a:t>
            </a:r>
            <a:r>
              <a:rPr lang="pt-PT" err="1"/>
              <a:t>with</a:t>
            </a:r>
            <a:r>
              <a:rPr lang="pt-PT"/>
              <a:t> standards </a:t>
            </a:r>
            <a:r>
              <a:rPr lang="pt-PT" err="1"/>
              <a:t>and</a:t>
            </a:r>
            <a:r>
              <a:rPr lang="pt-PT"/>
              <a:t> </a:t>
            </a:r>
            <a:r>
              <a:rPr lang="pt-PT" err="1"/>
              <a:t>regulations</a:t>
            </a:r>
            <a:endParaRPr lang="en-PT"/>
          </a:p>
        </p:txBody>
      </p:sp>
      <p:sp>
        <p:nvSpPr>
          <p:cNvPr id="3" name="Text Placeholder 2">
            <a:extLst>
              <a:ext uri="{FF2B5EF4-FFF2-40B4-BE49-F238E27FC236}">
                <a16:creationId xmlns:a16="http://schemas.microsoft.com/office/drawing/2014/main" id="{D2102B4E-AE6A-7B3D-04DF-F667E77FBDB1}"/>
              </a:ext>
            </a:extLst>
          </p:cNvPr>
          <p:cNvSpPr>
            <a:spLocks noGrp="1"/>
          </p:cNvSpPr>
          <p:nvPr>
            <p:ph type="body" sz="quarter" idx="10"/>
          </p:nvPr>
        </p:nvSpPr>
        <p:spPr/>
        <p:txBody>
          <a:bodyPr/>
          <a:lstStyle/>
          <a:p>
            <a:r>
              <a:rPr lang="pt-PT" err="1"/>
              <a:t>Actions</a:t>
            </a:r>
            <a:r>
              <a:rPr lang="pt-PT"/>
              <a:t> for </a:t>
            </a:r>
            <a:r>
              <a:rPr lang="pt-PT" err="1"/>
              <a:t>developers</a:t>
            </a:r>
            <a:endParaRPr lang="en-PT"/>
          </a:p>
        </p:txBody>
      </p:sp>
      <p:sp>
        <p:nvSpPr>
          <p:cNvPr id="4" name="Content Placeholder 3">
            <a:extLst>
              <a:ext uri="{FF2B5EF4-FFF2-40B4-BE49-F238E27FC236}">
                <a16:creationId xmlns:a16="http://schemas.microsoft.com/office/drawing/2014/main" id="{094A9ABD-F902-A91E-3B60-4350C71F4DBD}"/>
              </a:ext>
            </a:extLst>
          </p:cNvPr>
          <p:cNvSpPr>
            <a:spLocks noGrp="1"/>
          </p:cNvSpPr>
          <p:nvPr>
            <p:ph idx="1"/>
          </p:nvPr>
        </p:nvSpPr>
        <p:spPr/>
        <p:txBody>
          <a:bodyPr/>
          <a:lstStyle/>
          <a:p>
            <a:pPr marL="0" indent="0">
              <a:buNone/>
            </a:pPr>
            <a:r>
              <a:rPr lang="en-US" b="1"/>
              <a:t>STEP 3 : Model Explainability and Accountability</a:t>
            </a:r>
          </a:p>
          <a:p>
            <a:r>
              <a:rPr lang="en-US" b="1"/>
              <a:t>Action: </a:t>
            </a:r>
            <a:r>
              <a:rPr lang="en-US">
                <a:effectLst/>
                <a:latin typeface="+mj-lt"/>
                <a:ea typeface="Aptos" panose="020B0004020202020204" pitchFamily="34" charset="0"/>
                <a:cs typeface="Times New Roman" panose="02020603050405020304" pitchFamily="18" charset="0"/>
              </a:rPr>
              <a:t>Ensure that AI models are explainable and accountable, especially for high-risk applications.</a:t>
            </a:r>
            <a:endParaRPr lang="en-US">
              <a:latin typeface="+mj-lt"/>
            </a:endParaRPr>
          </a:p>
          <a:p>
            <a:r>
              <a:rPr lang="en-US" b="1"/>
              <a:t>How</a:t>
            </a:r>
            <a:r>
              <a:rPr lang="en-US"/>
              <a:t>: </a:t>
            </a:r>
          </a:p>
          <a:p>
            <a:pPr lvl="1"/>
            <a:r>
              <a:rPr lang="en-US" kern="100">
                <a:effectLst/>
                <a:ea typeface="Aptos" panose="020B0004020202020204" pitchFamily="34" charset="0"/>
                <a:cs typeface="Times New Roman" panose="02020603050405020304" pitchFamily="18" charset="0"/>
              </a:rPr>
              <a:t>Implement methods to </a:t>
            </a:r>
            <a:r>
              <a:rPr lang="en-US" kern="100">
                <a:solidFill>
                  <a:srgbClr val="179C7D"/>
                </a:solidFill>
                <a:effectLst/>
                <a:ea typeface="Aptos" panose="020B0004020202020204" pitchFamily="34" charset="0"/>
                <a:cs typeface="Times New Roman" panose="02020603050405020304" pitchFamily="18" charset="0"/>
              </a:rPr>
              <a:t>explain model decisions</a:t>
            </a:r>
            <a:r>
              <a:rPr lang="en-US" kern="100">
                <a:effectLst/>
                <a:ea typeface="Aptos" panose="020B0004020202020204" pitchFamily="34" charset="0"/>
                <a:cs typeface="Times New Roman" panose="02020603050405020304" pitchFamily="18" charset="0"/>
              </a:rPr>
              <a:t>, making results understandable for users and regulators.</a:t>
            </a:r>
          </a:p>
          <a:p>
            <a:pPr lvl="2"/>
            <a:r>
              <a:rPr lang="en-US" sz="1800" kern="100">
                <a:effectLst/>
                <a:latin typeface="Aptos" panose="020B0004020202020204" pitchFamily="34" charset="0"/>
                <a:ea typeface="Aptos" panose="020B0004020202020204" pitchFamily="34" charset="0"/>
                <a:cs typeface="Times New Roman" panose="02020603050405020304" pitchFamily="18" charset="0"/>
              </a:rPr>
              <a:t>Use </a:t>
            </a:r>
            <a:r>
              <a:rPr lang="en-US" sz="1800" b="1" kern="100">
                <a:effectLst/>
                <a:latin typeface="Aptos" panose="020B0004020202020204" pitchFamily="34" charset="0"/>
                <a:ea typeface="Aptos" panose="020B0004020202020204" pitchFamily="34" charset="0"/>
                <a:cs typeface="Times New Roman" panose="02020603050405020304" pitchFamily="18" charset="0"/>
              </a:rPr>
              <a:t>LIME</a:t>
            </a:r>
            <a:r>
              <a:rPr lang="en-US" sz="1800" kern="100">
                <a:effectLst/>
                <a:latin typeface="Aptos" panose="020B0004020202020204" pitchFamily="34" charset="0"/>
                <a:ea typeface="Aptos" panose="020B0004020202020204" pitchFamily="34" charset="0"/>
                <a:cs typeface="Times New Roman" panose="02020603050405020304" pitchFamily="18" charset="0"/>
              </a:rPr>
              <a:t> or </a:t>
            </a:r>
            <a:r>
              <a:rPr lang="en-US" sz="1800" b="1" kern="100">
                <a:effectLst/>
                <a:latin typeface="Aptos" panose="020B0004020202020204" pitchFamily="34" charset="0"/>
                <a:ea typeface="Aptos" panose="020B0004020202020204" pitchFamily="34" charset="0"/>
                <a:cs typeface="Times New Roman" panose="02020603050405020304" pitchFamily="18" charset="0"/>
              </a:rPr>
              <a:t>SHAP</a:t>
            </a:r>
            <a:r>
              <a:rPr lang="en-US" sz="1800" kern="100">
                <a:effectLst/>
                <a:latin typeface="Aptos" panose="020B0004020202020204" pitchFamily="34" charset="0"/>
                <a:ea typeface="Aptos" panose="020B0004020202020204" pitchFamily="34" charset="0"/>
                <a:cs typeface="Times New Roman" panose="02020603050405020304" pitchFamily="18" charset="0"/>
              </a:rPr>
              <a:t> for generating explanations of complex model predictions</a:t>
            </a:r>
            <a:endParaRPr lang="en-US" sz="1800" kern="100">
              <a:latin typeface="Aptos" panose="020B0004020202020204" pitchFamily="34" charset="0"/>
              <a:ea typeface="Aptos" panose="020B0004020202020204" pitchFamily="34" charset="0"/>
              <a:cs typeface="Times New Roman" panose="02020603050405020304" pitchFamily="18" charset="0"/>
            </a:endParaRPr>
          </a:p>
          <a:p>
            <a:pPr lvl="2"/>
            <a:r>
              <a:rPr lang="en-US" sz="1800" kern="100">
                <a:effectLst/>
                <a:latin typeface="Aptos" panose="020B0004020202020204" pitchFamily="34" charset="0"/>
                <a:ea typeface="Aptos" panose="020B0004020202020204" pitchFamily="34" charset="0"/>
                <a:cs typeface="Times New Roman" panose="02020603050405020304" pitchFamily="18" charset="0"/>
              </a:rPr>
              <a:t>Develop user interfaces using </a:t>
            </a:r>
            <a:r>
              <a:rPr lang="en-US" sz="1800" b="1" kern="100" err="1">
                <a:effectLst/>
                <a:latin typeface="Aptos" panose="020B0004020202020204" pitchFamily="34" charset="0"/>
                <a:ea typeface="Aptos" panose="020B0004020202020204" pitchFamily="34" charset="0"/>
                <a:cs typeface="Times New Roman" panose="02020603050405020304" pitchFamily="18" charset="0"/>
              </a:rPr>
              <a:t>Streamlit</a:t>
            </a:r>
            <a:r>
              <a:rPr lang="en-US" sz="1800" kern="100">
                <a:effectLst/>
                <a:latin typeface="Aptos" panose="020B0004020202020204" pitchFamily="34" charset="0"/>
                <a:ea typeface="Aptos" panose="020B0004020202020204" pitchFamily="34" charset="0"/>
                <a:cs typeface="Times New Roman" panose="02020603050405020304" pitchFamily="18" charset="0"/>
              </a:rPr>
              <a:t> that allow users to query model decisions</a:t>
            </a:r>
            <a:endParaRPr lang="en-US" kern="100">
              <a:effectLst/>
              <a:ea typeface="Aptos" panose="020B0004020202020204" pitchFamily="34" charset="0"/>
              <a:cs typeface="Times New Roman" panose="02020603050405020304" pitchFamily="18" charset="0"/>
            </a:endParaRPr>
          </a:p>
          <a:p>
            <a:pPr lvl="1"/>
            <a:r>
              <a:rPr lang="en-US" kern="100">
                <a:solidFill>
                  <a:srgbClr val="179C7D"/>
                </a:solidFill>
                <a:effectLst/>
                <a:ea typeface="Aptos" panose="020B0004020202020204" pitchFamily="34" charset="0"/>
                <a:cs typeface="Times New Roman" panose="02020603050405020304" pitchFamily="18" charset="0"/>
              </a:rPr>
              <a:t>Log each model prediction and the data inputs that influenced it </a:t>
            </a:r>
            <a:r>
              <a:rPr lang="en-US" kern="100">
                <a:effectLst/>
                <a:ea typeface="Aptos" panose="020B0004020202020204" pitchFamily="34" charset="0"/>
                <a:cs typeface="Times New Roman" panose="02020603050405020304" pitchFamily="18" charset="0"/>
              </a:rPr>
              <a:t>to maintain transparency (ex. </a:t>
            </a:r>
            <a:r>
              <a:rPr lang="en-US" b="1" kern="100" err="1">
                <a:effectLst/>
                <a:ea typeface="Aptos" panose="020B0004020202020204" pitchFamily="34" charset="0"/>
                <a:cs typeface="Times New Roman" panose="02020603050405020304" pitchFamily="18" charset="0"/>
              </a:rPr>
              <a:t>MLflow</a:t>
            </a:r>
            <a:r>
              <a:rPr lang="en-US" kern="100">
                <a:effectLst/>
                <a:ea typeface="Aptos" panose="020B0004020202020204" pitchFamily="34" charset="0"/>
                <a:cs typeface="Times New Roman" panose="02020603050405020304" pitchFamily="18" charset="0"/>
              </a:rPr>
              <a:t>).</a:t>
            </a:r>
            <a:endParaRPr lang="pt-PT" kern="100">
              <a:ea typeface="Aptos" panose="020B0004020202020204" pitchFamily="34" charset="0"/>
              <a:cs typeface="Times New Roman" panose="02020603050405020304" pitchFamily="18" charset="0"/>
            </a:endParaRPr>
          </a:p>
          <a:p>
            <a:pPr lvl="1"/>
            <a:r>
              <a:rPr lang="en-US" b="1" kern="100">
                <a:effectLst/>
                <a:ea typeface="Aptos" panose="020B0004020202020204" pitchFamily="34" charset="0"/>
                <a:cs typeface="Times New Roman" panose="02020603050405020304" pitchFamily="18" charset="0"/>
              </a:rPr>
              <a:t>Human Oversight</a:t>
            </a:r>
            <a:r>
              <a:rPr lang="en-US" kern="100">
                <a:effectLst/>
                <a:ea typeface="Aptos" panose="020B0004020202020204" pitchFamily="34" charset="0"/>
                <a:cs typeface="Times New Roman" panose="02020603050405020304" pitchFamily="18" charset="0"/>
              </a:rPr>
              <a:t>: Provide an </a:t>
            </a:r>
            <a:r>
              <a:rPr lang="en-US" kern="100">
                <a:solidFill>
                  <a:srgbClr val="179C7D"/>
                </a:solidFill>
                <a:effectLst/>
                <a:ea typeface="Aptos" panose="020B0004020202020204" pitchFamily="34" charset="0"/>
                <a:cs typeface="Times New Roman" panose="02020603050405020304" pitchFamily="18" charset="0"/>
              </a:rPr>
              <a:t>interface for human operators </a:t>
            </a:r>
            <a:r>
              <a:rPr lang="en-US" kern="100">
                <a:effectLst/>
                <a:ea typeface="Aptos" panose="020B0004020202020204" pitchFamily="34" charset="0"/>
                <a:cs typeface="Times New Roman" panose="02020603050405020304" pitchFamily="18" charset="0"/>
              </a:rPr>
              <a:t>to review and override AI decisions as needed.</a:t>
            </a:r>
            <a:endParaRPr lang="pt-PT" kern="100">
              <a:effectLst/>
              <a:ea typeface="Aptos" panose="020B0004020202020204" pitchFamily="34"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43366158-3DEC-5883-1A78-DD225D95F6CF}"/>
              </a:ext>
            </a:extLst>
          </p:cNvPr>
          <p:cNvSpPr>
            <a:spLocks noGrp="1"/>
          </p:cNvSpPr>
          <p:nvPr>
            <p:ph type="sldNum" sz="quarter" idx="4"/>
          </p:nvPr>
        </p:nvSpPr>
        <p:spPr/>
        <p:txBody>
          <a:bodyPr/>
          <a:lstStyle/>
          <a:p>
            <a:pPr>
              <a:spcBef>
                <a:spcPct val="50000"/>
              </a:spcBef>
              <a:spcAft>
                <a:spcPct val="0"/>
              </a:spcAft>
              <a:buFontTx/>
              <a:buNone/>
            </a:pPr>
            <a:r>
              <a:rPr lang="en-US"/>
              <a:t>Page </a:t>
            </a:r>
            <a:fld id="{A06316EC-39FF-4C97-AA6E-29B761CE3E45}" type="slidenum">
              <a:rPr lang="en-US" smtClean="0"/>
              <a:pPr>
                <a:spcBef>
                  <a:spcPct val="50000"/>
                </a:spcBef>
                <a:spcAft>
                  <a:spcPct val="0"/>
                </a:spcAft>
                <a:buFontTx/>
                <a:buNone/>
              </a:pPr>
              <a:t>31</a:t>
            </a:fld>
            <a:endParaRPr lang="en-US"/>
          </a:p>
        </p:txBody>
      </p:sp>
      <p:sp>
        <p:nvSpPr>
          <p:cNvPr id="6" name="TextBox 5">
            <a:extLst>
              <a:ext uri="{FF2B5EF4-FFF2-40B4-BE49-F238E27FC236}">
                <a16:creationId xmlns:a16="http://schemas.microsoft.com/office/drawing/2014/main" id="{24DBFB45-B1DB-44F2-4A7C-742B8356DCB5}"/>
              </a:ext>
            </a:extLst>
          </p:cNvPr>
          <p:cNvSpPr txBox="1"/>
          <p:nvPr/>
        </p:nvSpPr>
        <p:spPr>
          <a:xfrm>
            <a:off x="477838" y="5765105"/>
            <a:ext cx="9142412" cy="338554"/>
          </a:xfrm>
          <a:prstGeom prst="rect">
            <a:avLst/>
          </a:prstGeom>
          <a:noFill/>
        </p:spPr>
        <p:txBody>
          <a:bodyPr wrap="square">
            <a:spAutoFit/>
          </a:bodyPr>
          <a:lstStyle/>
          <a:p>
            <a:pPr marL="0" indent="0">
              <a:buNone/>
            </a:pPr>
            <a:r>
              <a:rPr lang="en-US" sz="1600" b="1" i="1"/>
              <a:t>Related Standards/Regulations</a:t>
            </a:r>
            <a:r>
              <a:rPr lang="en-US" sz="1600" i="1"/>
              <a:t>: </a:t>
            </a:r>
            <a:r>
              <a:rPr lang="it-IT" sz="1600" i="1"/>
              <a:t>ISO/IEC 5338:2023, AI Act, MDR</a:t>
            </a:r>
            <a:endParaRPr lang="en-PT" sz="1600" i="1"/>
          </a:p>
        </p:txBody>
      </p:sp>
    </p:spTree>
    <p:extLst>
      <p:ext uri="{BB962C8B-B14F-4D97-AF65-F5344CB8AC3E}">
        <p14:creationId xmlns:p14="http://schemas.microsoft.com/office/powerpoint/2010/main" val="29859675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9AE356-A872-CBE8-2D83-2C94641967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8EE73E-B0EF-7802-7284-A708CB9273CE}"/>
              </a:ext>
            </a:extLst>
          </p:cNvPr>
          <p:cNvSpPr>
            <a:spLocks noGrp="1"/>
          </p:cNvSpPr>
          <p:nvPr>
            <p:ph type="title"/>
          </p:nvPr>
        </p:nvSpPr>
        <p:spPr/>
        <p:txBody>
          <a:bodyPr/>
          <a:lstStyle/>
          <a:p>
            <a:r>
              <a:rPr lang="pt-PT" err="1"/>
              <a:t>Compliance</a:t>
            </a:r>
            <a:r>
              <a:rPr lang="pt-PT"/>
              <a:t> </a:t>
            </a:r>
            <a:r>
              <a:rPr lang="pt-PT" err="1"/>
              <a:t>with</a:t>
            </a:r>
            <a:r>
              <a:rPr lang="pt-PT"/>
              <a:t> standards </a:t>
            </a:r>
            <a:r>
              <a:rPr lang="pt-PT" err="1"/>
              <a:t>and</a:t>
            </a:r>
            <a:r>
              <a:rPr lang="pt-PT"/>
              <a:t> </a:t>
            </a:r>
            <a:r>
              <a:rPr lang="pt-PT" err="1"/>
              <a:t>regulations</a:t>
            </a:r>
            <a:endParaRPr lang="en-PT"/>
          </a:p>
        </p:txBody>
      </p:sp>
      <p:sp>
        <p:nvSpPr>
          <p:cNvPr id="3" name="Text Placeholder 2">
            <a:extLst>
              <a:ext uri="{FF2B5EF4-FFF2-40B4-BE49-F238E27FC236}">
                <a16:creationId xmlns:a16="http://schemas.microsoft.com/office/drawing/2014/main" id="{C7593C1A-E089-2718-E8D7-3D8448B0F281}"/>
              </a:ext>
            </a:extLst>
          </p:cNvPr>
          <p:cNvSpPr>
            <a:spLocks noGrp="1"/>
          </p:cNvSpPr>
          <p:nvPr>
            <p:ph type="body" sz="quarter" idx="10"/>
          </p:nvPr>
        </p:nvSpPr>
        <p:spPr/>
        <p:txBody>
          <a:bodyPr/>
          <a:lstStyle/>
          <a:p>
            <a:r>
              <a:rPr lang="pt-PT" err="1"/>
              <a:t>Actions</a:t>
            </a:r>
            <a:r>
              <a:rPr lang="pt-PT"/>
              <a:t> for </a:t>
            </a:r>
            <a:r>
              <a:rPr lang="pt-PT" err="1"/>
              <a:t>developers</a:t>
            </a:r>
            <a:endParaRPr lang="en-PT"/>
          </a:p>
        </p:txBody>
      </p:sp>
      <p:sp>
        <p:nvSpPr>
          <p:cNvPr id="4" name="Content Placeholder 3">
            <a:extLst>
              <a:ext uri="{FF2B5EF4-FFF2-40B4-BE49-F238E27FC236}">
                <a16:creationId xmlns:a16="http://schemas.microsoft.com/office/drawing/2014/main" id="{C8330783-60F1-72EA-129C-5FAB5D30BF55}"/>
              </a:ext>
            </a:extLst>
          </p:cNvPr>
          <p:cNvSpPr>
            <a:spLocks noGrp="1"/>
          </p:cNvSpPr>
          <p:nvPr>
            <p:ph idx="1"/>
          </p:nvPr>
        </p:nvSpPr>
        <p:spPr/>
        <p:txBody>
          <a:bodyPr/>
          <a:lstStyle/>
          <a:p>
            <a:pPr marL="0" indent="0">
              <a:buNone/>
            </a:pPr>
            <a:r>
              <a:rPr lang="en-US" b="1"/>
              <a:t>STEP 4 : </a:t>
            </a:r>
            <a:r>
              <a:rPr lang="en-US" sz="1800" b="1">
                <a:effectLst/>
                <a:latin typeface="Aptos" panose="020B0004020202020204" pitchFamily="34" charset="0"/>
                <a:ea typeface="Aptos" panose="020B0004020202020204" pitchFamily="34" charset="0"/>
                <a:cs typeface="Times New Roman" panose="02020603050405020304" pitchFamily="18" charset="0"/>
              </a:rPr>
              <a:t>Model Validation and Testing</a:t>
            </a:r>
            <a:endParaRPr lang="en-US" b="1"/>
          </a:p>
          <a:p>
            <a:r>
              <a:rPr lang="en-US" b="1"/>
              <a:t>Action</a:t>
            </a:r>
            <a:r>
              <a:rPr lang="en-US" b="1">
                <a:latin typeface="+mj-lt"/>
              </a:rPr>
              <a:t>: </a:t>
            </a:r>
            <a:r>
              <a:rPr lang="en-US">
                <a:effectLst/>
                <a:latin typeface="+mj-lt"/>
                <a:ea typeface="Aptos" panose="020B0004020202020204" pitchFamily="34" charset="0"/>
                <a:cs typeface="Times New Roman" panose="02020603050405020304" pitchFamily="18" charset="0"/>
              </a:rPr>
              <a:t>Integrate thorough model validation into your development process.</a:t>
            </a:r>
            <a:endParaRPr lang="en-US">
              <a:latin typeface="+mj-lt"/>
            </a:endParaRPr>
          </a:p>
          <a:p>
            <a:r>
              <a:rPr lang="en-US" b="1"/>
              <a:t>How</a:t>
            </a:r>
            <a:r>
              <a:rPr lang="en-US"/>
              <a:t>: </a:t>
            </a:r>
            <a:endParaRPr lang="pt-PT"/>
          </a:p>
          <a:p>
            <a:pPr lvl="1"/>
            <a:r>
              <a:rPr lang="en-US" kern="100">
                <a:effectLst/>
                <a:ea typeface="Aptos" panose="020B0004020202020204" pitchFamily="34" charset="0"/>
                <a:cs typeface="Times New Roman" panose="02020603050405020304" pitchFamily="18" charset="0"/>
              </a:rPr>
              <a:t>Regularly </a:t>
            </a:r>
            <a:r>
              <a:rPr lang="en-US" kern="100">
                <a:solidFill>
                  <a:srgbClr val="179C7D"/>
                </a:solidFill>
                <a:effectLst/>
                <a:ea typeface="Aptos" panose="020B0004020202020204" pitchFamily="34" charset="0"/>
                <a:cs typeface="Times New Roman" panose="02020603050405020304" pitchFamily="18" charset="0"/>
              </a:rPr>
              <a:t>test models for accuracy, fairness, and safety</a:t>
            </a:r>
            <a:r>
              <a:rPr lang="en-US" kern="100">
                <a:effectLst/>
                <a:ea typeface="Aptos" panose="020B0004020202020204" pitchFamily="34" charset="0"/>
                <a:cs typeface="Times New Roman" panose="02020603050405020304" pitchFamily="18" charset="0"/>
              </a:rPr>
              <a:t> through unit tests, integration tests and functional tests (ex. </a:t>
            </a:r>
            <a:r>
              <a:rPr lang="en-US" b="1" kern="100" err="1">
                <a:effectLst/>
                <a:ea typeface="Aptos" panose="020B0004020202020204" pitchFamily="34" charset="0"/>
                <a:cs typeface="Times New Roman" panose="02020603050405020304" pitchFamily="18" charset="0"/>
              </a:rPr>
              <a:t>Deepckecks</a:t>
            </a:r>
            <a:r>
              <a:rPr lang="en-US" kern="100">
                <a:effectLst/>
                <a:ea typeface="Aptos" panose="020B0004020202020204" pitchFamily="34" charset="0"/>
                <a:cs typeface="Times New Roman" panose="02020603050405020304" pitchFamily="18" charset="0"/>
              </a:rPr>
              <a:t>).</a:t>
            </a:r>
          </a:p>
          <a:p>
            <a:pPr lvl="1"/>
            <a:r>
              <a:rPr lang="en-US" b="1">
                <a:effectLst/>
                <a:ea typeface="Aptos" panose="020B0004020202020204" pitchFamily="34" charset="0"/>
                <a:cs typeface="Times New Roman" panose="02020603050405020304" pitchFamily="18" charset="0"/>
              </a:rPr>
              <a:t>Clinical Evaluation (MDR)</a:t>
            </a:r>
            <a:r>
              <a:rPr lang="en-US">
                <a:effectLst/>
                <a:ea typeface="Aptos" panose="020B0004020202020204" pitchFamily="34" charset="0"/>
                <a:cs typeface="Times New Roman" panose="02020603050405020304" pitchFamily="18" charset="0"/>
              </a:rPr>
              <a:t>: For medical AI systems, ensure models are validated against real-world clinical data and document all evaluation results.</a:t>
            </a:r>
            <a:endParaRPr lang="pt-PT" kern="100">
              <a:effectLst/>
              <a:ea typeface="Aptos" panose="020B0004020202020204" pitchFamily="34"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3E62044B-B02A-F826-47EC-54BCF9C1A12B}"/>
              </a:ext>
            </a:extLst>
          </p:cNvPr>
          <p:cNvSpPr>
            <a:spLocks noGrp="1"/>
          </p:cNvSpPr>
          <p:nvPr>
            <p:ph type="sldNum" sz="quarter" idx="4"/>
          </p:nvPr>
        </p:nvSpPr>
        <p:spPr/>
        <p:txBody>
          <a:bodyPr/>
          <a:lstStyle/>
          <a:p>
            <a:pPr>
              <a:spcBef>
                <a:spcPct val="50000"/>
              </a:spcBef>
              <a:spcAft>
                <a:spcPct val="0"/>
              </a:spcAft>
              <a:buFontTx/>
              <a:buNone/>
            </a:pPr>
            <a:r>
              <a:rPr lang="en-US"/>
              <a:t>Page </a:t>
            </a:r>
            <a:fld id="{A06316EC-39FF-4C97-AA6E-29B761CE3E45}" type="slidenum">
              <a:rPr lang="en-US" smtClean="0"/>
              <a:pPr>
                <a:spcBef>
                  <a:spcPct val="50000"/>
                </a:spcBef>
                <a:spcAft>
                  <a:spcPct val="0"/>
                </a:spcAft>
                <a:buFontTx/>
                <a:buNone/>
              </a:pPr>
              <a:t>32</a:t>
            </a:fld>
            <a:endParaRPr lang="en-US"/>
          </a:p>
        </p:txBody>
      </p:sp>
      <p:sp>
        <p:nvSpPr>
          <p:cNvPr id="6" name="TextBox 5">
            <a:extLst>
              <a:ext uri="{FF2B5EF4-FFF2-40B4-BE49-F238E27FC236}">
                <a16:creationId xmlns:a16="http://schemas.microsoft.com/office/drawing/2014/main" id="{9ABBADDB-9984-305F-76A2-42489F2B672D}"/>
              </a:ext>
            </a:extLst>
          </p:cNvPr>
          <p:cNvSpPr txBox="1"/>
          <p:nvPr/>
        </p:nvSpPr>
        <p:spPr>
          <a:xfrm>
            <a:off x="477838" y="5765105"/>
            <a:ext cx="9142412" cy="338554"/>
          </a:xfrm>
          <a:prstGeom prst="rect">
            <a:avLst/>
          </a:prstGeom>
          <a:noFill/>
        </p:spPr>
        <p:txBody>
          <a:bodyPr wrap="square">
            <a:spAutoFit/>
          </a:bodyPr>
          <a:lstStyle/>
          <a:p>
            <a:pPr marL="0" indent="0">
              <a:buNone/>
            </a:pPr>
            <a:r>
              <a:rPr lang="en-US" sz="1600" b="1" i="1"/>
              <a:t>Related Standards/Regulations</a:t>
            </a:r>
            <a:r>
              <a:rPr lang="en-US" sz="1600" i="1"/>
              <a:t>: </a:t>
            </a:r>
            <a:r>
              <a:rPr lang="it-IT" sz="1600" i="1"/>
              <a:t>ISO/IEC 5338:2023, AI Act, MDR</a:t>
            </a:r>
            <a:endParaRPr lang="en-PT" sz="1600" i="1"/>
          </a:p>
        </p:txBody>
      </p:sp>
    </p:spTree>
    <p:extLst>
      <p:ext uri="{BB962C8B-B14F-4D97-AF65-F5344CB8AC3E}">
        <p14:creationId xmlns:p14="http://schemas.microsoft.com/office/powerpoint/2010/main" val="18393953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189A3-4875-FB38-0583-332ED81590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A88F37-061F-C009-9D39-0FA6A8C03053}"/>
              </a:ext>
            </a:extLst>
          </p:cNvPr>
          <p:cNvSpPr>
            <a:spLocks noGrp="1"/>
          </p:cNvSpPr>
          <p:nvPr>
            <p:ph type="title"/>
          </p:nvPr>
        </p:nvSpPr>
        <p:spPr/>
        <p:txBody>
          <a:bodyPr/>
          <a:lstStyle/>
          <a:p>
            <a:r>
              <a:rPr lang="pt-PT" err="1"/>
              <a:t>Compliance</a:t>
            </a:r>
            <a:r>
              <a:rPr lang="pt-PT"/>
              <a:t> </a:t>
            </a:r>
            <a:r>
              <a:rPr lang="pt-PT" err="1"/>
              <a:t>with</a:t>
            </a:r>
            <a:r>
              <a:rPr lang="pt-PT"/>
              <a:t> standards </a:t>
            </a:r>
            <a:r>
              <a:rPr lang="pt-PT" err="1"/>
              <a:t>and</a:t>
            </a:r>
            <a:r>
              <a:rPr lang="pt-PT"/>
              <a:t> </a:t>
            </a:r>
            <a:r>
              <a:rPr lang="pt-PT" err="1"/>
              <a:t>regulations</a:t>
            </a:r>
            <a:endParaRPr lang="en-PT"/>
          </a:p>
        </p:txBody>
      </p:sp>
      <p:sp>
        <p:nvSpPr>
          <p:cNvPr id="3" name="Text Placeholder 2">
            <a:extLst>
              <a:ext uri="{FF2B5EF4-FFF2-40B4-BE49-F238E27FC236}">
                <a16:creationId xmlns:a16="http://schemas.microsoft.com/office/drawing/2014/main" id="{05206906-8892-AF5E-2F2C-AEC2E364199C}"/>
              </a:ext>
            </a:extLst>
          </p:cNvPr>
          <p:cNvSpPr>
            <a:spLocks noGrp="1"/>
          </p:cNvSpPr>
          <p:nvPr>
            <p:ph type="body" sz="quarter" idx="10"/>
          </p:nvPr>
        </p:nvSpPr>
        <p:spPr/>
        <p:txBody>
          <a:bodyPr/>
          <a:lstStyle/>
          <a:p>
            <a:r>
              <a:rPr lang="pt-PT" err="1"/>
              <a:t>Actions</a:t>
            </a:r>
            <a:r>
              <a:rPr lang="pt-PT"/>
              <a:t> for </a:t>
            </a:r>
            <a:r>
              <a:rPr lang="pt-PT" err="1"/>
              <a:t>developers</a:t>
            </a:r>
            <a:endParaRPr lang="en-PT"/>
          </a:p>
        </p:txBody>
      </p:sp>
      <p:sp>
        <p:nvSpPr>
          <p:cNvPr id="4" name="Content Placeholder 3">
            <a:extLst>
              <a:ext uri="{FF2B5EF4-FFF2-40B4-BE49-F238E27FC236}">
                <a16:creationId xmlns:a16="http://schemas.microsoft.com/office/drawing/2014/main" id="{1CA0605B-7665-D89F-82BE-FB70F560F087}"/>
              </a:ext>
            </a:extLst>
          </p:cNvPr>
          <p:cNvSpPr>
            <a:spLocks noGrp="1"/>
          </p:cNvSpPr>
          <p:nvPr>
            <p:ph idx="1"/>
          </p:nvPr>
        </p:nvSpPr>
        <p:spPr/>
        <p:txBody>
          <a:bodyPr/>
          <a:lstStyle/>
          <a:p>
            <a:pPr marL="0" indent="0">
              <a:buNone/>
            </a:pPr>
            <a:r>
              <a:rPr lang="en-US" b="1"/>
              <a:t>STEP 5 : </a:t>
            </a:r>
            <a:r>
              <a:rPr lang="en-US" sz="1800" b="1">
                <a:effectLst/>
                <a:latin typeface="Aptos" panose="020B0004020202020204" pitchFamily="34" charset="0"/>
                <a:ea typeface="Aptos" panose="020B0004020202020204" pitchFamily="34" charset="0"/>
                <a:cs typeface="Times New Roman" panose="02020603050405020304" pitchFamily="18" charset="0"/>
              </a:rPr>
              <a:t>Ensure Post-Deployment Monitoring and Maintenance</a:t>
            </a:r>
            <a:endParaRPr lang="en-US" b="1"/>
          </a:p>
          <a:p>
            <a:r>
              <a:rPr lang="en-US" b="1">
                <a:latin typeface="+mj-lt"/>
              </a:rPr>
              <a:t>Action: </a:t>
            </a:r>
            <a:r>
              <a:rPr lang="en-US">
                <a:effectLst/>
                <a:latin typeface="+mj-lt"/>
                <a:ea typeface="Aptos" panose="020B0004020202020204" pitchFamily="34" charset="0"/>
                <a:cs typeface="Times New Roman" panose="02020603050405020304" pitchFamily="18" charset="0"/>
              </a:rPr>
              <a:t>Continuously monitor deployed models to ensure they perform safely and reliably.</a:t>
            </a:r>
            <a:endParaRPr lang="en-US">
              <a:latin typeface="+mj-lt"/>
            </a:endParaRPr>
          </a:p>
          <a:p>
            <a:r>
              <a:rPr lang="en-US" b="1"/>
              <a:t>How</a:t>
            </a:r>
            <a:r>
              <a:rPr lang="en-US"/>
              <a:t>: </a:t>
            </a:r>
            <a:endParaRPr lang="pt-PT"/>
          </a:p>
          <a:p>
            <a:pPr lvl="1"/>
            <a:r>
              <a:rPr lang="en-US" kern="100">
                <a:solidFill>
                  <a:srgbClr val="179C7D"/>
                </a:solidFill>
                <a:effectLst/>
                <a:ea typeface="Aptos" panose="020B0004020202020204" pitchFamily="34" charset="0"/>
                <a:cs typeface="Times New Roman" panose="02020603050405020304" pitchFamily="18" charset="0"/>
              </a:rPr>
              <a:t>Track model performance</a:t>
            </a:r>
            <a:r>
              <a:rPr lang="en-US" kern="100">
                <a:latin typeface="Aptos" panose="020B0004020202020204" pitchFamily="34" charset="0"/>
                <a:ea typeface="Aptos" panose="020B0004020202020204" pitchFamily="34" charset="0"/>
                <a:cs typeface="Times New Roman" panose="02020603050405020304" pitchFamily="18" charset="0"/>
              </a:rPr>
              <a:t>,</a:t>
            </a:r>
            <a:r>
              <a:rPr lang="en-US" kern="100">
                <a:effectLst/>
                <a:ea typeface="Aptos" panose="020B0004020202020204" pitchFamily="34" charset="0"/>
                <a:cs typeface="Times New Roman" panose="02020603050405020304" pitchFamily="18" charset="0"/>
              </a:rPr>
              <a:t> detecting and responding to anomalies.</a:t>
            </a:r>
          </a:p>
          <a:p>
            <a:pPr lvl="1"/>
            <a:r>
              <a:rPr lang="en-US" sz="1800" kern="100">
                <a:effectLst/>
                <a:latin typeface="Aptos" panose="020B0004020202020204" pitchFamily="34" charset="0"/>
                <a:ea typeface="Aptos" panose="020B0004020202020204" pitchFamily="34" charset="0"/>
                <a:cs typeface="Times New Roman" panose="02020603050405020304" pitchFamily="18" charset="0"/>
              </a:rPr>
              <a:t>Set up </a:t>
            </a:r>
            <a:r>
              <a:rPr lang="en-US" sz="1800" kern="100">
                <a:solidFill>
                  <a:srgbClr val="179C7D"/>
                </a:solidFill>
                <a:effectLst/>
                <a:latin typeface="Aptos" panose="020B0004020202020204" pitchFamily="34" charset="0"/>
                <a:ea typeface="Aptos" panose="020B0004020202020204" pitchFamily="34" charset="0"/>
                <a:cs typeface="Times New Roman" panose="02020603050405020304" pitchFamily="18" charset="0"/>
              </a:rPr>
              <a:t>incident logging and alerts</a:t>
            </a:r>
            <a:r>
              <a:rPr lang="en-US" sz="1800" kern="100">
                <a:effectLst/>
                <a:latin typeface="Aptos" panose="020B0004020202020204" pitchFamily="34" charset="0"/>
                <a:ea typeface="Aptos" panose="020B0004020202020204" pitchFamily="34" charset="0"/>
                <a:cs typeface="Times New Roman" panose="02020603050405020304" pitchFamily="18" charset="0"/>
              </a:rPr>
              <a:t> for performance degradations or bias issues, ensuring that relevant stakeholders are notified for quick remediation (ex. </a:t>
            </a:r>
            <a:r>
              <a:rPr lang="en-US" sz="1800" b="1" kern="100">
                <a:effectLst/>
                <a:latin typeface="Aptos" panose="020B0004020202020204" pitchFamily="34" charset="0"/>
                <a:ea typeface="Aptos" panose="020B0004020202020204" pitchFamily="34" charset="0"/>
                <a:cs typeface="Times New Roman" panose="02020603050405020304" pitchFamily="18" charset="0"/>
              </a:rPr>
              <a:t>Evidently AI)</a:t>
            </a:r>
            <a:r>
              <a:rPr lang="en-US" sz="1800" kern="100">
                <a:effectLst/>
                <a:latin typeface="Aptos" panose="020B0004020202020204" pitchFamily="34" charset="0"/>
                <a:ea typeface="Aptos" panose="020B0004020202020204" pitchFamily="34" charset="0"/>
                <a:cs typeface="Times New Roman" panose="02020603050405020304" pitchFamily="18" charset="0"/>
              </a:rPr>
              <a:t>.</a:t>
            </a:r>
            <a:endParaRPr lang="pt-PT" sz="1800" kern="100">
              <a:effectLst/>
              <a:latin typeface="Aptos" panose="020B0004020202020204" pitchFamily="34" charset="0"/>
              <a:ea typeface="Aptos" panose="020B0004020202020204" pitchFamily="34" charset="0"/>
              <a:cs typeface="Times New Roman" panose="02020603050405020304" pitchFamily="18" charset="0"/>
            </a:endParaRPr>
          </a:p>
          <a:p>
            <a:pPr lvl="1"/>
            <a:r>
              <a:rPr lang="en-US" kern="100">
                <a:solidFill>
                  <a:srgbClr val="179C7D"/>
                </a:solidFill>
                <a:effectLst/>
                <a:ea typeface="Aptos" panose="020B0004020202020204" pitchFamily="34" charset="0"/>
                <a:cs typeface="Times New Roman" panose="02020603050405020304" pitchFamily="18" charset="0"/>
              </a:rPr>
              <a:t>Automate updates and model retraining </a:t>
            </a:r>
            <a:r>
              <a:rPr lang="en-US" kern="100">
                <a:effectLst/>
                <a:ea typeface="Aptos" panose="020B0004020202020204" pitchFamily="34" charset="0"/>
                <a:cs typeface="Times New Roman" panose="02020603050405020304" pitchFamily="18" charset="0"/>
              </a:rPr>
              <a:t>(ex. </a:t>
            </a:r>
            <a:r>
              <a:rPr lang="en-US" sz="1800" b="1" kern="100">
                <a:effectLst/>
                <a:latin typeface="Aptos" panose="020B0004020202020204" pitchFamily="34" charset="0"/>
                <a:ea typeface="Aptos" panose="020B0004020202020204" pitchFamily="34" charset="0"/>
                <a:cs typeface="Times New Roman" panose="02020603050405020304" pitchFamily="18" charset="0"/>
              </a:rPr>
              <a:t>Seldon Core</a:t>
            </a:r>
            <a:r>
              <a:rPr lang="en-US" kern="100">
                <a:latin typeface="Aptos" panose="020B0004020202020204" pitchFamily="34" charset="0"/>
                <a:ea typeface="Aptos" panose="020B0004020202020204" pitchFamily="34" charset="0"/>
                <a:cs typeface="Times New Roman" panose="02020603050405020304" pitchFamily="18" charset="0"/>
              </a:rPr>
              <a:t>)</a:t>
            </a:r>
            <a:r>
              <a:rPr lang="en-US" b="1" kern="100">
                <a:latin typeface="Aptos" panose="020B0004020202020204" pitchFamily="34" charset="0"/>
                <a:ea typeface="Aptos" panose="020B0004020202020204" pitchFamily="34" charset="0"/>
                <a:cs typeface="Times New Roman" panose="02020603050405020304" pitchFamily="18" charset="0"/>
              </a:rPr>
              <a:t> </a:t>
            </a:r>
            <a:r>
              <a:rPr lang="en-US" kern="100">
                <a:effectLst/>
                <a:ea typeface="Aptos" panose="020B0004020202020204" pitchFamily="34" charset="0"/>
                <a:cs typeface="Times New Roman" panose="02020603050405020304" pitchFamily="18" charset="0"/>
              </a:rPr>
              <a:t>when performance metrics fall below acceptable levels, ensuring ongoing compliance with </a:t>
            </a:r>
            <a:r>
              <a:rPr lang="en-US" b="1" kern="100">
                <a:effectLst/>
                <a:ea typeface="Aptos" panose="020B0004020202020204" pitchFamily="34" charset="0"/>
                <a:cs typeface="Times New Roman" panose="02020603050405020304" pitchFamily="18" charset="0"/>
              </a:rPr>
              <a:t>MDR</a:t>
            </a:r>
            <a:r>
              <a:rPr lang="en-US" kern="100">
                <a:effectLst/>
                <a:ea typeface="Aptos" panose="020B0004020202020204" pitchFamily="34" charset="0"/>
                <a:cs typeface="Times New Roman" panose="02020603050405020304" pitchFamily="18" charset="0"/>
              </a:rPr>
              <a:t> surveillance requirements.</a:t>
            </a:r>
          </a:p>
          <a:p>
            <a:pPr lvl="1"/>
            <a:r>
              <a:rPr lang="en-US" sz="1800" kern="100">
                <a:solidFill>
                  <a:srgbClr val="179C7D"/>
                </a:solidFill>
                <a:effectLst/>
                <a:latin typeface="Aptos" panose="020B0004020202020204" pitchFamily="34" charset="0"/>
                <a:ea typeface="Aptos" panose="020B0004020202020204" pitchFamily="34" charset="0"/>
                <a:cs typeface="Times New Roman" panose="02020603050405020304" pitchFamily="18" charset="0"/>
              </a:rPr>
              <a:t>Log all updates and performance changes </a:t>
            </a:r>
            <a:r>
              <a:rPr lang="en-US" sz="1800" kern="100">
                <a:effectLst/>
                <a:latin typeface="Aptos" panose="020B0004020202020204" pitchFamily="34" charset="0"/>
                <a:ea typeface="Aptos" panose="020B0004020202020204" pitchFamily="34" charset="0"/>
                <a:cs typeface="Times New Roman" panose="02020603050405020304" pitchFamily="18" charset="0"/>
              </a:rPr>
              <a:t>to maintain a record for </a:t>
            </a:r>
            <a:r>
              <a:rPr lang="en-US" sz="1800" b="1" kern="100">
                <a:effectLst/>
                <a:latin typeface="Aptos" panose="020B0004020202020204" pitchFamily="34" charset="0"/>
                <a:ea typeface="Aptos" panose="020B0004020202020204" pitchFamily="34" charset="0"/>
                <a:cs typeface="Times New Roman" panose="02020603050405020304" pitchFamily="18" charset="0"/>
              </a:rPr>
              <a:t>AI Act</a:t>
            </a:r>
            <a:r>
              <a:rPr lang="en-US" sz="1800" kern="100">
                <a:effectLst/>
                <a:latin typeface="Aptos" panose="020B0004020202020204" pitchFamily="34" charset="0"/>
                <a:ea typeface="Aptos" panose="020B0004020202020204" pitchFamily="34" charset="0"/>
                <a:cs typeface="Times New Roman" panose="02020603050405020304" pitchFamily="18" charset="0"/>
              </a:rPr>
              <a:t> audits and conformity assessments.</a:t>
            </a:r>
            <a:endParaRPr lang="pt-PT" sz="1800" kern="100">
              <a:effectLst/>
              <a:latin typeface="Aptos" panose="020B0004020202020204" pitchFamily="34" charset="0"/>
              <a:ea typeface="Aptos" panose="020B0004020202020204" pitchFamily="34" charset="0"/>
              <a:cs typeface="Times New Roman" panose="02020603050405020304" pitchFamily="18" charset="0"/>
            </a:endParaRPr>
          </a:p>
          <a:p>
            <a:pPr lvl="1"/>
            <a:endParaRPr lang="en-US" kern="100">
              <a:effectLst/>
              <a:ea typeface="Aptos" panose="020B0004020202020204" pitchFamily="34"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27DBEC62-F94A-33EB-F076-694A9546D8D3}"/>
              </a:ext>
            </a:extLst>
          </p:cNvPr>
          <p:cNvSpPr>
            <a:spLocks noGrp="1"/>
          </p:cNvSpPr>
          <p:nvPr>
            <p:ph type="sldNum" sz="quarter" idx="4"/>
          </p:nvPr>
        </p:nvSpPr>
        <p:spPr/>
        <p:txBody>
          <a:bodyPr/>
          <a:lstStyle/>
          <a:p>
            <a:pPr>
              <a:spcBef>
                <a:spcPct val="50000"/>
              </a:spcBef>
              <a:spcAft>
                <a:spcPct val="0"/>
              </a:spcAft>
              <a:buFontTx/>
              <a:buNone/>
            </a:pPr>
            <a:r>
              <a:rPr lang="en-US"/>
              <a:t>Page </a:t>
            </a:r>
            <a:fld id="{A06316EC-39FF-4C97-AA6E-29B761CE3E45}" type="slidenum">
              <a:rPr lang="en-US" smtClean="0"/>
              <a:pPr>
                <a:spcBef>
                  <a:spcPct val="50000"/>
                </a:spcBef>
                <a:spcAft>
                  <a:spcPct val="0"/>
                </a:spcAft>
                <a:buFontTx/>
                <a:buNone/>
              </a:pPr>
              <a:t>33</a:t>
            </a:fld>
            <a:endParaRPr lang="en-US"/>
          </a:p>
        </p:txBody>
      </p:sp>
      <p:sp>
        <p:nvSpPr>
          <p:cNvPr id="6" name="TextBox 5">
            <a:extLst>
              <a:ext uri="{FF2B5EF4-FFF2-40B4-BE49-F238E27FC236}">
                <a16:creationId xmlns:a16="http://schemas.microsoft.com/office/drawing/2014/main" id="{9EDE079D-565A-290A-1CA8-B7D48BB5F1F7}"/>
              </a:ext>
            </a:extLst>
          </p:cNvPr>
          <p:cNvSpPr txBox="1"/>
          <p:nvPr/>
        </p:nvSpPr>
        <p:spPr>
          <a:xfrm>
            <a:off x="477838" y="5765105"/>
            <a:ext cx="9142412" cy="338554"/>
          </a:xfrm>
          <a:prstGeom prst="rect">
            <a:avLst/>
          </a:prstGeom>
          <a:noFill/>
        </p:spPr>
        <p:txBody>
          <a:bodyPr wrap="square">
            <a:spAutoFit/>
          </a:bodyPr>
          <a:lstStyle/>
          <a:p>
            <a:pPr marL="0" indent="0">
              <a:buNone/>
            </a:pPr>
            <a:r>
              <a:rPr lang="en-US" sz="1600" b="1" i="1"/>
              <a:t>Related Standards/Regulations</a:t>
            </a:r>
            <a:r>
              <a:rPr lang="en-US" sz="1600" i="1"/>
              <a:t>: </a:t>
            </a:r>
            <a:r>
              <a:rPr lang="it-IT" sz="1600" i="1"/>
              <a:t>ISO/IEC 42001:2023, MDR, AI Act</a:t>
            </a:r>
            <a:endParaRPr lang="en-PT" sz="1600" i="1"/>
          </a:p>
        </p:txBody>
      </p:sp>
    </p:spTree>
    <p:extLst>
      <p:ext uri="{BB962C8B-B14F-4D97-AF65-F5344CB8AC3E}">
        <p14:creationId xmlns:p14="http://schemas.microsoft.com/office/powerpoint/2010/main" val="30015295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545DC-F370-C0D3-6031-195F59669C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349A0F-31B6-C34E-8193-55B592271FF3}"/>
              </a:ext>
            </a:extLst>
          </p:cNvPr>
          <p:cNvSpPr>
            <a:spLocks noGrp="1"/>
          </p:cNvSpPr>
          <p:nvPr>
            <p:ph type="title"/>
          </p:nvPr>
        </p:nvSpPr>
        <p:spPr/>
        <p:txBody>
          <a:bodyPr/>
          <a:lstStyle/>
          <a:p>
            <a:r>
              <a:rPr lang="pt-PT" err="1"/>
              <a:t>Compliance</a:t>
            </a:r>
            <a:r>
              <a:rPr lang="pt-PT"/>
              <a:t> </a:t>
            </a:r>
            <a:r>
              <a:rPr lang="pt-PT" err="1"/>
              <a:t>with</a:t>
            </a:r>
            <a:r>
              <a:rPr lang="pt-PT"/>
              <a:t> standards </a:t>
            </a:r>
            <a:r>
              <a:rPr lang="pt-PT" err="1"/>
              <a:t>and</a:t>
            </a:r>
            <a:r>
              <a:rPr lang="pt-PT"/>
              <a:t> </a:t>
            </a:r>
            <a:r>
              <a:rPr lang="pt-PT" err="1"/>
              <a:t>regulations</a:t>
            </a:r>
            <a:endParaRPr lang="en-PT"/>
          </a:p>
        </p:txBody>
      </p:sp>
      <p:sp>
        <p:nvSpPr>
          <p:cNvPr id="3" name="Text Placeholder 2">
            <a:extLst>
              <a:ext uri="{FF2B5EF4-FFF2-40B4-BE49-F238E27FC236}">
                <a16:creationId xmlns:a16="http://schemas.microsoft.com/office/drawing/2014/main" id="{39CF3CA2-DE57-387C-AC62-5E1DFCC039D3}"/>
              </a:ext>
            </a:extLst>
          </p:cNvPr>
          <p:cNvSpPr>
            <a:spLocks noGrp="1"/>
          </p:cNvSpPr>
          <p:nvPr>
            <p:ph type="body" sz="quarter" idx="10"/>
          </p:nvPr>
        </p:nvSpPr>
        <p:spPr/>
        <p:txBody>
          <a:bodyPr/>
          <a:lstStyle/>
          <a:p>
            <a:r>
              <a:rPr lang="pt-PT" err="1"/>
              <a:t>Actions</a:t>
            </a:r>
            <a:r>
              <a:rPr lang="pt-PT"/>
              <a:t> for </a:t>
            </a:r>
            <a:r>
              <a:rPr lang="pt-PT" err="1"/>
              <a:t>developers</a:t>
            </a:r>
            <a:endParaRPr lang="en-PT"/>
          </a:p>
        </p:txBody>
      </p:sp>
      <p:sp>
        <p:nvSpPr>
          <p:cNvPr id="4" name="Content Placeholder 3">
            <a:extLst>
              <a:ext uri="{FF2B5EF4-FFF2-40B4-BE49-F238E27FC236}">
                <a16:creationId xmlns:a16="http://schemas.microsoft.com/office/drawing/2014/main" id="{2777431C-65E3-12AD-B5BA-A19BE087F103}"/>
              </a:ext>
            </a:extLst>
          </p:cNvPr>
          <p:cNvSpPr>
            <a:spLocks noGrp="1"/>
          </p:cNvSpPr>
          <p:nvPr>
            <p:ph idx="1"/>
          </p:nvPr>
        </p:nvSpPr>
        <p:spPr/>
        <p:txBody>
          <a:bodyPr/>
          <a:lstStyle/>
          <a:p>
            <a:pPr marL="0" indent="0">
              <a:buNone/>
            </a:pPr>
            <a:r>
              <a:rPr lang="en-US" b="1"/>
              <a:t>STEP 6 : </a:t>
            </a:r>
            <a:r>
              <a:rPr lang="en-US" sz="1800" b="1">
                <a:effectLst/>
                <a:latin typeface="Aptos" panose="020B0004020202020204" pitchFamily="34" charset="0"/>
                <a:ea typeface="Aptos" panose="020B0004020202020204" pitchFamily="34" charset="0"/>
                <a:cs typeface="Times New Roman" panose="02020603050405020304" pitchFamily="18" charset="0"/>
              </a:rPr>
              <a:t>Document Everything and Build for Auditability</a:t>
            </a:r>
            <a:endParaRPr lang="en-US" b="1"/>
          </a:p>
          <a:p>
            <a:r>
              <a:rPr lang="en-US" b="1"/>
              <a:t>Action: </a:t>
            </a:r>
            <a:r>
              <a:rPr lang="en-US" sz="1800">
                <a:effectLst/>
                <a:ea typeface="Aptos" panose="020B0004020202020204" pitchFamily="34" charset="0"/>
                <a:cs typeface="Times New Roman" panose="02020603050405020304" pitchFamily="18" charset="0"/>
              </a:rPr>
              <a:t>Create detailed documentation of your AI system's development and lifecycle.</a:t>
            </a:r>
            <a:endParaRPr lang="en-US"/>
          </a:p>
          <a:p>
            <a:r>
              <a:rPr lang="en-US" b="1"/>
              <a:t>How</a:t>
            </a:r>
            <a:r>
              <a:rPr lang="en-US"/>
              <a:t>: </a:t>
            </a:r>
            <a:endParaRPr lang="pt-PT"/>
          </a:p>
          <a:p>
            <a:pPr lvl="1"/>
            <a:r>
              <a:rPr lang="en-US" kern="100">
                <a:effectLst/>
                <a:ea typeface="Aptos" panose="020B0004020202020204" pitchFamily="34" charset="0"/>
                <a:cs typeface="Times New Roman" panose="02020603050405020304" pitchFamily="18" charset="0"/>
              </a:rPr>
              <a:t>Maintain clear documentation of all </a:t>
            </a:r>
            <a:r>
              <a:rPr lang="en-US" kern="100">
                <a:solidFill>
                  <a:srgbClr val="179C7D"/>
                </a:solidFill>
                <a:effectLst/>
                <a:ea typeface="Aptos" panose="020B0004020202020204" pitchFamily="34" charset="0"/>
                <a:cs typeface="Times New Roman" panose="02020603050405020304" pitchFamily="18" charset="0"/>
              </a:rPr>
              <a:t>data handling, model training, and testing processes</a:t>
            </a:r>
            <a:r>
              <a:rPr lang="en-US" kern="100">
                <a:effectLst/>
                <a:ea typeface="Aptos" panose="020B0004020202020204" pitchFamily="34" charset="0"/>
                <a:cs typeface="Times New Roman" panose="02020603050405020304" pitchFamily="18" charset="0"/>
              </a:rPr>
              <a:t>.</a:t>
            </a:r>
          </a:p>
          <a:p>
            <a:pPr lvl="1"/>
            <a:r>
              <a:rPr lang="en-US" kern="100">
                <a:effectLst/>
                <a:ea typeface="Aptos" panose="020B0004020202020204" pitchFamily="34" charset="0"/>
                <a:cs typeface="Times New Roman" panose="02020603050405020304" pitchFamily="18" charset="0"/>
              </a:rPr>
              <a:t>Use </a:t>
            </a:r>
            <a:r>
              <a:rPr lang="en-US" b="1" kern="100">
                <a:effectLst/>
                <a:ea typeface="Aptos" panose="020B0004020202020204" pitchFamily="34" charset="0"/>
                <a:cs typeface="Times New Roman" panose="02020603050405020304" pitchFamily="18" charset="0"/>
              </a:rPr>
              <a:t>model cards </a:t>
            </a:r>
            <a:r>
              <a:rPr lang="en-US" kern="100">
                <a:effectLst/>
                <a:ea typeface="Aptos" panose="020B0004020202020204" pitchFamily="34" charset="0"/>
                <a:cs typeface="Times New Roman" panose="02020603050405020304" pitchFamily="18" charset="0"/>
              </a:rPr>
              <a:t>to outline the purpose, performance, and ethical considerations for each model.</a:t>
            </a:r>
          </a:p>
        </p:txBody>
      </p:sp>
      <p:sp>
        <p:nvSpPr>
          <p:cNvPr id="5" name="Slide Number Placeholder 4">
            <a:extLst>
              <a:ext uri="{FF2B5EF4-FFF2-40B4-BE49-F238E27FC236}">
                <a16:creationId xmlns:a16="http://schemas.microsoft.com/office/drawing/2014/main" id="{9BF1A112-593C-55CB-B3C6-D8056677C889}"/>
              </a:ext>
            </a:extLst>
          </p:cNvPr>
          <p:cNvSpPr>
            <a:spLocks noGrp="1"/>
          </p:cNvSpPr>
          <p:nvPr>
            <p:ph type="sldNum" sz="quarter" idx="4"/>
          </p:nvPr>
        </p:nvSpPr>
        <p:spPr/>
        <p:txBody>
          <a:bodyPr/>
          <a:lstStyle/>
          <a:p>
            <a:pPr>
              <a:spcBef>
                <a:spcPct val="50000"/>
              </a:spcBef>
              <a:spcAft>
                <a:spcPct val="0"/>
              </a:spcAft>
              <a:buFontTx/>
              <a:buNone/>
            </a:pPr>
            <a:r>
              <a:rPr lang="en-US"/>
              <a:t>Page </a:t>
            </a:r>
            <a:fld id="{A06316EC-39FF-4C97-AA6E-29B761CE3E45}" type="slidenum">
              <a:rPr lang="en-US" smtClean="0"/>
              <a:pPr>
                <a:spcBef>
                  <a:spcPct val="50000"/>
                </a:spcBef>
                <a:spcAft>
                  <a:spcPct val="0"/>
                </a:spcAft>
                <a:buFontTx/>
                <a:buNone/>
              </a:pPr>
              <a:t>34</a:t>
            </a:fld>
            <a:endParaRPr lang="en-US"/>
          </a:p>
        </p:txBody>
      </p:sp>
      <p:sp>
        <p:nvSpPr>
          <p:cNvPr id="6" name="TextBox 5">
            <a:extLst>
              <a:ext uri="{FF2B5EF4-FFF2-40B4-BE49-F238E27FC236}">
                <a16:creationId xmlns:a16="http://schemas.microsoft.com/office/drawing/2014/main" id="{FA086D98-A9C2-472D-BB50-1FCDBF3B39F8}"/>
              </a:ext>
            </a:extLst>
          </p:cNvPr>
          <p:cNvSpPr txBox="1"/>
          <p:nvPr/>
        </p:nvSpPr>
        <p:spPr>
          <a:xfrm>
            <a:off x="477838" y="5765105"/>
            <a:ext cx="9142412" cy="338554"/>
          </a:xfrm>
          <a:prstGeom prst="rect">
            <a:avLst/>
          </a:prstGeom>
          <a:noFill/>
        </p:spPr>
        <p:txBody>
          <a:bodyPr wrap="square">
            <a:spAutoFit/>
          </a:bodyPr>
          <a:lstStyle/>
          <a:p>
            <a:pPr marL="0" indent="0">
              <a:buNone/>
            </a:pPr>
            <a:r>
              <a:rPr lang="en-US" sz="1600" b="1" i="1"/>
              <a:t>Related Standards/Regulations</a:t>
            </a:r>
            <a:r>
              <a:rPr lang="en-US" sz="1600" i="1"/>
              <a:t>: </a:t>
            </a:r>
            <a:r>
              <a:rPr lang="it-IT" sz="1600" i="1"/>
              <a:t>ISO/IEC 42001:2023, MDR, AI Act</a:t>
            </a:r>
            <a:endParaRPr lang="en-PT" sz="1600" i="1"/>
          </a:p>
        </p:txBody>
      </p:sp>
    </p:spTree>
    <p:extLst>
      <p:ext uri="{BB962C8B-B14F-4D97-AF65-F5344CB8AC3E}">
        <p14:creationId xmlns:p14="http://schemas.microsoft.com/office/powerpoint/2010/main" val="32023043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FD4E1D-9DDF-6308-B7A1-B1518A291B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D34AD4-23AC-6A62-A160-4DAA45D8047D}"/>
              </a:ext>
            </a:extLst>
          </p:cNvPr>
          <p:cNvSpPr>
            <a:spLocks noGrp="1"/>
          </p:cNvSpPr>
          <p:nvPr>
            <p:ph type="title"/>
          </p:nvPr>
        </p:nvSpPr>
        <p:spPr/>
        <p:txBody>
          <a:bodyPr/>
          <a:lstStyle/>
          <a:p>
            <a:r>
              <a:rPr lang="pt-PT" err="1"/>
              <a:t>Compliance</a:t>
            </a:r>
            <a:r>
              <a:rPr lang="pt-PT"/>
              <a:t> </a:t>
            </a:r>
            <a:r>
              <a:rPr lang="pt-PT" err="1"/>
              <a:t>with</a:t>
            </a:r>
            <a:r>
              <a:rPr lang="pt-PT"/>
              <a:t> standards </a:t>
            </a:r>
            <a:r>
              <a:rPr lang="pt-PT" err="1"/>
              <a:t>and</a:t>
            </a:r>
            <a:r>
              <a:rPr lang="pt-PT"/>
              <a:t> </a:t>
            </a:r>
            <a:r>
              <a:rPr lang="pt-PT" err="1"/>
              <a:t>regulations</a:t>
            </a:r>
            <a:endParaRPr lang="en-PT"/>
          </a:p>
        </p:txBody>
      </p:sp>
      <p:sp>
        <p:nvSpPr>
          <p:cNvPr id="3" name="Text Placeholder 2">
            <a:extLst>
              <a:ext uri="{FF2B5EF4-FFF2-40B4-BE49-F238E27FC236}">
                <a16:creationId xmlns:a16="http://schemas.microsoft.com/office/drawing/2014/main" id="{4EB4CA15-41C4-645F-3CCA-798D30BCC3C4}"/>
              </a:ext>
            </a:extLst>
          </p:cNvPr>
          <p:cNvSpPr>
            <a:spLocks noGrp="1"/>
          </p:cNvSpPr>
          <p:nvPr>
            <p:ph type="body" sz="quarter" idx="10"/>
          </p:nvPr>
        </p:nvSpPr>
        <p:spPr/>
        <p:txBody>
          <a:bodyPr/>
          <a:lstStyle/>
          <a:p>
            <a:r>
              <a:rPr lang="pt-PT" err="1"/>
              <a:t>Actions</a:t>
            </a:r>
            <a:r>
              <a:rPr lang="pt-PT"/>
              <a:t> for </a:t>
            </a:r>
            <a:r>
              <a:rPr lang="pt-PT" err="1"/>
              <a:t>developers</a:t>
            </a:r>
            <a:endParaRPr lang="en-PT"/>
          </a:p>
        </p:txBody>
      </p:sp>
      <p:sp>
        <p:nvSpPr>
          <p:cNvPr id="4" name="Content Placeholder 3">
            <a:extLst>
              <a:ext uri="{FF2B5EF4-FFF2-40B4-BE49-F238E27FC236}">
                <a16:creationId xmlns:a16="http://schemas.microsoft.com/office/drawing/2014/main" id="{C6A076E1-4348-AEBF-26DB-B8EBEAA0B19C}"/>
              </a:ext>
            </a:extLst>
          </p:cNvPr>
          <p:cNvSpPr>
            <a:spLocks noGrp="1"/>
          </p:cNvSpPr>
          <p:nvPr>
            <p:ph idx="1"/>
          </p:nvPr>
        </p:nvSpPr>
        <p:spPr/>
        <p:txBody>
          <a:bodyPr/>
          <a:lstStyle/>
          <a:p>
            <a:pPr marL="0" indent="0">
              <a:buNone/>
            </a:pPr>
            <a:r>
              <a:rPr lang="en-US" b="1"/>
              <a:t>STEP 7 : </a:t>
            </a:r>
            <a:r>
              <a:rPr lang="en-US" sz="1800" b="1">
                <a:effectLst/>
                <a:latin typeface="Aptos" panose="020B0004020202020204" pitchFamily="34" charset="0"/>
                <a:ea typeface="Aptos" panose="020B0004020202020204" pitchFamily="34" charset="0"/>
                <a:cs typeface="Times New Roman" panose="02020603050405020304" pitchFamily="18" charset="0"/>
              </a:rPr>
              <a:t>Integrate security measures and ethical practices into your AI systems</a:t>
            </a:r>
            <a:endParaRPr lang="en-US" b="1"/>
          </a:p>
          <a:p>
            <a:r>
              <a:rPr lang="en-US" b="1"/>
              <a:t>A</a:t>
            </a:r>
            <a:r>
              <a:rPr lang="en-US" b="1">
                <a:latin typeface="+mj-lt"/>
              </a:rPr>
              <a:t>ction: </a:t>
            </a:r>
            <a:r>
              <a:rPr lang="en-US" sz="1800" kern="100">
                <a:effectLst/>
                <a:latin typeface="Aptos" panose="020B0004020202020204" pitchFamily="34" charset="0"/>
                <a:ea typeface="Aptos" panose="020B0004020202020204" pitchFamily="34" charset="0"/>
                <a:cs typeface="Times New Roman" panose="02020603050405020304" pitchFamily="18" charset="0"/>
              </a:rPr>
              <a:t>Develop and integrate security measures to protect against vulnerabilities and ensure ethical use of AI</a:t>
            </a:r>
            <a:r>
              <a:rPr lang="en-US">
                <a:effectLst/>
                <a:latin typeface="+mj-lt"/>
                <a:ea typeface="Aptos" panose="020B0004020202020204" pitchFamily="34" charset="0"/>
                <a:cs typeface="Times New Roman" panose="02020603050405020304" pitchFamily="18" charset="0"/>
              </a:rPr>
              <a:t>.</a:t>
            </a:r>
            <a:endParaRPr lang="en-US">
              <a:latin typeface="+mj-lt"/>
            </a:endParaRPr>
          </a:p>
          <a:p>
            <a:r>
              <a:rPr lang="en-US" b="1"/>
              <a:t>How</a:t>
            </a:r>
            <a:r>
              <a:rPr lang="en-US"/>
              <a:t>: </a:t>
            </a:r>
            <a:endParaRPr lang="pt-PT"/>
          </a:p>
          <a:p>
            <a:pPr lvl="1"/>
            <a:r>
              <a:rPr lang="en-US" kern="100">
                <a:effectLst/>
                <a:ea typeface="Aptos" panose="020B0004020202020204" pitchFamily="34" charset="0"/>
                <a:cs typeface="Times New Roman" panose="02020603050405020304" pitchFamily="18" charset="0"/>
              </a:rPr>
              <a:t>Secure data exchanges and model endpoints using </a:t>
            </a:r>
            <a:r>
              <a:rPr lang="en-US" kern="100">
                <a:solidFill>
                  <a:srgbClr val="179C7D"/>
                </a:solidFill>
                <a:effectLst/>
                <a:ea typeface="Aptos" panose="020B0004020202020204" pitchFamily="34" charset="0"/>
                <a:cs typeface="Times New Roman" panose="02020603050405020304" pitchFamily="18" charset="0"/>
              </a:rPr>
              <a:t>industry-standard encryption protocols</a:t>
            </a:r>
            <a:r>
              <a:rPr lang="en-US" kern="100">
                <a:effectLst/>
                <a:ea typeface="Aptos" panose="020B0004020202020204" pitchFamily="34" charset="0"/>
                <a:cs typeface="Times New Roman" panose="02020603050405020304" pitchFamily="18" charset="0"/>
              </a:rPr>
              <a:t>.</a:t>
            </a:r>
          </a:p>
          <a:p>
            <a:pPr lvl="1"/>
            <a:r>
              <a:rPr lang="en-US" kern="100">
                <a:solidFill>
                  <a:srgbClr val="179C7D"/>
                </a:solidFill>
                <a:effectLst/>
                <a:ea typeface="Aptos" panose="020B0004020202020204" pitchFamily="34" charset="0"/>
                <a:cs typeface="Times New Roman" panose="02020603050405020304" pitchFamily="18" charset="0"/>
              </a:rPr>
              <a:t>Evaluate models for fairness</a:t>
            </a:r>
            <a:r>
              <a:rPr lang="en-US" kern="100">
                <a:effectLst/>
                <a:ea typeface="Aptos" panose="020B0004020202020204" pitchFamily="34" charset="0"/>
                <a:cs typeface="Times New Roman" panose="02020603050405020304" pitchFamily="18" charset="0"/>
              </a:rPr>
              <a:t> </a:t>
            </a:r>
            <a:r>
              <a:rPr lang="en-US" sz="1800" kern="100">
                <a:effectLst/>
                <a:latin typeface="Aptos" panose="020B0004020202020204" pitchFamily="34" charset="0"/>
                <a:ea typeface="Aptos" panose="020B0004020202020204" pitchFamily="34" charset="0"/>
                <a:cs typeface="Times New Roman" panose="02020603050405020304" pitchFamily="18" charset="0"/>
              </a:rPr>
              <a:t>and ensure that models respect the diversity of user groups</a:t>
            </a:r>
            <a:r>
              <a:rPr lang="en-US" kern="100">
                <a:effectLst/>
                <a:ea typeface="Aptos" panose="020B0004020202020204" pitchFamily="34" charset="0"/>
                <a:cs typeface="Times New Roman" panose="02020603050405020304" pitchFamily="18" charset="0"/>
              </a:rPr>
              <a:t>.</a:t>
            </a:r>
          </a:p>
          <a:p>
            <a:pPr lvl="1"/>
            <a:r>
              <a:rPr lang="en-US" sz="1800" kern="100">
                <a:effectLst/>
                <a:latin typeface="Aptos" panose="020B0004020202020204" pitchFamily="34" charset="0"/>
                <a:ea typeface="Aptos" panose="020B0004020202020204" pitchFamily="34" charset="0"/>
                <a:cs typeface="Times New Roman" panose="02020603050405020304" pitchFamily="18" charset="0"/>
              </a:rPr>
              <a:t>Implement ethical AI principles by designing systems that </a:t>
            </a:r>
            <a:r>
              <a:rPr lang="en-US" kern="100">
                <a:solidFill>
                  <a:srgbClr val="179C7D"/>
                </a:solidFill>
                <a:effectLst/>
                <a:ea typeface="Aptos" panose="020B0004020202020204" pitchFamily="34" charset="0"/>
                <a:cs typeface="Times New Roman" panose="02020603050405020304" pitchFamily="18" charset="0"/>
              </a:rPr>
              <a:t>allow user feedback on </a:t>
            </a:r>
            <a:r>
              <a:rPr lang="en-US" sz="1800" kern="100">
                <a:solidFill>
                  <a:srgbClr val="179C7D"/>
                </a:solidFill>
                <a:effectLst/>
                <a:latin typeface="Aptos" panose="020B0004020202020204" pitchFamily="34" charset="0"/>
                <a:ea typeface="Aptos" panose="020B0004020202020204" pitchFamily="34" charset="0"/>
                <a:cs typeface="Times New Roman" panose="02020603050405020304" pitchFamily="18" charset="0"/>
              </a:rPr>
              <a:t>model performance</a:t>
            </a:r>
            <a:r>
              <a:rPr lang="en-US" kern="100">
                <a:effectLst/>
                <a:ea typeface="Aptos" panose="020B0004020202020204" pitchFamily="34" charset="0"/>
                <a:cs typeface="Times New Roman" panose="02020603050405020304" pitchFamily="18" charset="0"/>
              </a:rPr>
              <a:t>, </a:t>
            </a:r>
            <a:r>
              <a:rPr lang="en-US" sz="1800" kern="100">
                <a:effectLst/>
                <a:latin typeface="Aptos" panose="020B0004020202020204" pitchFamily="34" charset="0"/>
                <a:ea typeface="Aptos" panose="020B0004020202020204" pitchFamily="34" charset="0"/>
                <a:cs typeface="Times New Roman" panose="02020603050405020304" pitchFamily="18" charset="0"/>
              </a:rPr>
              <a:t>especially in clinical environments under </a:t>
            </a:r>
            <a:r>
              <a:rPr lang="en-US" sz="1800" b="1" kern="100">
                <a:effectLst/>
                <a:latin typeface="Aptos" panose="020B0004020202020204" pitchFamily="34" charset="0"/>
                <a:ea typeface="Aptos" panose="020B0004020202020204" pitchFamily="34" charset="0"/>
                <a:cs typeface="Times New Roman" panose="02020603050405020304" pitchFamily="18" charset="0"/>
              </a:rPr>
              <a:t>MDR</a:t>
            </a:r>
            <a:r>
              <a:rPr lang="en-US" sz="1800" kern="100">
                <a:effectLst/>
                <a:latin typeface="Aptos" panose="020B0004020202020204" pitchFamily="34" charset="0"/>
                <a:ea typeface="Aptos" panose="020B0004020202020204" pitchFamily="34" charset="0"/>
                <a:cs typeface="Times New Roman" panose="02020603050405020304" pitchFamily="18" charset="0"/>
              </a:rPr>
              <a:t>.</a:t>
            </a:r>
            <a:endParaRPr lang="pt-PT" sz="1800" kern="100">
              <a:effectLst/>
              <a:latin typeface="Aptos" panose="020B0004020202020204" pitchFamily="34" charset="0"/>
              <a:ea typeface="Aptos" panose="020B0004020202020204" pitchFamily="34" charset="0"/>
              <a:cs typeface="Times New Roman" panose="02020603050405020304" pitchFamily="18" charset="0"/>
            </a:endParaRPr>
          </a:p>
          <a:p>
            <a:pPr lvl="1"/>
            <a:r>
              <a:rPr lang="en-US" sz="1800" kern="100">
                <a:solidFill>
                  <a:srgbClr val="179C7D"/>
                </a:solidFill>
                <a:effectLst/>
                <a:latin typeface="Aptos" panose="020B0004020202020204" pitchFamily="34" charset="0"/>
                <a:ea typeface="Aptos" panose="020B0004020202020204" pitchFamily="34" charset="0"/>
                <a:cs typeface="Times New Roman" panose="02020603050405020304" pitchFamily="18" charset="0"/>
              </a:rPr>
              <a:t>Document all security measures and ethical considerations</a:t>
            </a:r>
            <a:r>
              <a:rPr lang="en-US" sz="1800" kern="100">
                <a:effectLst/>
                <a:latin typeface="Aptos" panose="020B0004020202020204" pitchFamily="34" charset="0"/>
                <a:ea typeface="Aptos" panose="020B0004020202020204" pitchFamily="34" charset="0"/>
                <a:cs typeface="Times New Roman" panose="02020603050405020304" pitchFamily="18" charset="0"/>
              </a:rPr>
              <a:t> to ensure compliance with </a:t>
            </a:r>
            <a:r>
              <a:rPr lang="en-US" sz="1800" b="1" kern="100">
                <a:effectLst/>
                <a:latin typeface="Aptos" panose="020B0004020202020204" pitchFamily="34" charset="0"/>
                <a:ea typeface="Aptos" panose="020B0004020202020204" pitchFamily="34" charset="0"/>
                <a:cs typeface="Times New Roman" panose="02020603050405020304" pitchFamily="18" charset="0"/>
              </a:rPr>
              <a:t>AI Act</a:t>
            </a:r>
            <a:r>
              <a:rPr lang="en-US" sz="1800" kern="100">
                <a:effectLst/>
                <a:latin typeface="Aptos" panose="020B0004020202020204" pitchFamily="34" charset="0"/>
                <a:ea typeface="Aptos" panose="020B0004020202020204" pitchFamily="34" charset="0"/>
                <a:cs typeface="Times New Roman" panose="02020603050405020304" pitchFamily="18" charset="0"/>
              </a:rPr>
              <a:t> requirements for ethical AI use.</a:t>
            </a:r>
            <a:endParaRPr lang="pt-PT" sz="1800" kern="100">
              <a:effectLst/>
              <a:latin typeface="Aptos" panose="020B0004020202020204" pitchFamily="34" charset="0"/>
              <a:ea typeface="Aptos" panose="020B0004020202020204" pitchFamily="34" charset="0"/>
              <a:cs typeface="Times New Roman" panose="02020603050405020304" pitchFamily="18" charset="0"/>
            </a:endParaRPr>
          </a:p>
          <a:p>
            <a:pPr lvl="1"/>
            <a:endParaRPr lang="pt-PT" sz="1800" kern="100">
              <a:effectLst/>
              <a:latin typeface="Aptos" panose="020B0004020202020204" pitchFamily="34" charset="0"/>
              <a:ea typeface="Aptos" panose="020B0004020202020204" pitchFamily="34" charset="0"/>
              <a:cs typeface="Times New Roman" panose="02020603050405020304" pitchFamily="18" charset="0"/>
            </a:endParaRPr>
          </a:p>
          <a:p>
            <a:pPr lvl="1"/>
            <a:endParaRPr lang="en-US" kern="100">
              <a:effectLst/>
              <a:ea typeface="Aptos" panose="020B0004020202020204" pitchFamily="34"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7E19AB68-D399-E7A9-835F-44F5D7C6DC67}"/>
              </a:ext>
            </a:extLst>
          </p:cNvPr>
          <p:cNvSpPr>
            <a:spLocks noGrp="1"/>
          </p:cNvSpPr>
          <p:nvPr>
            <p:ph type="sldNum" sz="quarter" idx="4"/>
          </p:nvPr>
        </p:nvSpPr>
        <p:spPr/>
        <p:txBody>
          <a:bodyPr/>
          <a:lstStyle/>
          <a:p>
            <a:pPr>
              <a:spcBef>
                <a:spcPct val="50000"/>
              </a:spcBef>
              <a:spcAft>
                <a:spcPct val="0"/>
              </a:spcAft>
              <a:buFontTx/>
              <a:buNone/>
            </a:pPr>
            <a:r>
              <a:rPr lang="en-US"/>
              <a:t>Page </a:t>
            </a:r>
            <a:fld id="{A06316EC-39FF-4C97-AA6E-29B761CE3E45}" type="slidenum">
              <a:rPr lang="en-US" smtClean="0"/>
              <a:pPr>
                <a:spcBef>
                  <a:spcPct val="50000"/>
                </a:spcBef>
                <a:spcAft>
                  <a:spcPct val="0"/>
                </a:spcAft>
                <a:buFontTx/>
                <a:buNone/>
              </a:pPr>
              <a:t>35</a:t>
            </a:fld>
            <a:endParaRPr lang="en-US"/>
          </a:p>
        </p:txBody>
      </p:sp>
      <p:sp>
        <p:nvSpPr>
          <p:cNvPr id="6" name="TextBox 5">
            <a:extLst>
              <a:ext uri="{FF2B5EF4-FFF2-40B4-BE49-F238E27FC236}">
                <a16:creationId xmlns:a16="http://schemas.microsoft.com/office/drawing/2014/main" id="{17ECDBF4-6032-F760-728B-44F3757CE6D2}"/>
              </a:ext>
            </a:extLst>
          </p:cNvPr>
          <p:cNvSpPr txBox="1"/>
          <p:nvPr/>
        </p:nvSpPr>
        <p:spPr>
          <a:xfrm>
            <a:off x="477838" y="5765105"/>
            <a:ext cx="9142412" cy="338554"/>
          </a:xfrm>
          <a:prstGeom prst="rect">
            <a:avLst/>
          </a:prstGeom>
          <a:noFill/>
        </p:spPr>
        <p:txBody>
          <a:bodyPr wrap="square">
            <a:spAutoFit/>
          </a:bodyPr>
          <a:lstStyle/>
          <a:p>
            <a:pPr marL="0" indent="0">
              <a:buNone/>
            </a:pPr>
            <a:r>
              <a:rPr lang="en-US" sz="1600" b="1" i="1"/>
              <a:t>Related Standards/Regulations</a:t>
            </a:r>
            <a:r>
              <a:rPr lang="en-US" sz="1600" i="1"/>
              <a:t>: </a:t>
            </a:r>
            <a:r>
              <a:rPr lang="it-IT" sz="1600" i="1"/>
              <a:t>GDPR, AI Act, MDR</a:t>
            </a:r>
            <a:endParaRPr lang="en-PT" sz="1600" i="1"/>
          </a:p>
        </p:txBody>
      </p:sp>
    </p:spTree>
    <p:extLst>
      <p:ext uri="{BB962C8B-B14F-4D97-AF65-F5344CB8AC3E}">
        <p14:creationId xmlns:p14="http://schemas.microsoft.com/office/powerpoint/2010/main" val="6221889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93C00-8669-7F9F-F4D3-A8D0856D1F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F340BD-77A4-9B4C-CD43-D2CAE3AB8B9D}"/>
              </a:ext>
            </a:extLst>
          </p:cNvPr>
          <p:cNvSpPr>
            <a:spLocks noGrp="1"/>
          </p:cNvSpPr>
          <p:nvPr>
            <p:ph type="title"/>
          </p:nvPr>
        </p:nvSpPr>
        <p:spPr/>
        <p:txBody>
          <a:bodyPr/>
          <a:lstStyle/>
          <a:p>
            <a:r>
              <a:rPr lang="pt-PT" err="1"/>
              <a:t>Compliance</a:t>
            </a:r>
            <a:r>
              <a:rPr lang="pt-PT"/>
              <a:t> </a:t>
            </a:r>
            <a:r>
              <a:rPr lang="pt-PT" err="1"/>
              <a:t>with</a:t>
            </a:r>
            <a:r>
              <a:rPr lang="pt-PT"/>
              <a:t> standards </a:t>
            </a:r>
            <a:r>
              <a:rPr lang="pt-PT" err="1"/>
              <a:t>and</a:t>
            </a:r>
            <a:r>
              <a:rPr lang="pt-PT"/>
              <a:t> </a:t>
            </a:r>
            <a:r>
              <a:rPr lang="pt-PT" err="1"/>
              <a:t>regulations</a:t>
            </a:r>
            <a:endParaRPr lang="en-PT"/>
          </a:p>
        </p:txBody>
      </p:sp>
      <p:sp>
        <p:nvSpPr>
          <p:cNvPr id="3" name="Text Placeholder 2">
            <a:extLst>
              <a:ext uri="{FF2B5EF4-FFF2-40B4-BE49-F238E27FC236}">
                <a16:creationId xmlns:a16="http://schemas.microsoft.com/office/drawing/2014/main" id="{25ED032D-5F41-6C2F-0A7C-89EB57AB9D95}"/>
              </a:ext>
            </a:extLst>
          </p:cNvPr>
          <p:cNvSpPr>
            <a:spLocks noGrp="1"/>
          </p:cNvSpPr>
          <p:nvPr>
            <p:ph type="body" sz="quarter" idx="10"/>
          </p:nvPr>
        </p:nvSpPr>
        <p:spPr/>
        <p:txBody>
          <a:bodyPr/>
          <a:lstStyle/>
          <a:p>
            <a:r>
              <a:rPr lang="pt-PT" err="1"/>
              <a:t>Actions</a:t>
            </a:r>
            <a:r>
              <a:rPr lang="pt-PT"/>
              <a:t> for </a:t>
            </a:r>
            <a:r>
              <a:rPr lang="pt-PT" err="1"/>
              <a:t>developers</a:t>
            </a:r>
            <a:endParaRPr lang="en-PT"/>
          </a:p>
        </p:txBody>
      </p:sp>
      <p:sp>
        <p:nvSpPr>
          <p:cNvPr id="4" name="Content Placeholder 3">
            <a:extLst>
              <a:ext uri="{FF2B5EF4-FFF2-40B4-BE49-F238E27FC236}">
                <a16:creationId xmlns:a16="http://schemas.microsoft.com/office/drawing/2014/main" id="{C12237B1-3F05-379D-B408-368C5603633B}"/>
              </a:ext>
            </a:extLst>
          </p:cNvPr>
          <p:cNvSpPr>
            <a:spLocks noGrp="1"/>
          </p:cNvSpPr>
          <p:nvPr>
            <p:ph idx="1"/>
          </p:nvPr>
        </p:nvSpPr>
        <p:spPr/>
        <p:txBody>
          <a:bodyPr/>
          <a:lstStyle/>
          <a:p>
            <a:pPr marL="0" indent="0">
              <a:buNone/>
            </a:pPr>
            <a:r>
              <a:rPr lang="en-US" b="1"/>
              <a:t>STEP 8 : </a:t>
            </a:r>
            <a:r>
              <a:rPr lang="en-US" sz="1800" b="1">
                <a:effectLst/>
                <a:latin typeface="Aptos" panose="020B0004020202020204" pitchFamily="34" charset="0"/>
                <a:ea typeface="Aptos" panose="020B0004020202020204" pitchFamily="34" charset="0"/>
                <a:cs typeface="Times New Roman" panose="02020603050405020304" pitchFamily="18" charset="0"/>
              </a:rPr>
              <a:t>Conduct Internal Audits and Prepare for Conformity Assessments</a:t>
            </a:r>
            <a:endParaRPr lang="en-US" b="1"/>
          </a:p>
          <a:p>
            <a:r>
              <a:rPr lang="en-US" b="1">
                <a:latin typeface="+mj-lt"/>
              </a:rPr>
              <a:t>Action: </a:t>
            </a:r>
            <a:r>
              <a:rPr lang="en-US">
                <a:effectLst/>
                <a:latin typeface="+mj-lt"/>
                <a:ea typeface="Aptos" panose="020B0004020202020204" pitchFamily="34" charset="0"/>
                <a:cs typeface="Times New Roman" panose="02020603050405020304" pitchFamily="18" charset="0"/>
              </a:rPr>
              <a:t>Regularly audit AI systems to ensure compliance </a:t>
            </a:r>
            <a:r>
              <a:rPr lang="en-US" kern="100">
                <a:effectLst/>
                <a:latin typeface="+mj-lt"/>
                <a:ea typeface="Aptos" panose="020B0004020202020204" pitchFamily="34" charset="0"/>
                <a:cs typeface="Times New Roman" panose="02020603050405020304" pitchFamily="18" charset="0"/>
              </a:rPr>
              <a:t>and readiness for regulatory reviews</a:t>
            </a:r>
            <a:r>
              <a:rPr lang="en-US">
                <a:effectLst/>
                <a:latin typeface="+mj-lt"/>
                <a:ea typeface="Aptos" panose="020B0004020202020204" pitchFamily="34" charset="0"/>
                <a:cs typeface="Times New Roman" panose="02020603050405020304" pitchFamily="18" charset="0"/>
              </a:rPr>
              <a:t>.</a:t>
            </a:r>
            <a:endParaRPr lang="en-US">
              <a:latin typeface="+mj-lt"/>
            </a:endParaRPr>
          </a:p>
          <a:p>
            <a:r>
              <a:rPr lang="en-US" b="1"/>
              <a:t>How</a:t>
            </a:r>
            <a:r>
              <a:rPr lang="en-US"/>
              <a:t>: </a:t>
            </a:r>
            <a:endParaRPr lang="pt-PT"/>
          </a:p>
          <a:p>
            <a:pPr lvl="1"/>
            <a:r>
              <a:rPr lang="en-US" kern="100">
                <a:effectLst/>
                <a:ea typeface="Aptos" panose="020B0004020202020204" pitchFamily="34" charset="0"/>
                <a:cs typeface="Times New Roman" panose="02020603050405020304" pitchFamily="18" charset="0"/>
              </a:rPr>
              <a:t>Document the </a:t>
            </a:r>
            <a:r>
              <a:rPr lang="en-US" kern="100">
                <a:solidFill>
                  <a:srgbClr val="179C7D"/>
                </a:solidFill>
                <a:effectLst/>
                <a:ea typeface="Aptos" panose="020B0004020202020204" pitchFamily="34" charset="0"/>
                <a:cs typeface="Times New Roman" panose="02020603050405020304" pitchFamily="18" charset="0"/>
              </a:rPr>
              <a:t>results of audits </a:t>
            </a:r>
            <a:r>
              <a:rPr lang="en-US" kern="100">
                <a:effectLst/>
                <a:ea typeface="Aptos" panose="020B0004020202020204" pitchFamily="34" charset="0"/>
                <a:cs typeface="Times New Roman" panose="02020603050405020304" pitchFamily="18" charset="0"/>
              </a:rPr>
              <a:t>to ensure easy access during regulatory reviews.</a:t>
            </a:r>
          </a:p>
          <a:p>
            <a:pPr lvl="1"/>
            <a:r>
              <a:rPr lang="en-US" kern="100">
                <a:effectLst/>
                <a:ea typeface="Aptos" panose="020B0004020202020204" pitchFamily="34" charset="0"/>
                <a:cs typeface="Times New Roman" panose="02020603050405020304" pitchFamily="18" charset="0"/>
              </a:rPr>
              <a:t>Compile a </a:t>
            </a:r>
            <a:r>
              <a:rPr lang="en-US" kern="100">
                <a:solidFill>
                  <a:srgbClr val="179C7D"/>
                </a:solidFill>
                <a:effectLst/>
                <a:ea typeface="Aptos" panose="020B0004020202020204" pitchFamily="34" charset="0"/>
                <a:cs typeface="Times New Roman" panose="02020603050405020304" pitchFamily="18" charset="0"/>
              </a:rPr>
              <a:t>package of clinical evaluations, </a:t>
            </a:r>
            <a:r>
              <a:rPr lang="en-US" sz="1800" kern="100">
                <a:solidFill>
                  <a:srgbClr val="179C7D"/>
                </a:solidFill>
                <a:effectLst/>
                <a:latin typeface="Aptos" panose="020B0004020202020204" pitchFamily="34" charset="0"/>
                <a:ea typeface="Aptos" panose="020B0004020202020204" pitchFamily="34" charset="0"/>
                <a:cs typeface="Times New Roman" panose="02020603050405020304" pitchFamily="18" charset="0"/>
              </a:rPr>
              <a:t>risk management reports, and post-market surveillance data</a:t>
            </a:r>
            <a:r>
              <a:rPr lang="en-US" sz="1800" kern="100">
                <a:effectLst/>
                <a:latin typeface="Aptos" panose="020B0004020202020204" pitchFamily="34" charset="0"/>
                <a:ea typeface="Aptos" panose="020B0004020202020204" pitchFamily="34" charset="0"/>
                <a:cs typeface="Times New Roman" panose="02020603050405020304" pitchFamily="18" charset="0"/>
              </a:rPr>
              <a:t>, as required by both the </a:t>
            </a:r>
            <a:r>
              <a:rPr lang="en-US" sz="1800" b="1" kern="100">
                <a:effectLst/>
                <a:latin typeface="Aptos" panose="020B0004020202020204" pitchFamily="34" charset="0"/>
                <a:ea typeface="Aptos" panose="020B0004020202020204" pitchFamily="34" charset="0"/>
                <a:cs typeface="Times New Roman" panose="02020603050405020304" pitchFamily="18" charset="0"/>
              </a:rPr>
              <a:t>MDR</a:t>
            </a:r>
            <a:r>
              <a:rPr lang="en-US" sz="1800" kern="100">
                <a:effectLst/>
                <a:latin typeface="Aptos" panose="020B0004020202020204" pitchFamily="34" charset="0"/>
                <a:ea typeface="Aptos" panose="020B0004020202020204" pitchFamily="34" charset="0"/>
                <a:cs typeface="Times New Roman" panose="02020603050405020304" pitchFamily="18" charset="0"/>
              </a:rPr>
              <a:t> and </a:t>
            </a:r>
            <a:r>
              <a:rPr lang="en-US" sz="1800" b="1" kern="100">
                <a:effectLst/>
                <a:latin typeface="Aptos" panose="020B0004020202020204" pitchFamily="34" charset="0"/>
                <a:ea typeface="Aptos" panose="020B0004020202020204" pitchFamily="34" charset="0"/>
                <a:cs typeface="Times New Roman" panose="02020603050405020304" pitchFamily="18" charset="0"/>
              </a:rPr>
              <a:t>AI Act</a:t>
            </a:r>
            <a:r>
              <a:rPr lang="en-US" sz="1800" kern="100">
                <a:effectLst/>
                <a:latin typeface="Aptos" panose="020B0004020202020204" pitchFamily="34" charset="0"/>
                <a:ea typeface="Aptos" panose="020B0004020202020204" pitchFamily="34" charset="0"/>
                <a:cs typeface="Times New Roman" panose="02020603050405020304" pitchFamily="18" charset="0"/>
              </a:rPr>
              <a:t>,</a:t>
            </a:r>
            <a:r>
              <a:rPr lang="en-US" kern="100">
                <a:effectLst/>
                <a:ea typeface="Aptos" panose="020B0004020202020204" pitchFamily="34" charset="0"/>
                <a:cs typeface="Times New Roman" panose="02020603050405020304" pitchFamily="18" charset="0"/>
              </a:rPr>
              <a:t> for external audits and CE marking.</a:t>
            </a:r>
          </a:p>
          <a:p>
            <a:pPr lvl="1"/>
            <a:r>
              <a:rPr lang="en-US" sz="1800">
                <a:solidFill>
                  <a:srgbClr val="179C7D"/>
                </a:solidFill>
                <a:effectLst/>
                <a:latin typeface="Aptos" panose="020B0004020202020204" pitchFamily="34" charset="0"/>
                <a:ea typeface="Aptos" panose="020B0004020202020204" pitchFamily="34" charset="0"/>
                <a:cs typeface="Times New Roman" panose="02020603050405020304" pitchFamily="18" charset="0"/>
              </a:rPr>
              <a:t>Engage with a notified body for external reviews</a:t>
            </a:r>
            <a:r>
              <a:rPr lang="en-US" sz="1800">
                <a:effectLst/>
                <a:latin typeface="Aptos" panose="020B0004020202020204" pitchFamily="34" charset="0"/>
                <a:ea typeface="Aptos" panose="020B0004020202020204" pitchFamily="34" charset="0"/>
                <a:cs typeface="Times New Roman" panose="02020603050405020304" pitchFamily="18" charset="0"/>
              </a:rPr>
              <a:t> of high-risk AI systems, ensuring readiness for CE marking under </a:t>
            </a:r>
            <a:r>
              <a:rPr lang="en-US" sz="1800" b="1">
                <a:effectLst/>
                <a:latin typeface="Aptos" panose="020B0004020202020204" pitchFamily="34" charset="0"/>
                <a:ea typeface="Aptos" panose="020B0004020202020204" pitchFamily="34" charset="0"/>
                <a:cs typeface="Times New Roman" panose="02020603050405020304" pitchFamily="18" charset="0"/>
              </a:rPr>
              <a:t>MDR</a:t>
            </a:r>
            <a:endParaRPr lang="pt-PT" sz="1800" kern="100">
              <a:effectLst/>
              <a:latin typeface="Aptos" panose="020B0004020202020204" pitchFamily="34" charset="0"/>
              <a:ea typeface="Aptos" panose="020B0004020202020204" pitchFamily="34" charset="0"/>
              <a:cs typeface="Times New Roman" panose="02020603050405020304" pitchFamily="18" charset="0"/>
            </a:endParaRPr>
          </a:p>
          <a:p>
            <a:pPr lvl="1"/>
            <a:endParaRPr lang="en-US" kern="100">
              <a:effectLst/>
              <a:ea typeface="Aptos" panose="020B0004020202020204" pitchFamily="34"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E3B68C7B-1C36-6CDB-D7A3-8917DF61121A}"/>
              </a:ext>
            </a:extLst>
          </p:cNvPr>
          <p:cNvSpPr>
            <a:spLocks noGrp="1"/>
          </p:cNvSpPr>
          <p:nvPr>
            <p:ph type="sldNum" sz="quarter" idx="4"/>
          </p:nvPr>
        </p:nvSpPr>
        <p:spPr/>
        <p:txBody>
          <a:bodyPr/>
          <a:lstStyle/>
          <a:p>
            <a:pPr>
              <a:spcBef>
                <a:spcPct val="50000"/>
              </a:spcBef>
              <a:spcAft>
                <a:spcPct val="0"/>
              </a:spcAft>
              <a:buFontTx/>
              <a:buNone/>
            </a:pPr>
            <a:r>
              <a:rPr lang="en-US"/>
              <a:t>Page </a:t>
            </a:r>
            <a:fld id="{A06316EC-39FF-4C97-AA6E-29B761CE3E45}" type="slidenum">
              <a:rPr lang="en-US" smtClean="0"/>
              <a:pPr>
                <a:spcBef>
                  <a:spcPct val="50000"/>
                </a:spcBef>
                <a:spcAft>
                  <a:spcPct val="0"/>
                </a:spcAft>
                <a:buFontTx/>
                <a:buNone/>
              </a:pPr>
              <a:t>36</a:t>
            </a:fld>
            <a:endParaRPr lang="en-US"/>
          </a:p>
        </p:txBody>
      </p:sp>
      <p:sp>
        <p:nvSpPr>
          <p:cNvPr id="6" name="TextBox 5">
            <a:extLst>
              <a:ext uri="{FF2B5EF4-FFF2-40B4-BE49-F238E27FC236}">
                <a16:creationId xmlns:a16="http://schemas.microsoft.com/office/drawing/2014/main" id="{4B161266-E946-9C96-3B45-DC4B095BD331}"/>
              </a:ext>
            </a:extLst>
          </p:cNvPr>
          <p:cNvSpPr txBox="1"/>
          <p:nvPr/>
        </p:nvSpPr>
        <p:spPr>
          <a:xfrm>
            <a:off x="477838" y="5765105"/>
            <a:ext cx="9142412" cy="338554"/>
          </a:xfrm>
          <a:prstGeom prst="rect">
            <a:avLst/>
          </a:prstGeom>
          <a:noFill/>
        </p:spPr>
        <p:txBody>
          <a:bodyPr wrap="square">
            <a:spAutoFit/>
          </a:bodyPr>
          <a:lstStyle/>
          <a:p>
            <a:pPr marL="0" indent="0">
              <a:buNone/>
            </a:pPr>
            <a:r>
              <a:rPr lang="en-US" sz="1600" b="1" i="1"/>
              <a:t>Related Standards/Regulations</a:t>
            </a:r>
            <a:r>
              <a:rPr lang="en-US" sz="1600" i="1"/>
              <a:t>: </a:t>
            </a:r>
            <a:r>
              <a:rPr lang="it-IT" sz="1600" i="1"/>
              <a:t>ISO/IEC 42001:2023, MDR, AI Act</a:t>
            </a:r>
            <a:endParaRPr lang="en-PT" sz="1600" i="1"/>
          </a:p>
        </p:txBody>
      </p:sp>
    </p:spTree>
    <p:extLst>
      <p:ext uri="{BB962C8B-B14F-4D97-AF65-F5344CB8AC3E}">
        <p14:creationId xmlns:p14="http://schemas.microsoft.com/office/powerpoint/2010/main" val="37003279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15602-92D0-CF3C-6EA1-E52B0082FB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892793-C119-46D1-3DB9-19DE0EFC4303}"/>
              </a:ext>
            </a:extLst>
          </p:cNvPr>
          <p:cNvSpPr>
            <a:spLocks noGrp="1"/>
          </p:cNvSpPr>
          <p:nvPr>
            <p:ph type="title"/>
          </p:nvPr>
        </p:nvSpPr>
        <p:spPr/>
        <p:txBody>
          <a:bodyPr/>
          <a:lstStyle/>
          <a:p>
            <a:r>
              <a:rPr lang="pt-PT" err="1"/>
              <a:t>Compliance</a:t>
            </a:r>
            <a:r>
              <a:rPr lang="pt-PT"/>
              <a:t> </a:t>
            </a:r>
            <a:r>
              <a:rPr lang="pt-PT" err="1"/>
              <a:t>with</a:t>
            </a:r>
            <a:r>
              <a:rPr lang="pt-PT"/>
              <a:t> standards </a:t>
            </a:r>
            <a:r>
              <a:rPr lang="pt-PT" err="1"/>
              <a:t>and</a:t>
            </a:r>
            <a:r>
              <a:rPr lang="pt-PT"/>
              <a:t> </a:t>
            </a:r>
            <a:r>
              <a:rPr lang="pt-PT" err="1"/>
              <a:t>regulations</a:t>
            </a:r>
            <a:endParaRPr lang="en-PT"/>
          </a:p>
        </p:txBody>
      </p:sp>
      <p:sp>
        <p:nvSpPr>
          <p:cNvPr id="3" name="Text Placeholder 2">
            <a:extLst>
              <a:ext uri="{FF2B5EF4-FFF2-40B4-BE49-F238E27FC236}">
                <a16:creationId xmlns:a16="http://schemas.microsoft.com/office/drawing/2014/main" id="{107A4105-6821-5836-9FEE-5B06AD40398B}"/>
              </a:ext>
            </a:extLst>
          </p:cNvPr>
          <p:cNvSpPr>
            <a:spLocks noGrp="1"/>
          </p:cNvSpPr>
          <p:nvPr>
            <p:ph type="body" sz="quarter" idx="10"/>
          </p:nvPr>
        </p:nvSpPr>
        <p:spPr/>
        <p:txBody>
          <a:bodyPr/>
          <a:lstStyle/>
          <a:p>
            <a:r>
              <a:rPr lang="pt-PT" err="1"/>
              <a:t>Actions</a:t>
            </a:r>
            <a:r>
              <a:rPr lang="pt-PT"/>
              <a:t> for </a:t>
            </a:r>
            <a:r>
              <a:rPr lang="pt-PT" err="1"/>
              <a:t>developers</a:t>
            </a:r>
            <a:endParaRPr lang="en-PT"/>
          </a:p>
        </p:txBody>
      </p:sp>
      <p:sp>
        <p:nvSpPr>
          <p:cNvPr id="4" name="Content Placeholder 3">
            <a:extLst>
              <a:ext uri="{FF2B5EF4-FFF2-40B4-BE49-F238E27FC236}">
                <a16:creationId xmlns:a16="http://schemas.microsoft.com/office/drawing/2014/main" id="{55BD7A2D-19C3-084F-793B-92EF296D91CD}"/>
              </a:ext>
            </a:extLst>
          </p:cNvPr>
          <p:cNvSpPr>
            <a:spLocks noGrp="1"/>
          </p:cNvSpPr>
          <p:nvPr>
            <p:ph idx="1"/>
          </p:nvPr>
        </p:nvSpPr>
        <p:spPr/>
        <p:txBody>
          <a:bodyPr/>
          <a:lstStyle/>
          <a:p>
            <a:pPr marL="0" indent="0">
              <a:buNone/>
            </a:pPr>
            <a:r>
              <a:rPr lang="en-US" b="1"/>
              <a:t>STEP 9 : </a:t>
            </a:r>
            <a:r>
              <a:rPr lang="en-US" sz="1800" b="1">
                <a:effectLst/>
                <a:latin typeface="Aptos" panose="020B0004020202020204" pitchFamily="34" charset="0"/>
                <a:ea typeface="Aptos" panose="020B0004020202020204" pitchFamily="34" charset="0"/>
                <a:cs typeface="Times New Roman" panose="02020603050405020304" pitchFamily="18" charset="0"/>
              </a:rPr>
              <a:t>Include UDI Implementation and Traceability</a:t>
            </a:r>
            <a:endParaRPr lang="en-US" b="1"/>
          </a:p>
          <a:p>
            <a:r>
              <a:rPr lang="en-US" b="1"/>
              <a:t>Action</a:t>
            </a:r>
            <a:r>
              <a:rPr lang="en-US" b="1">
                <a:latin typeface="+mj-lt"/>
              </a:rPr>
              <a:t>: </a:t>
            </a:r>
            <a:r>
              <a:rPr lang="pt-PT" err="1">
                <a:effectLst/>
                <a:latin typeface="+mj-lt"/>
                <a:ea typeface="Aptos" panose="020B0004020202020204" pitchFamily="34" charset="0"/>
                <a:cs typeface="Times New Roman" panose="02020603050405020304" pitchFamily="18" charset="0"/>
              </a:rPr>
              <a:t>Implement</a:t>
            </a:r>
            <a:r>
              <a:rPr lang="pt-PT">
                <a:effectLst/>
                <a:latin typeface="+mj-lt"/>
                <a:ea typeface="Aptos" panose="020B0004020202020204" pitchFamily="34" charset="0"/>
                <a:cs typeface="Times New Roman" panose="02020603050405020304" pitchFamily="18" charset="0"/>
              </a:rPr>
              <a:t> </a:t>
            </a:r>
            <a:r>
              <a:rPr lang="pt-PT" err="1">
                <a:effectLst/>
                <a:latin typeface="+mj-lt"/>
                <a:ea typeface="Aptos" panose="020B0004020202020204" pitchFamily="34" charset="0"/>
                <a:cs typeface="Times New Roman" panose="02020603050405020304" pitchFamily="18" charset="0"/>
              </a:rPr>
              <a:t>Unique</a:t>
            </a:r>
            <a:r>
              <a:rPr lang="pt-PT">
                <a:effectLst/>
                <a:latin typeface="+mj-lt"/>
                <a:ea typeface="Aptos" panose="020B0004020202020204" pitchFamily="34" charset="0"/>
                <a:cs typeface="Times New Roman" panose="02020603050405020304" pitchFamily="18" charset="0"/>
              </a:rPr>
              <a:t> </a:t>
            </a:r>
            <a:r>
              <a:rPr lang="pt-PT" err="1">
                <a:effectLst/>
                <a:latin typeface="+mj-lt"/>
                <a:ea typeface="Aptos" panose="020B0004020202020204" pitchFamily="34" charset="0"/>
                <a:cs typeface="Times New Roman" panose="02020603050405020304" pitchFamily="18" charset="0"/>
              </a:rPr>
              <a:t>Device</a:t>
            </a:r>
            <a:r>
              <a:rPr lang="pt-PT">
                <a:effectLst/>
                <a:latin typeface="+mj-lt"/>
                <a:ea typeface="Aptos" panose="020B0004020202020204" pitchFamily="34" charset="0"/>
                <a:cs typeface="Times New Roman" panose="02020603050405020304" pitchFamily="18" charset="0"/>
              </a:rPr>
              <a:t> </a:t>
            </a:r>
            <a:r>
              <a:rPr lang="pt-PT" err="1">
                <a:effectLst/>
                <a:latin typeface="+mj-lt"/>
                <a:ea typeface="Aptos" panose="020B0004020202020204" pitchFamily="34" charset="0"/>
                <a:cs typeface="Times New Roman" panose="02020603050405020304" pitchFamily="18" charset="0"/>
              </a:rPr>
              <a:t>Identification</a:t>
            </a:r>
            <a:r>
              <a:rPr lang="pt-PT">
                <a:effectLst/>
                <a:latin typeface="+mj-lt"/>
                <a:ea typeface="Aptos" panose="020B0004020202020204" pitchFamily="34" charset="0"/>
                <a:cs typeface="Times New Roman" panose="02020603050405020304" pitchFamily="18" charset="0"/>
              </a:rPr>
              <a:t> (UDI) for AI-</a:t>
            </a:r>
            <a:r>
              <a:rPr lang="pt-PT" err="1">
                <a:effectLst/>
                <a:latin typeface="+mj-lt"/>
                <a:ea typeface="Aptos" panose="020B0004020202020204" pitchFamily="34" charset="0"/>
                <a:cs typeface="Times New Roman" panose="02020603050405020304" pitchFamily="18" charset="0"/>
              </a:rPr>
              <a:t>based</a:t>
            </a:r>
            <a:r>
              <a:rPr lang="pt-PT">
                <a:effectLst/>
                <a:latin typeface="+mj-lt"/>
                <a:ea typeface="Aptos" panose="020B0004020202020204" pitchFamily="34" charset="0"/>
                <a:cs typeface="Times New Roman" panose="02020603050405020304" pitchFamily="18" charset="0"/>
              </a:rPr>
              <a:t> medical </a:t>
            </a:r>
            <a:r>
              <a:rPr lang="pt-PT" err="1">
                <a:effectLst/>
                <a:latin typeface="+mj-lt"/>
                <a:ea typeface="Aptos" panose="020B0004020202020204" pitchFamily="34" charset="0"/>
                <a:cs typeface="Times New Roman" panose="02020603050405020304" pitchFamily="18" charset="0"/>
              </a:rPr>
              <a:t>devices</a:t>
            </a:r>
            <a:r>
              <a:rPr lang="pt-PT">
                <a:effectLst/>
                <a:latin typeface="+mj-lt"/>
                <a:ea typeface="Aptos" panose="020B0004020202020204" pitchFamily="34" charset="0"/>
                <a:cs typeface="Times New Roman" panose="02020603050405020304" pitchFamily="18" charset="0"/>
              </a:rPr>
              <a:t>.</a:t>
            </a:r>
            <a:endParaRPr lang="en-US">
              <a:latin typeface="+mj-lt"/>
            </a:endParaRPr>
          </a:p>
          <a:p>
            <a:r>
              <a:rPr lang="en-US" b="1"/>
              <a:t>How</a:t>
            </a:r>
            <a:r>
              <a:rPr lang="en-US"/>
              <a:t>: </a:t>
            </a:r>
            <a:endParaRPr lang="pt-PT"/>
          </a:p>
          <a:p>
            <a:pPr lvl="1"/>
            <a:r>
              <a:rPr lang="en-US" kern="100">
                <a:effectLst/>
                <a:ea typeface="Aptos" panose="020B0004020202020204" pitchFamily="34" charset="0"/>
                <a:cs typeface="Times New Roman" panose="02020603050405020304" pitchFamily="18" charset="0"/>
              </a:rPr>
              <a:t>Maintain a secure </a:t>
            </a:r>
            <a:r>
              <a:rPr lang="en-US" kern="100">
                <a:solidFill>
                  <a:srgbClr val="179C7D"/>
                </a:solidFill>
                <a:effectLst/>
                <a:ea typeface="Aptos" panose="020B0004020202020204" pitchFamily="34" charset="0"/>
                <a:cs typeface="Times New Roman" panose="02020603050405020304" pitchFamily="18" charset="0"/>
              </a:rPr>
              <a:t>database of UDI codes</a:t>
            </a:r>
            <a:r>
              <a:rPr lang="en-US" kern="100">
                <a:effectLst/>
                <a:ea typeface="Aptos" panose="020B0004020202020204" pitchFamily="34" charset="0"/>
                <a:cs typeface="Times New Roman" panose="02020603050405020304" pitchFamily="18" charset="0"/>
              </a:rPr>
              <a:t>, </a:t>
            </a:r>
            <a:r>
              <a:rPr lang="en-US" sz="1800" kern="100">
                <a:effectLst/>
                <a:latin typeface="Aptos" panose="020B0004020202020204" pitchFamily="34" charset="0"/>
                <a:ea typeface="Aptos" panose="020B0004020202020204" pitchFamily="34" charset="0"/>
                <a:cs typeface="Times New Roman" panose="02020603050405020304" pitchFamily="18" charset="0"/>
              </a:rPr>
              <a:t>ensuring each version of the AI model has a traceable identifier</a:t>
            </a:r>
            <a:r>
              <a:rPr lang="en-US" kern="100">
                <a:effectLst/>
                <a:ea typeface="Aptos" panose="020B0004020202020204" pitchFamily="34" charset="0"/>
                <a:cs typeface="Times New Roman" panose="02020603050405020304" pitchFamily="18" charset="0"/>
              </a:rPr>
              <a:t>.</a:t>
            </a:r>
          </a:p>
          <a:p>
            <a:pPr lvl="1"/>
            <a:r>
              <a:rPr lang="en-US" sz="1800" kern="100">
                <a:effectLst/>
                <a:latin typeface="Aptos" panose="020B0004020202020204" pitchFamily="34" charset="0"/>
                <a:ea typeface="Aptos" panose="020B0004020202020204" pitchFamily="34" charset="0"/>
                <a:cs typeface="Times New Roman" panose="02020603050405020304" pitchFamily="18" charset="0"/>
              </a:rPr>
              <a:t>Register UDI codes with </a:t>
            </a:r>
            <a:r>
              <a:rPr lang="en-US" sz="1800" b="1" kern="100">
                <a:effectLst/>
                <a:latin typeface="Aptos" panose="020B0004020202020204" pitchFamily="34" charset="0"/>
                <a:ea typeface="Aptos" panose="020B0004020202020204" pitchFamily="34" charset="0"/>
                <a:cs typeface="Times New Roman" panose="02020603050405020304" pitchFamily="18" charset="0"/>
              </a:rPr>
              <a:t>EUDAMED</a:t>
            </a:r>
            <a:r>
              <a:rPr lang="en-US" sz="1800" kern="100">
                <a:effectLst/>
                <a:latin typeface="Aptos" panose="020B0004020202020204" pitchFamily="34" charset="0"/>
                <a:ea typeface="Aptos" panose="020B0004020202020204" pitchFamily="34" charset="0"/>
                <a:cs typeface="Times New Roman" panose="02020603050405020304" pitchFamily="18" charset="0"/>
              </a:rPr>
              <a:t> and keep a detailed </a:t>
            </a:r>
            <a:r>
              <a:rPr lang="en-US" sz="1800" kern="100">
                <a:solidFill>
                  <a:srgbClr val="179C7D"/>
                </a:solidFill>
                <a:effectLst/>
                <a:latin typeface="Aptos" panose="020B0004020202020204" pitchFamily="34" charset="0"/>
                <a:ea typeface="Aptos" panose="020B0004020202020204" pitchFamily="34" charset="0"/>
                <a:cs typeface="Times New Roman" panose="02020603050405020304" pitchFamily="18" charset="0"/>
              </a:rPr>
              <a:t>log of all model versions, including updates and changes for regulatory tracking</a:t>
            </a:r>
            <a:r>
              <a:rPr lang="en-US" sz="1800" kern="100">
                <a:effectLst/>
                <a:latin typeface="Aptos" panose="020B0004020202020204" pitchFamily="34" charset="0"/>
                <a:ea typeface="Aptos" panose="020B0004020202020204" pitchFamily="34" charset="0"/>
                <a:cs typeface="Times New Roman" panose="02020603050405020304" pitchFamily="18" charset="0"/>
              </a:rPr>
              <a:t>.</a:t>
            </a:r>
          </a:p>
          <a:p>
            <a:pPr lvl="1"/>
            <a:r>
              <a:rPr lang="en-US" sz="1800">
                <a:effectLst/>
                <a:latin typeface="Aptos" panose="020B0004020202020204" pitchFamily="34" charset="0"/>
                <a:ea typeface="Aptos" panose="020B0004020202020204" pitchFamily="34" charset="0"/>
                <a:cs typeface="Times New Roman" panose="02020603050405020304" pitchFamily="18" charset="0"/>
              </a:rPr>
              <a:t>Use </a:t>
            </a:r>
            <a:r>
              <a:rPr lang="en-US" sz="1800" b="1">
                <a:effectLst/>
                <a:latin typeface="Aptos" panose="020B0004020202020204" pitchFamily="34" charset="0"/>
                <a:ea typeface="Aptos" panose="020B0004020202020204" pitchFamily="34" charset="0"/>
                <a:cs typeface="Times New Roman" panose="02020603050405020304" pitchFamily="18" charset="0"/>
              </a:rPr>
              <a:t>DVC </a:t>
            </a:r>
            <a:r>
              <a:rPr lang="en-US" sz="1800">
                <a:effectLst/>
                <a:latin typeface="Aptos" panose="020B0004020202020204" pitchFamily="34" charset="0"/>
                <a:ea typeface="Aptos" panose="020B0004020202020204" pitchFamily="34" charset="0"/>
                <a:cs typeface="Times New Roman" panose="02020603050405020304" pitchFamily="18" charset="0"/>
              </a:rPr>
              <a:t>to track changes to models associated with each UDI to ensure traceability throughout the lifecycle of the device</a:t>
            </a:r>
            <a:endParaRPr lang="pt-PT" sz="1800" kern="100">
              <a:effectLst/>
              <a:latin typeface="Aptos" panose="020B0004020202020204" pitchFamily="34" charset="0"/>
              <a:ea typeface="Aptos" panose="020B0004020202020204" pitchFamily="34" charset="0"/>
              <a:cs typeface="Times New Roman" panose="02020603050405020304" pitchFamily="18" charset="0"/>
            </a:endParaRPr>
          </a:p>
          <a:p>
            <a:pPr lvl="1"/>
            <a:endParaRPr lang="en-US" kern="100">
              <a:effectLst/>
              <a:ea typeface="Aptos" panose="020B0004020202020204" pitchFamily="34" charset="0"/>
              <a:cs typeface="Times New Roman" panose="02020603050405020304" pitchFamily="18" charset="0"/>
            </a:endParaRPr>
          </a:p>
          <a:p>
            <a:pPr lvl="1"/>
            <a:endParaRPr lang="en-US" kern="100">
              <a:effectLst/>
              <a:ea typeface="Aptos" panose="020B0004020202020204" pitchFamily="34"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5757C31D-FF9B-0D1E-1AE4-309D5AAD2A39}"/>
              </a:ext>
            </a:extLst>
          </p:cNvPr>
          <p:cNvSpPr>
            <a:spLocks noGrp="1"/>
          </p:cNvSpPr>
          <p:nvPr>
            <p:ph type="sldNum" sz="quarter" idx="4"/>
          </p:nvPr>
        </p:nvSpPr>
        <p:spPr/>
        <p:txBody>
          <a:bodyPr/>
          <a:lstStyle/>
          <a:p>
            <a:pPr>
              <a:spcBef>
                <a:spcPct val="50000"/>
              </a:spcBef>
              <a:spcAft>
                <a:spcPct val="0"/>
              </a:spcAft>
              <a:buFontTx/>
              <a:buNone/>
            </a:pPr>
            <a:r>
              <a:rPr lang="en-US"/>
              <a:t>Page </a:t>
            </a:r>
            <a:fld id="{A06316EC-39FF-4C97-AA6E-29B761CE3E45}" type="slidenum">
              <a:rPr lang="en-US" smtClean="0"/>
              <a:pPr>
                <a:spcBef>
                  <a:spcPct val="50000"/>
                </a:spcBef>
                <a:spcAft>
                  <a:spcPct val="0"/>
                </a:spcAft>
                <a:buFontTx/>
                <a:buNone/>
              </a:pPr>
              <a:t>37</a:t>
            </a:fld>
            <a:endParaRPr lang="en-US"/>
          </a:p>
        </p:txBody>
      </p:sp>
      <p:sp>
        <p:nvSpPr>
          <p:cNvPr id="6" name="TextBox 5">
            <a:extLst>
              <a:ext uri="{FF2B5EF4-FFF2-40B4-BE49-F238E27FC236}">
                <a16:creationId xmlns:a16="http://schemas.microsoft.com/office/drawing/2014/main" id="{2CC55D4E-6C45-9002-DDEA-5D2CEEF2B8B6}"/>
              </a:ext>
            </a:extLst>
          </p:cNvPr>
          <p:cNvSpPr txBox="1"/>
          <p:nvPr/>
        </p:nvSpPr>
        <p:spPr>
          <a:xfrm>
            <a:off x="477838" y="5765105"/>
            <a:ext cx="9142412" cy="338554"/>
          </a:xfrm>
          <a:prstGeom prst="rect">
            <a:avLst/>
          </a:prstGeom>
          <a:noFill/>
        </p:spPr>
        <p:txBody>
          <a:bodyPr wrap="square">
            <a:spAutoFit/>
          </a:bodyPr>
          <a:lstStyle/>
          <a:p>
            <a:pPr marL="0" indent="0">
              <a:buNone/>
            </a:pPr>
            <a:r>
              <a:rPr lang="en-US" sz="1600" b="1" i="1"/>
              <a:t>Related Standards/Regulations</a:t>
            </a:r>
            <a:r>
              <a:rPr lang="en-US" sz="1600" i="1"/>
              <a:t>: </a:t>
            </a:r>
            <a:r>
              <a:rPr lang="it-IT" sz="1600" i="1"/>
              <a:t>MDR</a:t>
            </a:r>
            <a:endParaRPr lang="en-PT" sz="1600" i="1"/>
          </a:p>
        </p:txBody>
      </p:sp>
    </p:spTree>
    <p:extLst>
      <p:ext uri="{BB962C8B-B14F-4D97-AF65-F5344CB8AC3E}">
        <p14:creationId xmlns:p14="http://schemas.microsoft.com/office/powerpoint/2010/main" val="22680322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E8D39-D0B7-1ECB-7CDA-D83A2BE263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EA5E9F-6B0D-3819-4FB4-4EFD2741E00F}"/>
              </a:ext>
            </a:extLst>
          </p:cNvPr>
          <p:cNvSpPr>
            <a:spLocks noGrp="1"/>
          </p:cNvSpPr>
          <p:nvPr>
            <p:ph type="title"/>
          </p:nvPr>
        </p:nvSpPr>
        <p:spPr/>
        <p:txBody>
          <a:bodyPr/>
          <a:lstStyle/>
          <a:p>
            <a:r>
              <a:rPr lang="pt-PT" err="1"/>
              <a:t>Compliance</a:t>
            </a:r>
            <a:r>
              <a:rPr lang="pt-PT"/>
              <a:t> </a:t>
            </a:r>
            <a:r>
              <a:rPr lang="pt-PT" err="1"/>
              <a:t>with</a:t>
            </a:r>
            <a:r>
              <a:rPr lang="pt-PT"/>
              <a:t> standards </a:t>
            </a:r>
            <a:r>
              <a:rPr lang="pt-PT" err="1"/>
              <a:t>and</a:t>
            </a:r>
            <a:r>
              <a:rPr lang="pt-PT"/>
              <a:t> </a:t>
            </a:r>
            <a:r>
              <a:rPr lang="pt-PT" err="1"/>
              <a:t>regulations</a:t>
            </a:r>
            <a:endParaRPr lang="en-PT"/>
          </a:p>
        </p:txBody>
      </p:sp>
      <p:sp>
        <p:nvSpPr>
          <p:cNvPr id="3" name="Text Placeholder 2">
            <a:extLst>
              <a:ext uri="{FF2B5EF4-FFF2-40B4-BE49-F238E27FC236}">
                <a16:creationId xmlns:a16="http://schemas.microsoft.com/office/drawing/2014/main" id="{88F89D93-9438-6734-06A6-FE3FA3C52BB7}"/>
              </a:ext>
            </a:extLst>
          </p:cNvPr>
          <p:cNvSpPr>
            <a:spLocks noGrp="1"/>
          </p:cNvSpPr>
          <p:nvPr>
            <p:ph type="body" sz="quarter" idx="10"/>
          </p:nvPr>
        </p:nvSpPr>
        <p:spPr/>
        <p:txBody>
          <a:bodyPr/>
          <a:lstStyle/>
          <a:p>
            <a:r>
              <a:rPr lang="pt-PT" err="1"/>
              <a:t>Actions</a:t>
            </a:r>
            <a:r>
              <a:rPr lang="pt-PT"/>
              <a:t> for </a:t>
            </a:r>
            <a:r>
              <a:rPr lang="pt-PT" err="1"/>
              <a:t>developers</a:t>
            </a:r>
            <a:endParaRPr lang="en-PT"/>
          </a:p>
        </p:txBody>
      </p:sp>
      <p:sp>
        <p:nvSpPr>
          <p:cNvPr id="4" name="Content Placeholder 3">
            <a:extLst>
              <a:ext uri="{FF2B5EF4-FFF2-40B4-BE49-F238E27FC236}">
                <a16:creationId xmlns:a16="http://schemas.microsoft.com/office/drawing/2014/main" id="{F0F05DFD-CBA1-A967-832F-7D1CBC4E3EF2}"/>
              </a:ext>
            </a:extLst>
          </p:cNvPr>
          <p:cNvSpPr>
            <a:spLocks noGrp="1"/>
          </p:cNvSpPr>
          <p:nvPr>
            <p:ph idx="1"/>
          </p:nvPr>
        </p:nvSpPr>
        <p:spPr/>
        <p:txBody>
          <a:bodyPr/>
          <a:lstStyle/>
          <a:p>
            <a:pPr marL="0" indent="0">
              <a:buNone/>
            </a:pPr>
            <a:r>
              <a:rPr lang="en-US" b="1"/>
              <a:t>STEP 10 : </a:t>
            </a:r>
            <a:r>
              <a:rPr lang="en-US" sz="1800" b="1">
                <a:effectLst/>
                <a:latin typeface="Aptos" panose="020B0004020202020204" pitchFamily="34" charset="0"/>
                <a:ea typeface="Aptos" panose="020B0004020202020204" pitchFamily="34" charset="0"/>
                <a:cs typeface="Times New Roman" panose="02020603050405020304" pitchFamily="18" charset="0"/>
              </a:rPr>
              <a:t>Incorporate Data Subject Rights Management</a:t>
            </a:r>
            <a:endParaRPr lang="en-US" b="1"/>
          </a:p>
          <a:p>
            <a:r>
              <a:rPr lang="en-US" b="1">
                <a:latin typeface="+mj-lt"/>
              </a:rPr>
              <a:t>Action: </a:t>
            </a:r>
            <a:r>
              <a:rPr lang="en-US">
                <a:effectLst/>
                <a:latin typeface="+mj-lt"/>
                <a:ea typeface="Aptos" panose="020B0004020202020204" pitchFamily="34" charset="0"/>
                <a:cs typeface="Times New Roman" panose="02020603050405020304" pitchFamily="18" charset="0"/>
              </a:rPr>
              <a:t>Respect data subject rights, including access, rectification, and erasure.</a:t>
            </a:r>
            <a:endParaRPr lang="en-US">
              <a:latin typeface="+mj-lt"/>
            </a:endParaRPr>
          </a:p>
          <a:p>
            <a:r>
              <a:rPr lang="en-US" b="1"/>
              <a:t>How</a:t>
            </a:r>
            <a:r>
              <a:rPr lang="en-US"/>
              <a:t>: </a:t>
            </a:r>
            <a:endParaRPr lang="pt-PT"/>
          </a:p>
          <a:p>
            <a:pPr lvl="1"/>
            <a:r>
              <a:rPr lang="en-US" kern="100">
                <a:effectLst/>
                <a:ea typeface="Aptos" panose="020B0004020202020204" pitchFamily="34" charset="0"/>
                <a:cs typeface="Times New Roman" panose="02020603050405020304" pitchFamily="18" charset="0"/>
              </a:rPr>
              <a:t>Develop </a:t>
            </a:r>
            <a:r>
              <a:rPr lang="en-US" kern="100">
                <a:solidFill>
                  <a:srgbClr val="179C7D"/>
                </a:solidFill>
                <a:effectLst/>
                <a:ea typeface="Aptos" panose="020B0004020202020204" pitchFamily="34" charset="0"/>
                <a:cs typeface="Times New Roman" panose="02020603050405020304" pitchFamily="18" charset="0"/>
              </a:rPr>
              <a:t>APIs </a:t>
            </a:r>
            <a:r>
              <a:rPr lang="en-US" sz="1800" kern="100">
                <a:solidFill>
                  <a:srgbClr val="179C7D"/>
                </a:solidFill>
                <a:effectLst/>
                <a:latin typeface="Aptos" panose="020B0004020202020204" pitchFamily="34" charset="0"/>
                <a:ea typeface="Aptos" panose="020B0004020202020204" pitchFamily="34" charset="0"/>
                <a:cs typeface="Times New Roman" panose="02020603050405020304" pitchFamily="18" charset="0"/>
              </a:rPr>
              <a:t>to handle data access and deletion requests</a:t>
            </a:r>
            <a:r>
              <a:rPr lang="en-US" sz="1800" kern="100">
                <a:effectLst/>
                <a:latin typeface="Aptos" panose="020B0004020202020204" pitchFamily="34" charset="0"/>
                <a:ea typeface="Aptos" panose="020B0004020202020204" pitchFamily="34" charset="0"/>
                <a:cs typeface="Times New Roman" panose="02020603050405020304" pitchFamily="18" charset="0"/>
              </a:rPr>
              <a:t>, ensuring user data is managed according to </a:t>
            </a:r>
            <a:r>
              <a:rPr lang="en-US" sz="1800" b="1" kern="100">
                <a:effectLst/>
                <a:latin typeface="Aptos" panose="020B0004020202020204" pitchFamily="34" charset="0"/>
                <a:ea typeface="Aptos" panose="020B0004020202020204" pitchFamily="34" charset="0"/>
                <a:cs typeface="Times New Roman" panose="02020603050405020304" pitchFamily="18" charset="0"/>
              </a:rPr>
              <a:t>GDPR</a:t>
            </a:r>
            <a:r>
              <a:rPr lang="en-US" sz="1800" kern="100">
                <a:effectLst/>
                <a:latin typeface="Aptos" panose="020B0004020202020204" pitchFamily="34" charset="0"/>
                <a:ea typeface="Aptos" panose="020B0004020202020204" pitchFamily="34" charset="0"/>
                <a:cs typeface="Times New Roman" panose="02020603050405020304" pitchFamily="18" charset="0"/>
              </a:rPr>
              <a:t> standards.</a:t>
            </a:r>
            <a:r>
              <a:rPr lang="en-US" kern="100">
                <a:effectLst/>
                <a:ea typeface="Aptos" panose="020B0004020202020204" pitchFamily="34" charset="0"/>
                <a:cs typeface="Times New Roman" panose="02020603050405020304" pitchFamily="18" charset="0"/>
              </a:rPr>
              <a:t>.</a:t>
            </a:r>
          </a:p>
          <a:p>
            <a:pPr lvl="1"/>
            <a:r>
              <a:rPr lang="en-US" kern="100">
                <a:effectLst/>
                <a:ea typeface="Aptos" panose="020B0004020202020204" pitchFamily="34" charset="0"/>
                <a:cs typeface="Times New Roman" panose="02020603050405020304" pitchFamily="18" charset="0"/>
              </a:rPr>
              <a:t>Log each request and </a:t>
            </a:r>
            <a:r>
              <a:rPr lang="en-US" kern="100">
                <a:solidFill>
                  <a:srgbClr val="179C7D"/>
                </a:solidFill>
                <a:effectLst/>
                <a:ea typeface="Aptos" panose="020B0004020202020204" pitchFamily="34" charset="0"/>
                <a:cs typeface="Times New Roman" panose="02020603050405020304" pitchFamily="18" charset="0"/>
              </a:rPr>
              <a:t>maintain records of actions </a:t>
            </a:r>
            <a:r>
              <a:rPr lang="en-US" kern="100">
                <a:effectLst/>
                <a:ea typeface="Aptos" panose="020B0004020202020204" pitchFamily="34" charset="0"/>
                <a:cs typeface="Times New Roman" panose="02020603050405020304" pitchFamily="18" charset="0"/>
              </a:rPr>
              <a:t>taken to comply with data privacy regulations.</a:t>
            </a:r>
          </a:p>
          <a:p>
            <a:pPr lvl="1"/>
            <a:r>
              <a:rPr lang="en-US" kern="100">
                <a:effectLst/>
                <a:ea typeface="Aptos" panose="020B0004020202020204" pitchFamily="34" charset="0"/>
                <a:cs typeface="Times New Roman" panose="02020603050405020304" pitchFamily="18" charset="0"/>
              </a:rPr>
              <a:t>Set up procedures to respond quickly to </a:t>
            </a:r>
            <a:r>
              <a:rPr lang="en-US" kern="100">
                <a:solidFill>
                  <a:srgbClr val="179C7D"/>
                </a:solidFill>
                <a:effectLst/>
                <a:ea typeface="Aptos" panose="020B0004020202020204" pitchFamily="34" charset="0"/>
                <a:cs typeface="Times New Roman" panose="02020603050405020304" pitchFamily="18" charset="0"/>
              </a:rPr>
              <a:t>data breaches</a:t>
            </a:r>
            <a:r>
              <a:rPr lang="en-US" kern="100">
                <a:effectLst/>
                <a:ea typeface="Aptos" panose="020B0004020202020204" pitchFamily="34" charset="0"/>
                <a:cs typeface="Times New Roman" panose="02020603050405020304" pitchFamily="18" charset="0"/>
              </a:rPr>
              <a:t>, ensuring compliance with </a:t>
            </a:r>
            <a:r>
              <a:rPr lang="en-US" b="1" kern="100">
                <a:effectLst/>
                <a:ea typeface="Aptos" panose="020B0004020202020204" pitchFamily="34" charset="0"/>
                <a:cs typeface="Times New Roman" panose="02020603050405020304" pitchFamily="18" charset="0"/>
              </a:rPr>
              <a:t>GDPR’s</a:t>
            </a:r>
            <a:r>
              <a:rPr lang="en-US" kern="100">
                <a:effectLst/>
                <a:ea typeface="Aptos" panose="020B0004020202020204" pitchFamily="34" charset="0"/>
                <a:cs typeface="Times New Roman" panose="02020603050405020304" pitchFamily="18" charset="0"/>
              </a:rPr>
              <a:t> 72-hour reporting requirement.</a:t>
            </a:r>
          </a:p>
          <a:p>
            <a:pPr lvl="1"/>
            <a:r>
              <a:rPr lang="en-US" sz="1800" kern="100">
                <a:effectLst/>
                <a:latin typeface="Aptos" panose="020B0004020202020204" pitchFamily="34" charset="0"/>
                <a:ea typeface="Aptos" panose="020B0004020202020204" pitchFamily="34" charset="0"/>
                <a:cs typeface="Times New Roman" panose="02020603050405020304" pitchFamily="18" charset="0"/>
              </a:rPr>
              <a:t>Document all </a:t>
            </a:r>
            <a:r>
              <a:rPr lang="en-US" sz="1800" kern="100">
                <a:solidFill>
                  <a:srgbClr val="179C7D"/>
                </a:solidFill>
                <a:effectLst/>
                <a:latin typeface="Aptos" panose="020B0004020202020204" pitchFamily="34" charset="0"/>
                <a:ea typeface="Aptos" panose="020B0004020202020204" pitchFamily="34" charset="0"/>
                <a:cs typeface="Times New Roman" panose="02020603050405020304" pitchFamily="18" charset="0"/>
              </a:rPr>
              <a:t>interactions with data subjects </a:t>
            </a:r>
            <a:r>
              <a:rPr lang="en-US" sz="1800" kern="100">
                <a:effectLst/>
                <a:latin typeface="Aptos" panose="020B0004020202020204" pitchFamily="34" charset="0"/>
                <a:ea typeface="Aptos" panose="020B0004020202020204" pitchFamily="34" charset="0"/>
                <a:cs typeface="Times New Roman" panose="02020603050405020304" pitchFamily="18" charset="0"/>
              </a:rPr>
              <a:t>and maintain these records for audits under </a:t>
            </a:r>
            <a:r>
              <a:rPr lang="en-US" sz="1800" b="1" kern="100">
                <a:effectLst/>
                <a:latin typeface="Aptos" panose="020B0004020202020204" pitchFamily="34" charset="0"/>
                <a:ea typeface="Aptos" panose="020B0004020202020204" pitchFamily="34" charset="0"/>
                <a:cs typeface="Times New Roman" panose="02020603050405020304" pitchFamily="18" charset="0"/>
              </a:rPr>
              <a:t>GDPR</a:t>
            </a:r>
            <a:r>
              <a:rPr lang="en-US" sz="1800" kern="100">
                <a:effectLst/>
                <a:latin typeface="Aptos" panose="020B0004020202020204" pitchFamily="34" charset="0"/>
                <a:ea typeface="Aptos" panose="020B0004020202020204" pitchFamily="34" charset="0"/>
                <a:cs typeface="Times New Roman" panose="02020603050405020304" pitchFamily="18" charset="0"/>
              </a:rPr>
              <a:t> and the </a:t>
            </a:r>
            <a:r>
              <a:rPr lang="en-US" sz="1800" b="1" kern="100">
                <a:effectLst/>
                <a:latin typeface="Aptos" panose="020B0004020202020204" pitchFamily="34" charset="0"/>
                <a:ea typeface="Aptos" panose="020B0004020202020204" pitchFamily="34" charset="0"/>
                <a:cs typeface="Times New Roman" panose="02020603050405020304" pitchFamily="18" charset="0"/>
              </a:rPr>
              <a:t>AI Act</a:t>
            </a:r>
            <a:endParaRPr lang="en-US" kern="100">
              <a:effectLst/>
              <a:ea typeface="Aptos" panose="020B0004020202020204" pitchFamily="34"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9CE19544-809A-8C0B-DCE8-46A401A1CA07}"/>
              </a:ext>
            </a:extLst>
          </p:cNvPr>
          <p:cNvSpPr>
            <a:spLocks noGrp="1"/>
          </p:cNvSpPr>
          <p:nvPr>
            <p:ph type="sldNum" sz="quarter" idx="4"/>
          </p:nvPr>
        </p:nvSpPr>
        <p:spPr/>
        <p:txBody>
          <a:bodyPr/>
          <a:lstStyle/>
          <a:p>
            <a:pPr>
              <a:spcBef>
                <a:spcPct val="50000"/>
              </a:spcBef>
              <a:spcAft>
                <a:spcPct val="0"/>
              </a:spcAft>
              <a:buFontTx/>
              <a:buNone/>
            </a:pPr>
            <a:r>
              <a:rPr lang="en-US"/>
              <a:t>Page </a:t>
            </a:r>
            <a:fld id="{A06316EC-39FF-4C97-AA6E-29B761CE3E45}" type="slidenum">
              <a:rPr lang="en-US" smtClean="0"/>
              <a:pPr>
                <a:spcBef>
                  <a:spcPct val="50000"/>
                </a:spcBef>
                <a:spcAft>
                  <a:spcPct val="0"/>
                </a:spcAft>
                <a:buFontTx/>
                <a:buNone/>
              </a:pPr>
              <a:t>38</a:t>
            </a:fld>
            <a:endParaRPr lang="en-US"/>
          </a:p>
        </p:txBody>
      </p:sp>
      <p:sp>
        <p:nvSpPr>
          <p:cNvPr id="6" name="TextBox 5">
            <a:extLst>
              <a:ext uri="{FF2B5EF4-FFF2-40B4-BE49-F238E27FC236}">
                <a16:creationId xmlns:a16="http://schemas.microsoft.com/office/drawing/2014/main" id="{15249461-91D9-2D02-86F4-A0B0014ABCC9}"/>
              </a:ext>
            </a:extLst>
          </p:cNvPr>
          <p:cNvSpPr txBox="1"/>
          <p:nvPr/>
        </p:nvSpPr>
        <p:spPr>
          <a:xfrm>
            <a:off x="477838" y="5765105"/>
            <a:ext cx="9142412" cy="338554"/>
          </a:xfrm>
          <a:prstGeom prst="rect">
            <a:avLst/>
          </a:prstGeom>
          <a:noFill/>
        </p:spPr>
        <p:txBody>
          <a:bodyPr wrap="square">
            <a:spAutoFit/>
          </a:bodyPr>
          <a:lstStyle/>
          <a:p>
            <a:pPr marL="0" indent="0">
              <a:buNone/>
            </a:pPr>
            <a:r>
              <a:rPr lang="en-US" sz="1600" b="1" i="1"/>
              <a:t>Related Standards/Regulations</a:t>
            </a:r>
            <a:r>
              <a:rPr lang="en-US" sz="1600" i="1"/>
              <a:t>: </a:t>
            </a:r>
            <a:r>
              <a:rPr lang="it-IT" sz="1600" i="1"/>
              <a:t>GDPR, AI Act</a:t>
            </a:r>
            <a:endParaRPr lang="en-PT" sz="1600" i="1"/>
          </a:p>
        </p:txBody>
      </p:sp>
    </p:spTree>
    <p:extLst>
      <p:ext uri="{BB962C8B-B14F-4D97-AF65-F5344CB8AC3E}">
        <p14:creationId xmlns:p14="http://schemas.microsoft.com/office/powerpoint/2010/main" val="3532847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7230C-CB00-BE6B-A52C-EED5815C29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5367E2-C3C6-C3D0-8B31-3236FD565D84}"/>
              </a:ext>
            </a:extLst>
          </p:cNvPr>
          <p:cNvSpPr>
            <a:spLocks noGrp="1"/>
          </p:cNvSpPr>
          <p:nvPr>
            <p:ph type="title"/>
          </p:nvPr>
        </p:nvSpPr>
        <p:spPr/>
        <p:txBody>
          <a:bodyPr/>
          <a:lstStyle/>
          <a:p>
            <a:r>
              <a:rPr lang="en-US"/>
              <a:t>Conclusion</a:t>
            </a:r>
            <a:endParaRPr lang="en-PT"/>
          </a:p>
        </p:txBody>
      </p:sp>
      <p:sp>
        <p:nvSpPr>
          <p:cNvPr id="3" name="Text Placeholder 2">
            <a:extLst>
              <a:ext uri="{FF2B5EF4-FFF2-40B4-BE49-F238E27FC236}">
                <a16:creationId xmlns:a16="http://schemas.microsoft.com/office/drawing/2014/main" id="{91A63B75-7B5D-021C-79A2-1BFEA43B770A}"/>
              </a:ext>
            </a:extLst>
          </p:cNvPr>
          <p:cNvSpPr>
            <a:spLocks noGrp="1"/>
          </p:cNvSpPr>
          <p:nvPr>
            <p:ph type="body" sz="quarter" idx="10"/>
          </p:nvPr>
        </p:nvSpPr>
        <p:spPr/>
        <p:txBody>
          <a:bodyPr/>
          <a:lstStyle/>
          <a:p>
            <a:r>
              <a:rPr lang="pt-PT" err="1"/>
              <a:t>Key</a:t>
            </a:r>
            <a:r>
              <a:rPr lang="pt-PT"/>
              <a:t> </a:t>
            </a:r>
            <a:r>
              <a:rPr lang="pt-PT" err="1"/>
              <a:t>takeways</a:t>
            </a:r>
            <a:r>
              <a:rPr lang="pt-PT"/>
              <a:t> for </a:t>
            </a:r>
            <a:r>
              <a:rPr lang="pt-PT" err="1"/>
              <a:t>developers</a:t>
            </a:r>
            <a:endParaRPr lang="en-PT"/>
          </a:p>
        </p:txBody>
      </p:sp>
      <p:sp>
        <p:nvSpPr>
          <p:cNvPr id="4" name="Content Placeholder 3">
            <a:extLst>
              <a:ext uri="{FF2B5EF4-FFF2-40B4-BE49-F238E27FC236}">
                <a16:creationId xmlns:a16="http://schemas.microsoft.com/office/drawing/2014/main" id="{019139D3-D370-17FB-7047-D6ECA4C80C30}"/>
              </a:ext>
            </a:extLst>
          </p:cNvPr>
          <p:cNvSpPr>
            <a:spLocks noGrp="1"/>
          </p:cNvSpPr>
          <p:nvPr>
            <p:ph idx="1"/>
          </p:nvPr>
        </p:nvSpPr>
        <p:spPr/>
        <p:txBody>
          <a:bodyPr/>
          <a:lstStyle/>
          <a:p>
            <a:r>
              <a:rPr lang="en-US" b="1"/>
              <a:t>Conformity Assessment Readiness</a:t>
            </a:r>
            <a:r>
              <a:rPr lang="en-US"/>
              <a:t>: </a:t>
            </a:r>
          </a:p>
          <a:p>
            <a:pPr lvl="1"/>
            <a:r>
              <a:rPr lang="en-US"/>
              <a:t>Prepare </a:t>
            </a:r>
            <a:r>
              <a:rPr lang="en-US">
                <a:solidFill>
                  <a:srgbClr val="179C7D"/>
                </a:solidFill>
              </a:rPr>
              <a:t>comprehensive documentation for audits </a:t>
            </a:r>
            <a:r>
              <a:rPr lang="en-US"/>
              <a:t>under the AI Act and MDR, ensuring readiness for reviews.</a:t>
            </a:r>
          </a:p>
          <a:p>
            <a:r>
              <a:rPr lang="en-US" b="1"/>
              <a:t>Human Oversight Mechanisms</a:t>
            </a:r>
            <a:r>
              <a:rPr lang="en-US"/>
              <a:t>: </a:t>
            </a:r>
          </a:p>
          <a:p>
            <a:pPr lvl="1"/>
            <a:r>
              <a:rPr lang="en-US"/>
              <a:t>Provide clear paths for human intervention where required, ensuring that human operators can </a:t>
            </a:r>
            <a:r>
              <a:rPr lang="en-US">
                <a:solidFill>
                  <a:srgbClr val="179C7D"/>
                </a:solidFill>
              </a:rPr>
              <a:t>override AI decisions</a:t>
            </a:r>
            <a:r>
              <a:rPr lang="en-US"/>
              <a:t>.</a:t>
            </a:r>
          </a:p>
          <a:p>
            <a:r>
              <a:rPr lang="en-US" b="1"/>
              <a:t>Data Security and Privacy</a:t>
            </a:r>
            <a:r>
              <a:rPr lang="en-US"/>
              <a:t>: </a:t>
            </a:r>
          </a:p>
          <a:p>
            <a:pPr lvl="1"/>
            <a:r>
              <a:rPr lang="en-US"/>
              <a:t>Focus on </a:t>
            </a:r>
            <a:r>
              <a:rPr lang="en-US">
                <a:solidFill>
                  <a:srgbClr val="179C7D"/>
                </a:solidFill>
              </a:rPr>
              <a:t>minimizing data exposure </a:t>
            </a:r>
            <a:r>
              <a:rPr lang="en-US"/>
              <a:t>and ensuring compliance with GDPR through </a:t>
            </a:r>
            <a:r>
              <a:rPr lang="en-US">
                <a:solidFill>
                  <a:srgbClr val="179C7D"/>
                </a:solidFill>
              </a:rPr>
              <a:t>built-in privacy measures</a:t>
            </a:r>
            <a:r>
              <a:rPr lang="en-US"/>
              <a:t>.</a:t>
            </a:r>
          </a:p>
          <a:p>
            <a:r>
              <a:rPr lang="en-US" b="1"/>
              <a:t>Clinical Evaluation</a:t>
            </a:r>
            <a:r>
              <a:rPr lang="en-US"/>
              <a:t>: </a:t>
            </a:r>
          </a:p>
          <a:p>
            <a:pPr lvl="1"/>
            <a:r>
              <a:rPr lang="en-US">
                <a:solidFill>
                  <a:srgbClr val="179C7D"/>
                </a:solidFill>
              </a:rPr>
              <a:t>Validate AI systems in real-world environments </a:t>
            </a:r>
            <a:r>
              <a:rPr lang="en-US"/>
              <a:t>when used in medical applications, </a:t>
            </a:r>
            <a:r>
              <a:rPr lang="en-US">
                <a:solidFill>
                  <a:srgbClr val="179C7D"/>
                </a:solidFill>
              </a:rPr>
              <a:t>maintaining safety and performance records</a:t>
            </a:r>
            <a:r>
              <a:rPr lang="en-US"/>
              <a:t>.</a:t>
            </a:r>
          </a:p>
        </p:txBody>
      </p:sp>
      <p:sp>
        <p:nvSpPr>
          <p:cNvPr id="5" name="Slide Number Placeholder 4">
            <a:extLst>
              <a:ext uri="{FF2B5EF4-FFF2-40B4-BE49-F238E27FC236}">
                <a16:creationId xmlns:a16="http://schemas.microsoft.com/office/drawing/2014/main" id="{E577DE65-BB24-7F12-8DDF-A72E0A27BD1A}"/>
              </a:ext>
            </a:extLst>
          </p:cNvPr>
          <p:cNvSpPr>
            <a:spLocks noGrp="1"/>
          </p:cNvSpPr>
          <p:nvPr>
            <p:ph type="sldNum" sz="quarter" idx="4"/>
          </p:nvPr>
        </p:nvSpPr>
        <p:spPr/>
        <p:txBody>
          <a:bodyPr/>
          <a:lstStyle/>
          <a:p>
            <a:pPr>
              <a:spcBef>
                <a:spcPct val="50000"/>
              </a:spcBef>
              <a:spcAft>
                <a:spcPct val="0"/>
              </a:spcAft>
              <a:buFontTx/>
              <a:buNone/>
            </a:pPr>
            <a:r>
              <a:rPr lang="en-US"/>
              <a:t>Page </a:t>
            </a:r>
            <a:fld id="{A06316EC-39FF-4C97-AA6E-29B761CE3E45}" type="slidenum">
              <a:rPr lang="en-US" smtClean="0"/>
              <a:pPr>
                <a:spcBef>
                  <a:spcPct val="50000"/>
                </a:spcBef>
                <a:spcAft>
                  <a:spcPct val="0"/>
                </a:spcAft>
                <a:buFontTx/>
                <a:buNone/>
              </a:pPr>
              <a:t>39</a:t>
            </a:fld>
            <a:endParaRPr lang="en-US"/>
          </a:p>
        </p:txBody>
      </p:sp>
    </p:spTree>
    <p:extLst>
      <p:ext uri="{BB962C8B-B14F-4D97-AF65-F5344CB8AC3E}">
        <p14:creationId xmlns:p14="http://schemas.microsoft.com/office/powerpoint/2010/main" val="193474236"/>
      </p:ext>
    </p:extLst>
  </p:cSld>
  <p:clrMapOvr>
    <a:masterClrMapping/>
  </p:clrMapOvr>
</p:sld>
</file>

<file path=ppt/theme/theme1.xml><?xml version="1.0" encoding="utf-8"?>
<a:theme xmlns:a="http://schemas.openxmlformats.org/drawingml/2006/main" name="P10_170509_ppt_Master_Ges_de_16zu9">
  <a:themeElements>
    <a:clrScheme name="Fraunhofer Master">
      <a:dk1>
        <a:srgbClr val="000000"/>
      </a:dk1>
      <a:lt1>
        <a:srgbClr val="FFFFFF"/>
      </a:lt1>
      <a:dk2>
        <a:srgbClr val="179C7D"/>
      </a:dk2>
      <a:lt2>
        <a:srgbClr val="A8AFAF"/>
      </a:lt2>
      <a:accent1>
        <a:srgbClr val="F29400"/>
      </a:accent1>
      <a:accent2>
        <a:srgbClr val="1F82C0"/>
      </a:accent2>
      <a:accent3>
        <a:srgbClr val="E2001A"/>
      </a:accent3>
      <a:accent4>
        <a:srgbClr val="B1C800"/>
      </a:accent4>
      <a:accent5>
        <a:srgbClr val="FEEFD6"/>
      </a:accent5>
      <a:accent6>
        <a:srgbClr val="E1E3E3"/>
      </a:accent6>
      <a:hlink>
        <a:srgbClr val="25BAE2"/>
      </a:hlink>
      <a:folHlink>
        <a:srgbClr val="B1C800"/>
      </a:folHlink>
    </a:clrScheme>
    <a:fontScheme name="Bullets">
      <a:majorFont>
        <a:latin typeface="Frutiger LT Com 45 Light"/>
        <a:ea typeface=""/>
        <a:cs typeface=""/>
      </a:majorFont>
      <a:minorFont>
        <a:latin typeface="Frutiger LT Com 55 Roman"/>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9525">
          <a:solidFill>
            <a:schemeClr val="tx2"/>
          </a:solidFill>
          <a:round/>
          <a:headEnd type="arrow"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a:lstStyle>
        <a:defPPr>
          <a:defRPr/>
        </a:defPPr>
      </a:lstStyle>
    </a:spDef>
    <a:lnDef>
      <a:spPr bwMode="auto">
        <a:noFill/>
        <a:ln w="9525"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a:lstStyle/>
    </a:lnDef>
  </a:objectDefaults>
  <a:extraClrSchemeLst>
    <a:extraClrScheme>
      <a:clrScheme name="Bullet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ullet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ullet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ullet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ullet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ullet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ullet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ullet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ullet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ullet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ullet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ullet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Bullets 13">
        <a:dk1>
          <a:srgbClr val="000000"/>
        </a:dk1>
        <a:lt1>
          <a:srgbClr val="FFFFFF"/>
        </a:lt1>
        <a:dk2>
          <a:srgbClr val="000000"/>
        </a:dk2>
        <a:lt2>
          <a:srgbClr val="A8AFAF"/>
        </a:lt2>
        <a:accent1>
          <a:srgbClr val="009475"/>
        </a:accent1>
        <a:accent2>
          <a:srgbClr val="333399"/>
        </a:accent2>
        <a:accent3>
          <a:srgbClr val="FFFFFF"/>
        </a:accent3>
        <a:accent4>
          <a:srgbClr val="000000"/>
        </a:accent4>
        <a:accent5>
          <a:srgbClr val="AAC8BD"/>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ullets 14">
        <a:dk1>
          <a:srgbClr val="000000"/>
        </a:dk1>
        <a:lt1>
          <a:srgbClr val="FFFFFF"/>
        </a:lt1>
        <a:dk2>
          <a:srgbClr val="000000"/>
        </a:dk2>
        <a:lt2>
          <a:srgbClr val="A8AFAF"/>
        </a:lt2>
        <a:accent1>
          <a:srgbClr val="009475"/>
        </a:accent1>
        <a:accent2>
          <a:srgbClr val="009475"/>
        </a:accent2>
        <a:accent3>
          <a:srgbClr val="FFFFFF"/>
        </a:accent3>
        <a:accent4>
          <a:srgbClr val="000000"/>
        </a:accent4>
        <a:accent5>
          <a:srgbClr val="AAC8BD"/>
        </a:accent5>
        <a:accent6>
          <a:srgbClr val="008669"/>
        </a:accent6>
        <a:hlink>
          <a:srgbClr val="009475"/>
        </a:hlink>
        <a:folHlink>
          <a:srgbClr val="009475"/>
        </a:folHlink>
      </a:clrScheme>
      <a:clrMap bg1="lt1" tx1="dk1" bg2="lt2" tx2="dk2" accent1="accent1" accent2="accent2" accent3="accent3" accent4="accent4" accent5="accent5" accent6="accent6" hlink="hlink" folHlink="folHlink"/>
    </a:extraClrScheme>
    <a:extraClrScheme>
      <a:clrScheme name="Bullets 15">
        <a:dk1>
          <a:srgbClr val="000000"/>
        </a:dk1>
        <a:lt1>
          <a:srgbClr val="FFFFFF"/>
        </a:lt1>
        <a:dk2>
          <a:srgbClr val="009475"/>
        </a:dk2>
        <a:lt2>
          <a:srgbClr val="A8AFAF"/>
        </a:lt2>
        <a:accent1>
          <a:srgbClr val="25BAE2"/>
        </a:accent1>
        <a:accent2>
          <a:srgbClr val="006E92"/>
        </a:accent2>
        <a:accent3>
          <a:srgbClr val="FFFFFF"/>
        </a:accent3>
        <a:accent4>
          <a:srgbClr val="000000"/>
        </a:accent4>
        <a:accent5>
          <a:srgbClr val="ACD9EE"/>
        </a:accent5>
        <a:accent6>
          <a:srgbClr val="006384"/>
        </a:accent6>
        <a:hlink>
          <a:srgbClr val="4C636F"/>
        </a:hlink>
        <a:folHlink>
          <a:srgbClr val="9E1C22"/>
        </a:folHlink>
      </a:clrScheme>
      <a:clrMap bg1="lt1" tx1="dk1" bg2="lt2" tx2="dk2" accent1="accent1" accent2="accent2" accent3="accent3" accent4="accent4" accent5="accent5" accent6="accent6" hlink="hlink" folHlink="folHlink"/>
    </a:extraClrScheme>
    <a:extraClrScheme>
      <a:clrScheme name="Bullets 16">
        <a:dk1>
          <a:srgbClr val="000000"/>
        </a:dk1>
        <a:lt1>
          <a:srgbClr val="FFFFFF"/>
        </a:lt1>
        <a:dk2>
          <a:srgbClr val="009475"/>
        </a:dk2>
        <a:lt2>
          <a:srgbClr val="25BAE2"/>
        </a:lt2>
        <a:accent1>
          <a:srgbClr val="009475"/>
        </a:accent1>
        <a:accent2>
          <a:srgbClr val="006E92"/>
        </a:accent2>
        <a:accent3>
          <a:srgbClr val="FFFFFF"/>
        </a:accent3>
        <a:accent4>
          <a:srgbClr val="000000"/>
        </a:accent4>
        <a:accent5>
          <a:srgbClr val="AAC8BD"/>
        </a:accent5>
        <a:accent6>
          <a:srgbClr val="006384"/>
        </a:accent6>
        <a:hlink>
          <a:srgbClr val="4C636F"/>
        </a:hlink>
        <a:folHlink>
          <a:srgbClr val="9E1C2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Larissa">
  <a:themeElements>
    <a:clrScheme name="Fraunhofer Farbpalette">
      <a:dk1>
        <a:srgbClr val="000000"/>
      </a:dk1>
      <a:lt1>
        <a:srgbClr val="FFFFFF"/>
      </a:lt1>
      <a:dk2>
        <a:srgbClr val="179C7D"/>
      </a:dk2>
      <a:lt2>
        <a:srgbClr val="A8AFAF"/>
      </a:lt2>
      <a:accent1>
        <a:srgbClr val="EB6A0A"/>
      </a:accent1>
      <a:accent2>
        <a:srgbClr val="006E92"/>
      </a:accent2>
      <a:accent3>
        <a:srgbClr val="25BAE2"/>
      </a:accent3>
      <a:accent4>
        <a:srgbClr val="B1C800"/>
      </a:accent4>
      <a:accent5>
        <a:srgbClr val="FEEFD6"/>
      </a:accent5>
      <a:accent6>
        <a:srgbClr val="E1E3E3"/>
      </a:accent6>
      <a:hlink>
        <a:srgbClr val="25BAE2"/>
      </a:hlink>
      <a:folHlink>
        <a:srgbClr val="B1C80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7ce0bdbf-e783-45e9-a99b-10d8c4979651" xsi:nil="true"/>
    <lcf76f155ced4ddcb4097134ff3c332f xmlns="3d85ebb4-8548-45e7-81fd-50aa0feec725">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84B59A6441F5E4FA4D578DD7630673B" ma:contentTypeVersion="10" ma:contentTypeDescription="Create a new document." ma:contentTypeScope="" ma:versionID="1dd5b57a5899564449de2e09db7a58fc">
  <xsd:schema xmlns:xsd="http://www.w3.org/2001/XMLSchema" xmlns:xs="http://www.w3.org/2001/XMLSchema" xmlns:p="http://schemas.microsoft.com/office/2006/metadata/properties" xmlns:ns2="3d85ebb4-8548-45e7-81fd-50aa0feec725" xmlns:ns3="7ce0bdbf-e783-45e9-a99b-10d8c4979651" targetNamespace="http://schemas.microsoft.com/office/2006/metadata/properties" ma:root="true" ma:fieldsID="5b659d9a44fccfe7c8dfa40e2f9f6e62" ns2:_="" ns3:_="">
    <xsd:import namespace="3d85ebb4-8548-45e7-81fd-50aa0feec725"/>
    <xsd:import namespace="7ce0bdbf-e783-45e9-a99b-10d8c497965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d85ebb4-8548-45e7-81fd-50aa0feec72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1d602765-7830-46ba-a66b-13b8df2c5cf0"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ce0bdbf-e783-45e9-a99b-10d8c4979651"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c25c6f8b-50e2-45b7-8d36-2e114e84db19}" ma:internalName="TaxCatchAll" ma:showField="CatchAllData" ma:web="7ce0bdbf-e783-45e9-a99b-10d8c497965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49DD87D-F397-4D01-A855-824F56E77EB2}">
  <ds:schemaRefs>
    <ds:schemaRef ds:uri="http://purl.org/dc/elements/1.1/"/>
    <ds:schemaRef ds:uri="http://schemas.openxmlformats.org/package/2006/metadata/core-properties"/>
    <ds:schemaRef ds:uri="http://www.w3.org/XML/1998/namespace"/>
    <ds:schemaRef ds:uri="http://schemas.microsoft.com/office/2006/metadata/properties"/>
    <ds:schemaRef ds:uri="http://purl.org/dc/terms/"/>
    <ds:schemaRef ds:uri="http://schemas.microsoft.com/office/2006/documentManagement/types"/>
    <ds:schemaRef ds:uri="7ce0bdbf-e783-45e9-a99b-10d8c4979651"/>
    <ds:schemaRef ds:uri="3d85ebb4-8548-45e7-81fd-50aa0feec725"/>
    <ds:schemaRef ds:uri="http://schemas.microsoft.com/office/infopath/2007/PartnerControls"/>
    <ds:schemaRef ds:uri="http://purl.org/dc/dcmitype/"/>
  </ds:schemaRefs>
</ds:datastoreItem>
</file>

<file path=customXml/itemProps2.xml><?xml version="1.0" encoding="utf-8"?>
<ds:datastoreItem xmlns:ds="http://schemas.openxmlformats.org/officeDocument/2006/customXml" ds:itemID="{4D3B53A8-72B2-4C90-B1ED-BBDDE9A9E27D}">
  <ds:schemaRefs>
    <ds:schemaRef ds:uri="http://schemas.microsoft.com/sharepoint/v3/contenttype/forms"/>
  </ds:schemaRefs>
</ds:datastoreItem>
</file>

<file path=customXml/itemProps3.xml><?xml version="1.0" encoding="utf-8"?>
<ds:datastoreItem xmlns:ds="http://schemas.openxmlformats.org/officeDocument/2006/customXml" ds:itemID="{7D7458DC-81FD-4D5E-921B-DEE5450C877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d85ebb4-8548-45e7-81fd-50aa0feec725"/>
    <ds:schemaRef ds:uri="7ce0bdbf-e783-45e9-a99b-10d8c497965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P10_170509_ppt_Master_Ges_de_16zu9</Template>
  <TotalTime>0</TotalTime>
  <Words>6910</Words>
  <Application>Microsoft Office PowerPoint</Application>
  <PresentationFormat>Custom</PresentationFormat>
  <Paragraphs>901</Paragraphs>
  <Slides>39</Slides>
  <Notes>36</Notes>
  <HiddenSlides>2</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39</vt:i4>
      </vt:variant>
    </vt:vector>
  </HeadingPairs>
  <TitlesOfParts>
    <vt:vector size="49" baseType="lpstr">
      <vt:lpstr>Aptos</vt:lpstr>
      <vt:lpstr>Arial</vt:lpstr>
      <vt:lpstr>Calibri</vt:lpstr>
      <vt:lpstr>Frutiger LT Com 45 Light</vt:lpstr>
      <vt:lpstr>Frutiger LT Com 55 Roman</vt:lpstr>
      <vt:lpstr>Open Sans</vt:lpstr>
      <vt:lpstr>Roboto-MediumItalic</vt:lpstr>
      <vt:lpstr>Symbol</vt:lpstr>
      <vt:lpstr>Wingdings</vt:lpstr>
      <vt:lpstr>P10_170509_ppt_Master_Ges_de_16zu9</vt:lpstr>
      <vt:lpstr> SOFTWARE ENGINEERING CHALLENGES  IN THE MEDICAL DEVICE INDUSTRY  Eduardo Barbosa | Inês Lopes – Fraunhofer Portugal AICOS </vt:lpstr>
      <vt:lpstr>Medical device software is not immune to failure</vt:lpstr>
      <vt:lpstr>Medical device regulations around the world</vt:lpstr>
      <vt:lpstr>What is the EU MDR 2017/745? </vt:lpstr>
      <vt:lpstr>What is a medical device, according to the EU MDR?</vt:lpstr>
      <vt:lpstr>What is a medical device, according to the EU MDR?</vt:lpstr>
      <vt:lpstr>How to classify a medical device </vt:lpstr>
      <vt:lpstr>Common standards used for Medical Device Development Applicable Standards</vt:lpstr>
      <vt:lpstr>Quality Management System ISO 13485:2016</vt:lpstr>
      <vt:lpstr>Risk Management</vt:lpstr>
      <vt:lpstr>Risk Management</vt:lpstr>
      <vt:lpstr>Risk Management</vt:lpstr>
      <vt:lpstr>Risk Management</vt:lpstr>
      <vt:lpstr>Risk Management</vt:lpstr>
      <vt:lpstr>Software Lifecycle</vt:lpstr>
      <vt:lpstr>Software Lifecycle</vt:lpstr>
      <vt:lpstr>What about cybersecurity concerns?</vt:lpstr>
      <vt:lpstr>What about cybersecurity concerns?</vt:lpstr>
      <vt:lpstr>Software Lifecycle</vt:lpstr>
      <vt:lpstr>General Data Protection Regulation (GDPR)</vt:lpstr>
      <vt:lpstr>Global Regulatory Landscape for AI</vt:lpstr>
      <vt:lpstr>EU AI Act</vt:lpstr>
      <vt:lpstr>EU AI Act</vt:lpstr>
      <vt:lpstr>AI Act</vt:lpstr>
      <vt:lpstr>Artificial Intelligence Standards</vt:lpstr>
      <vt:lpstr>Artificial Intelligence Standards</vt:lpstr>
      <vt:lpstr>Artificial Intelligence Standards</vt:lpstr>
      <vt:lpstr>Artificial Intelligence Standards</vt:lpstr>
      <vt:lpstr>Compliance with standards and regulations</vt:lpstr>
      <vt:lpstr>Compliance with standards and regulations</vt:lpstr>
      <vt:lpstr>Compliance with standards and regulations</vt:lpstr>
      <vt:lpstr>Compliance with standards and regulations</vt:lpstr>
      <vt:lpstr>Compliance with standards and regulations</vt:lpstr>
      <vt:lpstr>Compliance with standards and regulations</vt:lpstr>
      <vt:lpstr>Compliance with standards and regulations</vt:lpstr>
      <vt:lpstr>Compliance with standards and regulations</vt:lpstr>
      <vt:lpstr>Compliance with standards and regulations</vt:lpstr>
      <vt:lpstr>Compliance with standards and regulations</vt:lpstr>
      <vt:lpstr>Conclusion</vt:lpstr>
    </vt:vector>
  </TitlesOfParts>
  <Company>Fraunhofer Gesellschaft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Add title with logo / title by clicking</dc:title>
  <dc:creator>Micaela Amaral</dc:creator>
  <cp:lastModifiedBy>Martim Pinheiro</cp:lastModifiedBy>
  <cp:revision>2</cp:revision>
  <cp:lastPrinted>2011-04-27T07:57:31Z</cp:lastPrinted>
  <dcterms:created xsi:type="dcterms:W3CDTF">2017-11-30T09:57:50Z</dcterms:created>
  <dcterms:modified xsi:type="dcterms:W3CDTF">2026-03-16T10:57:56Z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FHGvorlage">
    <vt:bool>true</vt:bool>
  </property>
  <property fmtid="{D5CDD505-2E9C-101B-9397-08002B2CF9AE}" pid="3" name="klassifizierung">
    <vt:lpwstr> </vt:lpwstr>
  </property>
  <property fmtid="{D5CDD505-2E9C-101B-9397-08002B2CF9AE}" pid="4" name="hasChanged">
    <vt:bool>false</vt:bool>
  </property>
  <property fmtid="{D5CDD505-2E9C-101B-9397-08002B2CF9AE}" pid="5" name="ContentTypeId">
    <vt:lpwstr>0x010100484B59A6441F5E4FA4D578DD7630673B</vt:lpwstr>
  </property>
  <property fmtid="{D5CDD505-2E9C-101B-9397-08002B2CF9AE}" pid="6" name="MediaServiceImageTags">
    <vt:lpwstr/>
  </property>
</Properties>
</file>